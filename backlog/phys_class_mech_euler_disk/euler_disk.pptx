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6"/>
  </p:notesMasterIdLst>
  <p:sldIdLst>
    <p:sldId id="257" r:id="rId2"/>
    <p:sldId id="395" r:id="rId3"/>
    <p:sldId id="397" r:id="rId4"/>
    <p:sldId id="390" r:id="rId5"/>
    <p:sldId id="400" r:id="rId6"/>
    <p:sldId id="401" r:id="rId7"/>
    <p:sldId id="403" r:id="rId8"/>
    <p:sldId id="406" r:id="rId9"/>
    <p:sldId id="408" r:id="rId10"/>
    <p:sldId id="407" r:id="rId11"/>
    <p:sldId id="404" r:id="rId12"/>
    <p:sldId id="405" r:id="rId13"/>
    <p:sldId id="402" r:id="rId14"/>
    <p:sldId id="396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6DB88F-B860-40CD-8046-75D7ECBA762A}" v="1575" dt="2025-03-11T22:29:12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9" autoAdjust="0"/>
    <p:restoredTop sz="95033" autoAdjust="0"/>
  </p:normalViewPr>
  <p:slideViewPr>
    <p:cSldViewPr snapToGrid="0">
      <p:cViewPr varScale="1">
        <p:scale>
          <a:sx n="70" d="100"/>
          <a:sy n="70" d="100"/>
        </p:scale>
        <p:origin x="1090" y="2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1F844C25-59B8-4426-9D66-9F2A7F10F9CE}"/>
    <pc:docChg chg="undo custSel addSld delSld modSld">
      <pc:chgData name="Osvaldo Luiz Santos Pereira" userId="c308351cf5a860c7" providerId="LiveId" clId="{1F844C25-59B8-4426-9D66-9F2A7F10F9CE}" dt="2023-11-27T09:55:59.922" v="649" actId="20577"/>
      <pc:docMkLst>
        <pc:docMk/>
      </pc:docMkLst>
      <pc:sldChg chg="modSp mod">
        <pc:chgData name="Osvaldo Luiz Santos Pereira" userId="c308351cf5a860c7" providerId="LiveId" clId="{1F844C25-59B8-4426-9D66-9F2A7F10F9CE}" dt="2023-11-26T13:31:39.501" v="606" actId="20577"/>
        <pc:sldMkLst>
          <pc:docMk/>
          <pc:sldMk cId="1303736943" sldId="257"/>
        </pc:sldMkLst>
      </pc:sldChg>
      <pc:sldChg chg="del">
        <pc:chgData name="Osvaldo Luiz Santos Pereira" userId="c308351cf5a860c7" providerId="LiveId" clId="{1F844C25-59B8-4426-9D66-9F2A7F10F9CE}" dt="2023-11-26T13:09:09.585" v="4" actId="47"/>
        <pc:sldMkLst>
          <pc:docMk/>
          <pc:sldMk cId="847172993" sldId="327"/>
        </pc:sldMkLst>
      </pc:sldChg>
      <pc:sldChg chg="del">
        <pc:chgData name="Osvaldo Luiz Santos Pereira" userId="c308351cf5a860c7" providerId="LiveId" clId="{1F844C25-59B8-4426-9D66-9F2A7F10F9CE}" dt="2023-11-26T13:09:11.129" v="11" actId="47"/>
        <pc:sldMkLst>
          <pc:docMk/>
          <pc:sldMk cId="2972287295" sldId="329"/>
        </pc:sldMkLst>
      </pc:sldChg>
      <pc:sldChg chg="del">
        <pc:chgData name="Osvaldo Luiz Santos Pereira" userId="c308351cf5a860c7" providerId="LiveId" clId="{1F844C25-59B8-4426-9D66-9F2A7F10F9CE}" dt="2023-11-26T13:09:11.996" v="16" actId="47"/>
        <pc:sldMkLst>
          <pc:docMk/>
          <pc:sldMk cId="3483785778" sldId="332"/>
        </pc:sldMkLst>
      </pc:sldChg>
      <pc:sldChg chg="del">
        <pc:chgData name="Osvaldo Luiz Santos Pereira" userId="c308351cf5a860c7" providerId="LiveId" clId="{1F844C25-59B8-4426-9D66-9F2A7F10F9CE}" dt="2023-11-26T13:09:12.193" v="17" actId="47"/>
        <pc:sldMkLst>
          <pc:docMk/>
          <pc:sldMk cId="1629326660" sldId="333"/>
        </pc:sldMkLst>
      </pc:sldChg>
      <pc:sldChg chg="del">
        <pc:chgData name="Osvaldo Luiz Santos Pereira" userId="c308351cf5a860c7" providerId="LiveId" clId="{1F844C25-59B8-4426-9D66-9F2A7F10F9CE}" dt="2023-11-26T13:09:11.297" v="12" actId="47"/>
        <pc:sldMkLst>
          <pc:docMk/>
          <pc:sldMk cId="1525406427" sldId="343"/>
        </pc:sldMkLst>
      </pc:sldChg>
      <pc:sldChg chg="del">
        <pc:chgData name="Osvaldo Luiz Santos Pereira" userId="c308351cf5a860c7" providerId="LiveId" clId="{1F844C25-59B8-4426-9D66-9F2A7F10F9CE}" dt="2023-11-26T13:09:09.761" v="5" actId="47"/>
        <pc:sldMkLst>
          <pc:docMk/>
          <pc:sldMk cId="3523814595" sldId="344"/>
        </pc:sldMkLst>
      </pc:sldChg>
      <pc:sldChg chg="del">
        <pc:chgData name="Osvaldo Luiz Santos Pereira" userId="c308351cf5a860c7" providerId="LiveId" clId="{1F844C25-59B8-4426-9D66-9F2A7F10F9CE}" dt="2023-11-26T13:09:09.941" v="6" actId="47"/>
        <pc:sldMkLst>
          <pc:docMk/>
          <pc:sldMk cId="2893504514" sldId="345"/>
        </pc:sldMkLst>
      </pc:sldChg>
      <pc:sldChg chg="del">
        <pc:chgData name="Osvaldo Luiz Santos Pereira" userId="c308351cf5a860c7" providerId="LiveId" clId="{1F844C25-59B8-4426-9D66-9F2A7F10F9CE}" dt="2023-11-26T13:09:10.201" v="7" actId="47"/>
        <pc:sldMkLst>
          <pc:docMk/>
          <pc:sldMk cId="815916705" sldId="346"/>
        </pc:sldMkLst>
      </pc:sldChg>
      <pc:sldChg chg="del">
        <pc:chgData name="Osvaldo Luiz Santos Pereira" userId="c308351cf5a860c7" providerId="LiveId" clId="{1F844C25-59B8-4426-9D66-9F2A7F10F9CE}" dt="2023-11-26T13:09:11.522" v="13" actId="47"/>
        <pc:sldMkLst>
          <pc:docMk/>
          <pc:sldMk cId="1876678423" sldId="347"/>
        </pc:sldMkLst>
      </pc:sldChg>
      <pc:sldChg chg="del">
        <pc:chgData name="Osvaldo Luiz Santos Pereira" userId="c308351cf5a860c7" providerId="LiveId" clId="{1F844C25-59B8-4426-9D66-9F2A7F10F9CE}" dt="2023-11-26T13:09:10.608" v="8" actId="47"/>
        <pc:sldMkLst>
          <pc:docMk/>
          <pc:sldMk cId="3464971042" sldId="348"/>
        </pc:sldMkLst>
      </pc:sldChg>
      <pc:sldChg chg="del">
        <pc:chgData name="Osvaldo Luiz Santos Pereira" userId="c308351cf5a860c7" providerId="LiveId" clId="{1F844C25-59B8-4426-9D66-9F2A7F10F9CE}" dt="2023-11-26T13:09:10.795" v="9" actId="47"/>
        <pc:sldMkLst>
          <pc:docMk/>
          <pc:sldMk cId="887731418" sldId="349"/>
        </pc:sldMkLst>
      </pc:sldChg>
      <pc:sldChg chg="del">
        <pc:chgData name="Osvaldo Luiz Santos Pereira" userId="c308351cf5a860c7" providerId="LiveId" clId="{1F844C25-59B8-4426-9D66-9F2A7F10F9CE}" dt="2023-11-26T13:09:13.001" v="18" actId="47"/>
        <pc:sldMkLst>
          <pc:docMk/>
          <pc:sldMk cId="3494035615" sldId="350"/>
        </pc:sldMkLst>
      </pc:sldChg>
      <pc:sldChg chg="del">
        <pc:chgData name="Osvaldo Luiz Santos Pereira" userId="c308351cf5a860c7" providerId="LiveId" clId="{1F844C25-59B8-4426-9D66-9F2A7F10F9CE}" dt="2023-11-26T13:09:15.982" v="20" actId="47"/>
        <pc:sldMkLst>
          <pc:docMk/>
          <pc:sldMk cId="2236835278" sldId="351"/>
        </pc:sldMkLst>
      </pc:sldChg>
      <pc:sldChg chg="del">
        <pc:chgData name="Osvaldo Luiz Santos Pereira" userId="c308351cf5a860c7" providerId="LiveId" clId="{1F844C25-59B8-4426-9D66-9F2A7F10F9CE}" dt="2023-11-26T13:09:09.208" v="1" actId="47"/>
        <pc:sldMkLst>
          <pc:docMk/>
          <pc:sldMk cId="2466685254" sldId="353"/>
        </pc:sldMkLst>
      </pc:sldChg>
      <pc:sldChg chg="del">
        <pc:chgData name="Osvaldo Luiz Santos Pereira" userId="c308351cf5a860c7" providerId="LiveId" clId="{1F844C25-59B8-4426-9D66-9F2A7F10F9CE}" dt="2023-11-26T13:09:09.452" v="2" actId="47"/>
        <pc:sldMkLst>
          <pc:docMk/>
          <pc:sldMk cId="2060255519" sldId="354"/>
        </pc:sldMkLst>
      </pc:sldChg>
      <pc:sldChg chg="modSp mod">
        <pc:chgData name="Osvaldo Luiz Santos Pereira" userId="c308351cf5a860c7" providerId="LiveId" clId="{1F844C25-59B8-4426-9D66-9F2A7F10F9CE}" dt="2023-11-26T13:33:22.825" v="645" actId="1076"/>
        <pc:sldMkLst>
          <pc:docMk/>
          <pc:sldMk cId="1193654908" sldId="356"/>
        </pc:sldMkLst>
      </pc:sldChg>
      <pc:sldChg chg="modSp mod">
        <pc:chgData name="Osvaldo Luiz Santos Pereira" userId="c308351cf5a860c7" providerId="LiveId" clId="{1F844C25-59B8-4426-9D66-9F2A7F10F9CE}" dt="2023-11-26T13:24:36.224" v="308" actId="20577"/>
        <pc:sldMkLst>
          <pc:docMk/>
          <pc:sldMk cId="2389999328" sldId="357"/>
        </pc:sldMkLst>
      </pc:sldChg>
      <pc:sldChg chg="modSp mod">
        <pc:chgData name="Osvaldo Luiz Santos Pereira" userId="c308351cf5a860c7" providerId="LiveId" clId="{1F844C25-59B8-4426-9D66-9F2A7F10F9CE}" dt="2023-11-26T13:25:28.151" v="344" actId="20577"/>
        <pc:sldMkLst>
          <pc:docMk/>
          <pc:sldMk cId="2194354923" sldId="358"/>
        </pc:sldMkLst>
      </pc:sldChg>
      <pc:sldChg chg="modSp mod">
        <pc:chgData name="Osvaldo Luiz Santos Pereira" userId="c308351cf5a860c7" providerId="LiveId" clId="{1F844C25-59B8-4426-9D66-9F2A7F10F9CE}" dt="2023-11-26T13:28:03.918" v="393" actId="20577"/>
        <pc:sldMkLst>
          <pc:docMk/>
          <pc:sldMk cId="2443068354" sldId="359"/>
        </pc:sldMkLst>
      </pc:sldChg>
      <pc:sldChg chg="modSp mod">
        <pc:chgData name="Osvaldo Luiz Santos Pereira" userId="c308351cf5a860c7" providerId="LiveId" clId="{1F844C25-59B8-4426-9D66-9F2A7F10F9CE}" dt="2023-11-26T13:25:24.014" v="340" actId="20577"/>
        <pc:sldMkLst>
          <pc:docMk/>
          <pc:sldMk cId="2498086408" sldId="360"/>
        </pc:sldMkLst>
      </pc:sldChg>
      <pc:sldChg chg="modSp mod">
        <pc:chgData name="Osvaldo Luiz Santos Pereira" userId="c308351cf5a860c7" providerId="LiveId" clId="{1F844C25-59B8-4426-9D66-9F2A7F10F9CE}" dt="2023-11-26T13:24:49.179" v="316" actId="20577"/>
        <pc:sldMkLst>
          <pc:docMk/>
          <pc:sldMk cId="3183670058" sldId="363"/>
        </pc:sldMkLst>
      </pc:sldChg>
      <pc:sldChg chg="del">
        <pc:chgData name="Osvaldo Luiz Santos Pereira" userId="c308351cf5a860c7" providerId="LiveId" clId="{1F844C25-59B8-4426-9D66-9F2A7F10F9CE}" dt="2023-11-26T13:09:44.746" v="21" actId="47"/>
        <pc:sldMkLst>
          <pc:docMk/>
          <pc:sldMk cId="10464197" sldId="364"/>
        </pc:sldMkLst>
      </pc:sldChg>
      <pc:sldChg chg="modSp mod">
        <pc:chgData name="Osvaldo Luiz Santos Pereira" userId="c308351cf5a860c7" providerId="LiveId" clId="{1F844C25-59B8-4426-9D66-9F2A7F10F9CE}" dt="2023-11-26T13:24:40.193" v="310" actId="20577"/>
        <pc:sldMkLst>
          <pc:docMk/>
          <pc:sldMk cId="1812892139" sldId="365"/>
        </pc:sldMkLst>
      </pc:sldChg>
      <pc:sldChg chg="del">
        <pc:chgData name="Osvaldo Luiz Santos Pereira" userId="c308351cf5a860c7" providerId="LiveId" clId="{1F844C25-59B8-4426-9D66-9F2A7F10F9CE}" dt="2023-11-26T13:09:11.707" v="14" actId="47"/>
        <pc:sldMkLst>
          <pc:docMk/>
          <pc:sldMk cId="2528229287" sldId="366"/>
        </pc:sldMkLst>
      </pc:sldChg>
      <pc:sldChg chg="del">
        <pc:chgData name="Osvaldo Luiz Santos Pereira" userId="c308351cf5a860c7" providerId="LiveId" clId="{1F844C25-59B8-4426-9D66-9F2A7F10F9CE}" dt="2023-11-26T13:09:11.816" v="15" actId="47"/>
        <pc:sldMkLst>
          <pc:docMk/>
          <pc:sldMk cId="239952395" sldId="368"/>
        </pc:sldMkLst>
      </pc:sldChg>
      <pc:sldChg chg="modSp mod">
        <pc:chgData name="Osvaldo Luiz Santos Pereira" userId="c308351cf5a860c7" providerId="LiveId" clId="{1F844C25-59B8-4426-9D66-9F2A7F10F9CE}" dt="2023-11-26T13:24:44.266" v="312" actId="20577"/>
        <pc:sldMkLst>
          <pc:docMk/>
          <pc:sldMk cId="1896221573" sldId="369"/>
        </pc:sldMkLst>
      </pc:sldChg>
      <pc:sldChg chg="del">
        <pc:chgData name="Osvaldo Luiz Santos Pereira" userId="c308351cf5a860c7" providerId="LiveId" clId="{1F844C25-59B8-4426-9D66-9F2A7F10F9CE}" dt="2023-11-26T13:10:14.430" v="23" actId="47"/>
        <pc:sldMkLst>
          <pc:docMk/>
          <pc:sldMk cId="2467625486" sldId="371"/>
        </pc:sldMkLst>
      </pc:sldChg>
      <pc:sldChg chg="del">
        <pc:chgData name="Osvaldo Luiz Santos Pereira" userId="c308351cf5a860c7" providerId="LiveId" clId="{1F844C25-59B8-4426-9D66-9F2A7F10F9CE}" dt="2023-11-26T13:09:08.908" v="0" actId="47"/>
        <pc:sldMkLst>
          <pc:docMk/>
          <pc:sldMk cId="3753303553" sldId="372"/>
        </pc:sldMkLst>
      </pc:sldChg>
      <pc:sldChg chg="del">
        <pc:chgData name="Osvaldo Luiz Santos Pereira" userId="c308351cf5a860c7" providerId="LiveId" clId="{1F844C25-59B8-4426-9D66-9F2A7F10F9CE}" dt="2023-11-26T13:10:05.003" v="22" actId="47"/>
        <pc:sldMkLst>
          <pc:docMk/>
          <pc:sldMk cId="1065822023" sldId="373"/>
        </pc:sldMkLst>
      </pc:sldChg>
      <pc:sldChg chg="del">
        <pc:chgData name="Osvaldo Luiz Santos Pereira" userId="c308351cf5a860c7" providerId="LiveId" clId="{1F844C25-59B8-4426-9D66-9F2A7F10F9CE}" dt="2023-11-26T13:09:10.966" v="10" actId="47"/>
        <pc:sldMkLst>
          <pc:docMk/>
          <pc:sldMk cId="371344065" sldId="374"/>
        </pc:sldMkLst>
      </pc:sldChg>
      <pc:sldChg chg="del">
        <pc:chgData name="Osvaldo Luiz Santos Pereira" userId="c308351cf5a860c7" providerId="LiveId" clId="{1F844C25-59B8-4426-9D66-9F2A7F10F9CE}" dt="2023-11-26T13:09:13.477" v="19" actId="47"/>
        <pc:sldMkLst>
          <pc:docMk/>
          <pc:sldMk cId="1025221180" sldId="378"/>
        </pc:sldMkLst>
      </pc:sldChg>
      <pc:sldChg chg="modSp mod">
        <pc:chgData name="Osvaldo Luiz Santos Pereira" userId="c308351cf5a860c7" providerId="LiveId" clId="{1F844C25-59B8-4426-9D66-9F2A7F10F9CE}" dt="2023-11-26T13:25:19.295" v="336" actId="20577"/>
        <pc:sldMkLst>
          <pc:docMk/>
          <pc:sldMk cId="3317913325" sldId="380"/>
        </pc:sldMkLst>
      </pc:sldChg>
      <pc:sldChg chg="modSp mod">
        <pc:chgData name="Osvaldo Luiz Santos Pereira" userId="c308351cf5a860c7" providerId="LiveId" clId="{1F844C25-59B8-4426-9D66-9F2A7F10F9CE}" dt="2023-11-27T09:55:55.266" v="647" actId="20577"/>
        <pc:sldMkLst>
          <pc:docMk/>
          <pc:sldMk cId="2627705492" sldId="381"/>
        </pc:sldMkLst>
      </pc:sldChg>
      <pc:sldChg chg="modSp mod">
        <pc:chgData name="Osvaldo Luiz Santos Pereira" userId="c308351cf5a860c7" providerId="LiveId" clId="{1F844C25-59B8-4426-9D66-9F2A7F10F9CE}" dt="2023-11-27T09:55:59.922" v="649" actId="20577"/>
        <pc:sldMkLst>
          <pc:docMk/>
          <pc:sldMk cId="3146612701" sldId="382"/>
        </pc:sldMkLst>
      </pc:sldChg>
      <pc:sldChg chg="del">
        <pc:chgData name="Osvaldo Luiz Santos Pereira" userId="c308351cf5a860c7" providerId="LiveId" clId="{1F844C25-59B8-4426-9D66-9F2A7F10F9CE}" dt="2023-11-26T13:09:09.495" v="3" actId="47"/>
        <pc:sldMkLst>
          <pc:docMk/>
          <pc:sldMk cId="3034855544" sldId="384"/>
        </pc:sldMkLst>
      </pc:sldChg>
      <pc:sldChg chg="modSp mod">
        <pc:chgData name="Osvaldo Luiz Santos Pereira" userId="c308351cf5a860c7" providerId="LiveId" clId="{1F844C25-59B8-4426-9D66-9F2A7F10F9CE}" dt="2023-11-26T13:28:12.016" v="401" actId="20577"/>
        <pc:sldMkLst>
          <pc:docMk/>
          <pc:sldMk cId="2355143931" sldId="385"/>
        </pc:sldMkLst>
      </pc:sldChg>
      <pc:sldChg chg="modSp mod">
        <pc:chgData name="Osvaldo Luiz Santos Pereira" userId="c308351cf5a860c7" providerId="LiveId" clId="{1F844C25-59B8-4426-9D66-9F2A7F10F9CE}" dt="2023-11-26T13:28:07.614" v="397" actId="20577"/>
        <pc:sldMkLst>
          <pc:docMk/>
          <pc:sldMk cId="1961155001" sldId="386"/>
        </pc:sldMkLst>
      </pc:sldChg>
      <pc:sldChg chg="modSp mod">
        <pc:chgData name="Osvaldo Luiz Santos Pereira" userId="c308351cf5a860c7" providerId="LiveId" clId="{1F844C25-59B8-4426-9D66-9F2A7F10F9CE}" dt="2023-11-26T13:28:15.856" v="405" actId="20577"/>
        <pc:sldMkLst>
          <pc:docMk/>
          <pc:sldMk cId="1382877788" sldId="388"/>
        </pc:sldMkLst>
      </pc:sldChg>
      <pc:sldChg chg="modSp mod">
        <pc:chgData name="Osvaldo Luiz Santos Pereira" userId="c308351cf5a860c7" providerId="LiveId" clId="{1F844C25-59B8-4426-9D66-9F2A7F10F9CE}" dt="2023-11-26T13:31:24.340" v="604" actId="6549"/>
        <pc:sldMkLst>
          <pc:docMk/>
          <pc:sldMk cId="2041619009" sldId="389"/>
        </pc:sldMkLst>
      </pc:sldChg>
      <pc:sldChg chg="modSp mod">
        <pc:chgData name="Osvaldo Luiz Santos Pereira" userId="c308351cf5a860c7" providerId="LiveId" clId="{1F844C25-59B8-4426-9D66-9F2A7F10F9CE}" dt="2023-11-26T13:25:14.901" v="332" actId="20577"/>
        <pc:sldMkLst>
          <pc:docMk/>
          <pc:sldMk cId="2656152848" sldId="390"/>
        </pc:sldMkLst>
      </pc:sldChg>
      <pc:sldChg chg="del">
        <pc:chgData name="Osvaldo Luiz Santos Pereira" userId="c308351cf5a860c7" providerId="LiveId" clId="{1F844C25-59B8-4426-9D66-9F2A7F10F9CE}" dt="2023-11-26T13:10:46.433" v="26" actId="47"/>
        <pc:sldMkLst>
          <pc:docMk/>
          <pc:sldMk cId="660605830" sldId="391"/>
        </pc:sldMkLst>
      </pc:sldChg>
      <pc:sldChg chg="del">
        <pc:chgData name="Osvaldo Luiz Santos Pereira" userId="c308351cf5a860c7" providerId="LiveId" clId="{1F844C25-59B8-4426-9D66-9F2A7F10F9CE}" dt="2023-11-26T13:10:22.415" v="24" actId="47"/>
        <pc:sldMkLst>
          <pc:docMk/>
          <pc:sldMk cId="2166397229" sldId="392"/>
        </pc:sldMkLst>
      </pc:sldChg>
      <pc:sldChg chg="del">
        <pc:chgData name="Osvaldo Luiz Santos Pereira" userId="c308351cf5a860c7" providerId="LiveId" clId="{1F844C25-59B8-4426-9D66-9F2A7F10F9CE}" dt="2023-11-26T13:10:34.937" v="25" actId="47"/>
        <pc:sldMkLst>
          <pc:docMk/>
          <pc:sldMk cId="3103055715" sldId="393"/>
        </pc:sldMkLst>
      </pc:sldChg>
      <pc:sldChg chg="modSp mod">
        <pc:chgData name="Osvaldo Luiz Santos Pereira" userId="c308351cf5a860c7" providerId="LiveId" clId="{1F844C25-59B8-4426-9D66-9F2A7F10F9CE}" dt="2023-11-26T13:25:45.982" v="356" actId="20577"/>
        <pc:sldMkLst>
          <pc:docMk/>
          <pc:sldMk cId="4271395470" sldId="394"/>
        </pc:sldMkLst>
      </pc:sldChg>
      <pc:sldChg chg="del">
        <pc:chgData name="Osvaldo Luiz Santos Pereira" userId="c308351cf5a860c7" providerId="LiveId" clId="{1F844C25-59B8-4426-9D66-9F2A7F10F9CE}" dt="2023-11-26T13:17:35.213" v="101" actId="47"/>
        <pc:sldMkLst>
          <pc:docMk/>
          <pc:sldMk cId="248797069" sldId="395"/>
        </pc:sldMkLst>
      </pc:sldChg>
      <pc:sldChg chg="del">
        <pc:chgData name="Osvaldo Luiz Santos Pereira" userId="c308351cf5a860c7" providerId="LiveId" clId="{1F844C25-59B8-4426-9D66-9F2A7F10F9CE}" dt="2023-11-26T13:16:34.126" v="85" actId="47"/>
        <pc:sldMkLst>
          <pc:docMk/>
          <pc:sldMk cId="940816401" sldId="396"/>
        </pc:sldMkLst>
      </pc:sldChg>
      <pc:sldChg chg="del">
        <pc:chgData name="Osvaldo Luiz Santos Pereira" userId="c308351cf5a860c7" providerId="LiveId" clId="{1F844C25-59B8-4426-9D66-9F2A7F10F9CE}" dt="2023-11-26T13:17:07.045" v="86" actId="2696"/>
        <pc:sldMkLst>
          <pc:docMk/>
          <pc:sldMk cId="109763140" sldId="397"/>
        </pc:sldMkLst>
      </pc:sldChg>
      <pc:sldChg chg="modSp add mod">
        <pc:chgData name="Osvaldo Luiz Santos Pereira" userId="c308351cf5a860c7" providerId="LiveId" clId="{1F844C25-59B8-4426-9D66-9F2A7F10F9CE}" dt="2023-11-26T13:29:17.961" v="482" actId="20577"/>
        <pc:sldMkLst>
          <pc:docMk/>
          <pc:sldMk cId="314037394" sldId="397"/>
        </pc:sldMkLst>
      </pc:sldChg>
      <pc:sldChg chg="del">
        <pc:chgData name="Osvaldo Luiz Santos Pereira" userId="c308351cf5a860c7" providerId="LiveId" clId="{1F844C25-59B8-4426-9D66-9F2A7F10F9CE}" dt="2023-11-26T13:19:41.463" v="211" actId="47"/>
        <pc:sldMkLst>
          <pc:docMk/>
          <pc:sldMk cId="3922447383" sldId="398"/>
        </pc:sldMkLst>
      </pc:sldChg>
      <pc:sldChg chg="modSp mod">
        <pc:chgData name="Osvaldo Luiz Santos Pereira" userId="c308351cf5a860c7" providerId="LiveId" clId="{1F844C25-59B8-4426-9D66-9F2A7F10F9CE}" dt="2023-11-26T13:29:26.282" v="486" actId="20577"/>
        <pc:sldMkLst>
          <pc:docMk/>
          <pc:sldMk cId="1692325300" sldId="399"/>
        </pc:sldMkLst>
      </pc:sldChg>
      <pc:sldChg chg="modSp mod">
        <pc:chgData name="Osvaldo Luiz Santos Pereira" userId="c308351cf5a860c7" providerId="LiveId" clId="{1F844C25-59B8-4426-9D66-9F2A7F10F9CE}" dt="2023-11-26T13:24:59.075" v="324" actId="20577"/>
        <pc:sldMkLst>
          <pc:docMk/>
          <pc:sldMk cId="1765959998" sldId="400"/>
        </pc:sldMkLst>
      </pc:sldChg>
      <pc:sldChg chg="modSp mod">
        <pc:chgData name="Osvaldo Luiz Santos Pereira" userId="c308351cf5a860c7" providerId="LiveId" clId="{1F844C25-59B8-4426-9D66-9F2A7F10F9CE}" dt="2023-11-26T13:25:03.116" v="326" actId="20577"/>
        <pc:sldMkLst>
          <pc:docMk/>
          <pc:sldMk cId="1965463719" sldId="401"/>
        </pc:sldMkLst>
      </pc:sldChg>
      <pc:sldChg chg="del">
        <pc:chgData name="Osvaldo Luiz Santos Pereira" userId="c308351cf5a860c7" providerId="LiveId" clId="{1F844C25-59B8-4426-9D66-9F2A7F10F9CE}" dt="2023-11-26T13:14:01.546" v="53" actId="47"/>
        <pc:sldMkLst>
          <pc:docMk/>
          <pc:sldMk cId="471622741" sldId="402"/>
        </pc:sldMkLst>
      </pc:sldChg>
      <pc:sldChg chg="del">
        <pc:chgData name="Osvaldo Luiz Santos Pereira" userId="c308351cf5a860c7" providerId="LiveId" clId="{1F844C25-59B8-4426-9D66-9F2A7F10F9CE}" dt="2023-11-26T13:14:21.038" v="55" actId="47"/>
        <pc:sldMkLst>
          <pc:docMk/>
          <pc:sldMk cId="474518133" sldId="403"/>
        </pc:sldMkLst>
      </pc:sldChg>
      <pc:sldChg chg="del">
        <pc:chgData name="Osvaldo Luiz Santos Pereira" userId="c308351cf5a860c7" providerId="LiveId" clId="{1F844C25-59B8-4426-9D66-9F2A7F10F9CE}" dt="2023-11-26T13:14:25.688" v="56" actId="47"/>
        <pc:sldMkLst>
          <pc:docMk/>
          <pc:sldMk cId="2564639371" sldId="404"/>
        </pc:sldMkLst>
      </pc:sldChg>
      <pc:sldChg chg="del">
        <pc:chgData name="Osvaldo Luiz Santos Pereira" userId="c308351cf5a860c7" providerId="LiveId" clId="{1F844C25-59B8-4426-9D66-9F2A7F10F9CE}" dt="2023-11-26T13:15:52.636" v="83" actId="47"/>
        <pc:sldMkLst>
          <pc:docMk/>
          <pc:sldMk cId="801529500" sldId="405"/>
        </pc:sldMkLst>
      </pc:sldChg>
      <pc:sldChg chg="del">
        <pc:chgData name="Osvaldo Luiz Santos Pereira" userId="c308351cf5a860c7" providerId="LiveId" clId="{1F844C25-59B8-4426-9D66-9F2A7F10F9CE}" dt="2023-11-26T13:11:53.187" v="37" actId="47"/>
        <pc:sldMkLst>
          <pc:docMk/>
          <pc:sldMk cId="2697600967" sldId="406"/>
        </pc:sldMkLst>
      </pc:sldChg>
      <pc:sldChg chg="modSp mod">
        <pc:chgData name="Osvaldo Luiz Santos Pereira" userId="c308351cf5a860c7" providerId="LiveId" clId="{1F844C25-59B8-4426-9D66-9F2A7F10F9CE}" dt="2023-11-26T13:25:10.861" v="330" actId="20577"/>
        <pc:sldMkLst>
          <pc:docMk/>
          <pc:sldMk cId="2999584868" sldId="407"/>
        </pc:sldMkLst>
      </pc:sldChg>
      <pc:sldChg chg="addSp delSp modSp add mod">
        <pc:chgData name="Osvaldo Luiz Santos Pereira" userId="c308351cf5a860c7" providerId="LiveId" clId="{1F844C25-59B8-4426-9D66-9F2A7F10F9CE}" dt="2023-11-26T13:25:07.205" v="328" actId="20577"/>
        <pc:sldMkLst>
          <pc:docMk/>
          <pc:sldMk cId="2728505585" sldId="408"/>
        </pc:sldMkLst>
      </pc:sldChg>
      <pc:sldChg chg="modSp add mod">
        <pc:chgData name="Osvaldo Luiz Santos Pereira" userId="c308351cf5a860c7" providerId="LiveId" clId="{1F844C25-59B8-4426-9D66-9F2A7F10F9CE}" dt="2023-11-26T13:28:31.611" v="426" actId="20577"/>
        <pc:sldMkLst>
          <pc:docMk/>
          <pc:sldMk cId="4276942897" sldId="409"/>
        </pc:sldMkLst>
      </pc:sldChg>
    </pc:docChg>
  </pc:docChgLst>
  <pc:docChgLst>
    <pc:chgData name="Osvaldo Luiz Santos Pereira" userId="c308351cf5a860c7" providerId="LiveId" clId="{3C58C3AF-77E9-44C3-8D57-4240BA3EABD8}"/>
    <pc:docChg chg="undo custSel addSld delSld modSld sldOrd modShowInfo">
      <pc:chgData name="Osvaldo Luiz Santos Pereira" userId="c308351cf5a860c7" providerId="LiveId" clId="{3C58C3AF-77E9-44C3-8D57-4240BA3EABD8}" dt="2025-03-09T05:28:44.118" v="2943" actId="478"/>
      <pc:docMkLst>
        <pc:docMk/>
      </pc:docMkLst>
      <pc:sldChg chg="del">
        <pc:chgData name="Osvaldo Luiz Santos Pereira" userId="c308351cf5a860c7" providerId="LiveId" clId="{3C58C3AF-77E9-44C3-8D57-4240BA3EABD8}" dt="2025-03-07T18:22:55.327" v="133" actId="47"/>
        <pc:sldMkLst>
          <pc:docMk/>
          <pc:sldMk cId="2351539581" sldId="256"/>
        </pc:sldMkLst>
      </pc:sldChg>
      <pc:sldChg chg="addSp delSp modSp mod">
        <pc:chgData name="Osvaldo Luiz Santos Pereira" userId="c308351cf5a860c7" providerId="LiveId" clId="{3C58C3AF-77E9-44C3-8D57-4240BA3EABD8}" dt="2025-03-08T19:43:16.797" v="2707" actId="478"/>
        <pc:sldMkLst>
          <pc:docMk/>
          <pc:sldMk cId="1303736943" sldId="257"/>
        </pc:sldMkLst>
        <pc:picChg chg="add mod ord">
          <ac:chgData name="Osvaldo Luiz Santos Pereira" userId="c308351cf5a860c7" providerId="LiveId" clId="{3C58C3AF-77E9-44C3-8D57-4240BA3EABD8}" dt="2025-03-07T18:21:34.106" v="59" actId="167"/>
          <ac:picMkLst>
            <pc:docMk/>
            <pc:sldMk cId="1303736943" sldId="257"/>
            <ac:picMk id="8" creationId="{7C8983AF-C30C-41A9-DF77-886450FD1D3A}"/>
          </ac:picMkLst>
        </pc:picChg>
      </pc:sldChg>
      <pc:sldChg chg="del">
        <pc:chgData name="Osvaldo Luiz Santos Pereira" userId="c308351cf5a860c7" providerId="LiveId" clId="{3C58C3AF-77E9-44C3-8D57-4240BA3EABD8}" dt="2025-03-07T18:22:55.752" v="135" actId="47"/>
        <pc:sldMkLst>
          <pc:docMk/>
          <pc:sldMk cId="3679581974" sldId="258"/>
        </pc:sldMkLst>
      </pc:sldChg>
      <pc:sldChg chg="del">
        <pc:chgData name="Osvaldo Luiz Santos Pereira" userId="c308351cf5a860c7" providerId="LiveId" clId="{3C58C3AF-77E9-44C3-8D57-4240BA3EABD8}" dt="2025-03-07T18:22:55.982" v="136" actId="47"/>
        <pc:sldMkLst>
          <pc:docMk/>
          <pc:sldMk cId="1286006033" sldId="259"/>
        </pc:sldMkLst>
      </pc:sldChg>
      <pc:sldChg chg="del">
        <pc:chgData name="Osvaldo Luiz Santos Pereira" userId="c308351cf5a860c7" providerId="LiveId" clId="{3C58C3AF-77E9-44C3-8D57-4240BA3EABD8}" dt="2025-03-07T18:22:49.224" v="110" actId="47"/>
        <pc:sldMkLst>
          <pc:docMk/>
          <pc:sldMk cId="847172993" sldId="327"/>
        </pc:sldMkLst>
      </pc:sldChg>
      <pc:sldChg chg="del">
        <pc:chgData name="Osvaldo Luiz Santos Pereira" userId="c308351cf5a860c7" providerId="LiveId" clId="{3C58C3AF-77E9-44C3-8D57-4240BA3EABD8}" dt="2025-03-07T18:22:51.298" v="117" actId="47"/>
        <pc:sldMkLst>
          <pc:docMk/>
          <pc:sldMk cId="2972287295" sldId="329"/>
        </pc:sldMkLst>
      </pc:sldChg>
      <pc:sldChg chg="del">
        <pc:chgData name="Osvaldo Luiz Santos Pereira" userId="c308351cf5a860c7" providerId="LiveId" clId="{3C58C3AF-77E9-44C3-8D57-4240BA3EABD8}" dt="2025-03-07T18:22:51.688" v="119" actId="47"/>
        <pc:sldMkLst>
          <pc:docMk/>
          <pc:sldMk cId="3483785778" sldId="332"/>
        </pc:sldMkLst>
      </pc:sldChg>
      <pc:sldChg chg="del">
        <pc:chgData name="Osvaldo Luiz Santos Pereira" userId="c308351cf5a860c7" providerId="LiveId" clId="{3C58C3AF-77E9-44C3-8D57-4240BA3EABD8}" dt="2025-03-07T18:22:51.907" v="120" actId="47"/>
        <pc:sldMkLst>
          <pc:docMk/>
          <pc:sldMk cId="1629326660" sldId="333"/>
        </pc:sldMkLst>
      </pc:sldChg>
      <pc:sldChg chg="del">
        <pc:chgData name="Osvaldo Luiz Santos Pereira" userId="c308351cf5a860c7" providerId="LiveId" clId="{3C58C3AF-77E9-44C3-8D57-4240BA3EABD8}" dt="2025-03-07T18:22:51.507" v="118" actId="47"/>
        <pc:sldMkLst>
          <pc:docMk/>
          <pc:sldMk cId="1525406427" sldId="343"/>
        </pc:sldMkLst>
      </pc:sldChg>
      <pc:sldChg chg="del">
        <pc:chgData name="Osvaldo Luiz Santos Pereira" userId="c308351cf5a860c7" providerId="LiveId" clId="{3C58C3AF-77E9-44C3-8D57-4240BA3EABD8}" dt="2025-03-07T18:22:49.669" v="111" actId="47"/>
        <pc:sldMkLst>
          <pc:docMk/>
          <pc:sldMk cId="3523814595" sldId="344"/>
        </pc:sldMkLst>
      </pc:sldChg>
      <pc:sldChg chg="del">
        <pc:chgData name="Osvaldo Luiz Santos Pereira" userId="c308351cf5a860c7" providerId="LiveId" clId="{3C58C3AF-77E9-44C3-8D57-4240BA3EABD8}" dt="2025-03-07T18:22:54.182" v="128" actId="47"/>
        <pc:sldMkLst>
          <pc:docMk/>
          <pc:sldMk cId="2893504514" sldId="345"/>
        </pc:sldMkLst>
      </pc:sldChg>
      <pc:sldChg chg="del">
        <pc:chgData name="Osvaldo Luiz Santos Pereira" userId="c308351cf5a860c7" providerId="LiveId" clId="{3C58C3AF-77E9-44C3-8D57-4240BA3EABD8}" dt="2025-03-07T18:22:50.083" v="112" actId="47"/>
        <pc:sldMkLst>
          <pc:docMk/>
          <pc:sldMk cId="815916705" sldId="346"/>
        </pc:sldMkLst>
      </pc:sldChg>
      <pc:sldChg chg="del">
        <pc:chgData name="Osvaldo Luiz Santos Pereira" userId="c308351cf5a860c7" providerId="LiveId" clId="{3C58C3AF-77E9-44C3-8D57-4240BA3EABD8}" dt="2025-03-07T18:22:50.286" v="113" actId="47"/>
        <pc:sldMkLst>
          <pc:docMk/>
          <pc:sldMk cId="2097073104" sldId="347"/>
        </pc:sldMkLst>
      </pc:sldChg>
      <pc:sldChg chg="del">
        <pc:chgData name="Osvaldo Luiz Santos Pereira" userId="c308351cf5a860c7" providerId="LiveId" clId="{3C58C3AF-77E9-44C3-8D57-4240BA3EABD8}" dt="2025-03-07T18:22:50.904" v="115" actId="47"/>
        <pc:sldMkLst>
          <pc:docMk/>
          <pc:sldMk cId="3464971042" sldId="348"/>
        </pc:sldMkLst>
      </pc:sldChg>
      <pc:sldChg chg="del">
        <pc:chgData name="Osvaldo Luiz Santos Pereira" userId="c308351cf5a860c7" providerId="LiveId" clId="{3C58C3AF-77E9-44C3-8D57-4240BA3EABD8}" dt="2025-03-07T18:22:51.087" v="116" actId="47"/>
        <pc:sldMkLst>
          <pc:docMk/>
          <pc:sldMk cId="887731418" sldId="349"/>
        </pc:sldMkLst>
      </pc:sldChg>
      <pc:sldChg chg="del">
        <pc:chgData name="Osvaldo Luiz Santos Pereira" userId="c308351cf5a860c7" providerId="LiveId" clId="{3C58C3AF-77E9-44C3-8D57-4240BA3EABD8}" dt="2025-03-07T18:22:50.475" v="114" actId="47"/>
        <pc:sldMkLst>
          <pc:docMk/>
          <pc:sldMk cId="3494035615" sldId="350"/>
        </pc:sldMkLst>
      </pc:sldChg>
      <pc:sldChg chg="del">
        <pc:chgData name="Osvaldo Luiz Santos Pereira" userId="c308351cf5a860c7" providerId="LiveId" clId="{3C58C3AF-77E9-44C3-8D57-4240BA3EABD8}" dt="2025-03-07T18:19:22.965" v="13" actId="47"/>
        <pc:sldMkLst>
          <pc:docMk/>
          <pc:sldMk cId="1030968523" sldId="355"/>
        </pc:sldMkLst>
      </pc:sldChg>
      <pc:sldChg chg="del">
        <pc:chgData name="Osvaldo Luiz Santos Pereira" userId="c308351cf5a860c7" providerId="LiveId" clId="{3C58C3AF-77E9-44C3-8D57-4240BA3EABD8}" dt="2025-03-07T18:22:40.505" v="72" actId="47"/>
        <pc:sldMkLst>
          <pc:docMk/>
          <pc:sldMk cId="1193654908" sldId="356"/>
        </pc:sldMkLst>
      </pc:sldChg>
      <pc:sldChg chg="del">
        <pc:chgData name="Osvaldo Luiz Santos Pereira" userId="c308351cf5a860c7" providerId="LiveId" clId="{3C58C3AF-77E9-44C3-8D57-4240BA3EABD8}" dt="2025-03-07T18:22:39.566" v="68" actId="47"/>
        <pc:sldMkLst>
          <pc:docMk/>
          <pc:sldMk cId="2389999328" sldId="357"/>
        </pc:sldMkLst>
      </pc:sldChg>
      <pc:sldChg chg="del">
        <pc:chgData name="Osvaldo Luiz Santos Pereira" userId="c308351cf5a860c7" providerId="LiveId" clId="{3C58C3AF-77E9-44C3-8D57-4240BA3EABD8}" dt="2025-03-07T18:22:42.983" v="82" actId="47"/>
        <pc:sldMkLst>
          <pc:docMk/>
          <pc:sldMk cId="2194354923" sldId="358"/>
        </pc:sldMkLst>
      </pc:sldChg>
      <pc:sldChg chg="del">
        <pc:chgData name="Osvaldo Luiz Santos Pereira" userId="c308351cf5a860c7" providerId="LiveId" clId="{3C58C3AF-77E9-44C3-8D57-4240BA3EABD8}" dt="2025-03-07T18:22:43.942" v="87" actId="47"/>
        <pc:sldMkLst>
          <pc:docMk/>
          <pc:sldMk cId="2443068354" sldId="359"/>
        </pc:sldMkLst>
      </pc:sldChg>
      <pc:sldChg chg="del">
        <pc:chgData name="Osvaldo Luiz Santos Pereira" userId="c308351cf5a860c7" providerId="LiveId" clId="{3C58C3AF-77E9-44C3-8D57-4240BA3EABD8}" dt="2025-03-07T18:22:42.805" v="81" actId="47"/>
        <pc:sldMkLst>
          <pc:docMk/>
          <pc:sldMk cId="2498086408" sldId="360"/>
        </pc:sldMkLst>
      </pc:sldChg>
      <pc:sldChg chg="del">
        <pc:chgData name="Osvaldo Luiz Santos Pereira" userId="c308351cf5a860c7" providerId="LiveId" clId="{3C58C3AF-77E9-44C3-8D57-4240BA3EABD8}" dt="2025-03-07T18:22:40.411" v="71" actId="47"/>
        <pc:sldMkLst>
          <pc:docMk/>
          <pc:sldMk cId="3183670058" sldId="363"/>
        </pc:sldMkLst>
      </pc:sldChg>
      <pc:sldChg chg="del">
        <pc:chgData name="Osvaldo Luiz Santos Pereira" userId="c308351cf5a860c7" providerId="LiveId" clId="{3C58C3AF-77E9-44C3-8D57-4240BA3EABD8}" dt="2025-03-07T18:22:40.036" v="69" actId="47"/>
        <pc:sldMkLst>
          <pc:docMk/>
          <pc:sldMk cId="1812892139" sldId="365"/>
        </pc:sldMkLst>
      </pc:sldChg>
      <pc:sldChg chg="del">
        <pc:chgData name="Osvaldo Luiz Santos Pereira" userId="c308351cf5a860c7" providerId="LiveId" clId="{3C58C3AF-77E9-44C3-8D57-4240BA3EABD8}" dt="2025-03-07T18:22:52.128" v="121" actId="47"/>
        <pc:sldMkLst>
          <pc:docMk/>
          <pc:sldMk cId="2528229287" sldId="366"/>
        </pc:sldMkLst>
      </pc:sldChg>
      <pc:sldChg chg="del">
        <pc:chgData name="Osvaldo Luiz Santos Pereira" userId="c308351cf5a860c7" providerId="LiveId" clId="{3C58C3AF-77E9-44C3-8D57-4240BA3EABD8}" dt="2025-03-07T18:22:40.169" v="70" actId="47"/>
        <pc:sldMkLst>
          <pc:docMk/>
          <pc:sldMk cId="1896221573" sldId="369"/>
        </pc:sldMkLst>
      </pc:sldChg>
      <pc:sldChg chg="del">
        <pc:chgData name="Osvaldo Luiz Santos Pereira" userId="c308351cf5a860c7" providerId="LiveId" clId="{3C58C3AF-77E9-44C3-8D57-4240BA3EABD8}" dt="2025-03-07T18:22:54.635" v="130" actId="47"/>
        <pc:sldMkLst>
          <pc:docMk/>
          <pc:sldMk cId="371344065" sldId="374"/>
        </pc:sldMkLst>
      </pc:sldChg>
      <pc:sldChg chg="del">
        <pc:chgData name="Osvaldo Luiz Santos Pereira" userId="c308351cf5a860c7" providerId="LiveId" clId="{3C58C3AF-77E9-44C3-8D57-4240BA3EABD8}" dt="2025-03-07T18:22:52.501" v="122" actId="47"/>
        <pc:sldMkLst>
          <pc:docMk/>
          <pc:sldMk cId="2814437185" sldId="375"/>
        </pc:sldMkLst>
      </pc:sldChg>
      <pc:sldChg chg="del">
        <pc:chgData name="Osvaldo Luiz Santos Pereira" userId="c308351cf5a860c7" providerId="LiveId" clId="{3C58C3AF-77E9-44C3-8D57-4240BA3EABD8}" dt="2025-03-07T18:22:52.690" v="123" actId="47"/>
        <pc:sldMkLst>
          <pc:docMk/>
          <pc:sldMk cId="1195658808" sldId="376"/>
        </pc:sldMkLst>
      </pc:sldChg>
      <pc:sldChg chg="del">
        <pc:chgData name="Osvaldo Luiz Santos Pereira" userId="c308351cf5a860c7" providerId="LiveId" clId="{3C58C3AF-77E9-44C3-8D57-4240BA3EABD8}" dt="2025-03-07T18:22:55.587" v="134" actId="47"/>
        <pc:sldMkLst>
          <pc:docMk/>
          <pc:sldMk cId="2975880146" sldId="377"/>
        </pc:sldMkLst>
      </pc:sldChg>
      <pc:sldChg chg="del">
        <pc:chgData name="Osvaldo Luiz Santos Pereira" userId="c308351cf5a860c7" providerId="LiveId" clId="{3C58C3AF-77E9-44C3-8D57-4240BA3EABD8}" dt="2025-03-07T18:22:54.850" v="131" actId="47"/>
        <pc:sldMkLst>
          <pc:docMk/>
          <pc:sldMk cId="1025221180" sldId="378"/>
        </pc:sldMkLst>
      </pc:sldChg>
      <pc:sldChg chg="del">
        <pc:chgData name="Osvaldo Luiz Santos Pereira" userId="c308351cf5a860c7" providerId="LiveId" clId="{3C58C3AF-77E9-44C3-8D57-4240BA3EABD8}" dt="2025-03-07T18:22:55.060" v="132" actId="47"/>
        <pc:sldMkLst>
          <pc:docMk/>
          <pc:sldMk cId="1489494026" sldId="379"/>
        </pc:sldMkLst>
      </pc:sldChg>
      <pc:sldChg chg="del">
        <pc:chgData name="Osvaldo Luiz Santos Pereira" userId="c308351cf5a860c7" providerId="LiveId" clId="{3C58C3AF-77E9-44C3-8D57-4240BA3EABD8}" dt="2025-03-07T18:22:42.246" v="78" actId="47"/>
        <pc:sldMkLst>
          <pc:docMk/>
          <pc:sldMk cId="3317913325" sldId="380"/>
        </pc:sldMkLst>
      </pc:sldChg>
      <pc:sldChg chg="del">
        <pc:chgData name="Osvaldo Luiz Santos Pereira" userId="c308351cf5a860c7" providerId="LiveId" clId="{3C58C3AF-77E9-44C3-8D57-4240BA3EABD8}" dt="2025-03-07T18:22:43.160" v="83" actId="47"/>
        <pc:sldMkLst>
          <pc:docMk/>
          <pc:sldMk cId="2627705492" sldId="381"/>
        </pc:sldMkLst>
      </pc:sldChg>
      <pc:sldChg chg="del">
        <pc:chgData name="Osvaldo Luiz Santos Pereira" userId="c308351cf5a860c7" providerId="LiveId" clId="{3C58C3AF-77E9-44C3-8D57-4240BA3EABD8}" dt="2025-03-07T18:22:43.360" v="84" actId="47"/>
        <pc:sldMkLst>
          <pc:docMk/>
          <pc:sldMk cId="3146612701" sldId="382"/>
        </pc:sldMkLst>
      </pc:sldChg>
      <pc:sldChg chg="del">
        <pc:chgData name="Osvaldo Luiz Santos Pereira" userId="c308351cf5a860c7" providerId="LiveId" clId="{3C58C3AF-77E9-44C3-8D57-4240BA3EABD8}" dt="2025-03-07T18:22:44.390" v="89" actId="47"/>
        <pc:sldMkLst>
          <pc:docMk/>
          <pc:sldMk cId="2355143931" sldId="385"/>
        </pc:sldMkLst>
      </pc:sldChg>
      <pc:sldChg chg="del">
        <pc:chgData name="Osvaldo Luiz Santos Pereira" userId="c308351cf5a860c7" providerId="LiveId" clId="{3C58C3AF-77E9-44C3-8D57-4240BA3EABD8}" dt="2025-03-07T18:22:44.154" v="88" actId="47"/>
        <pc:sldMkLst>
          <pc:docMk/>
          <pc:sldMk cId="1961155001" sldId="386"/>
        </pc:sldMkLst>
      </pc:sldChg>
      <pc:sldChg chg="del">
        <pc:chgData name="Osvaldo Luiz Santos Pereira" userId="c308351cf5a860c7" providerId="LiveId" clId="{3C58C3AF-77E9-44C3-8D57-4240BA3EABD8}" dt="2025-03-07T18:22:44.609" v="90" actId="47"/>
        <pc:sldMkLst>
          <pc:docMk/>
          <pc:sldMk cId="1382877788" sldId="388"/>
        </pc:sldMkLst>
      </pc:sldChg>
      <pc:sldChg chg="addSp delSp modSp del mod ord delAnim modAnim">
        <pc:chgData name="Osvaldo Luiz Santos Pereira" userId="c308351cf5a860c7" providerId="LiveId" clId="{3C58C3AF-77E9-44C3-8D57-4240BA3EABD8}" dt="2025-03-08T20:16:05.487" v="2933" actId="47"/>
        <pc:sldMkLst>
          <pc:docMk/>
          <pc:sldMk cId="2041619009" sldId="389"/>
        </pc:sldMkLst>
      </pc:sldChg>
      <pc:sldChg chg="addSp delSp modSp add mod ord">
        <pc:chgData name="Osvaldo Luiz Santos Pereira" userId="c308351cf5a860c7" providerId="LiveId" clId="{3C58C3AF-77E9-44C3-8D57-4240BA3EABD8}" dt="2025-03-08T19:53:23.297" v="2817"/>
        <pc:sldMkLst>
          <pc:docMk/>
          <pc:sldMk cId="182255862" sldId="390"/>
        </pc:sldMkLst>
        <pc:spChg chg="mod">
          <ac:chgData name="Osvaldo Luiz Santos Pereira" userId="c308351cf5a860c7" providerId="LiveId" clId="{3C58C3AF-77E9-44C3-8D57-4240BA3EABD8}" dt="2025-03-08T02:08:14.066" v="360" actId="20577"/>
          <ac:spMkLst>
            <pc:docMk/>
            <pc:sldMk cId="182255862" sldId="390"/>
            <ac:spMk id="17" creationId="{C249C339-7CDE-E8E9-DA05-A29DDFC9DFAE}"/>
          </ac:spMkLst>
        </pc:spChg>
      </pc:sldChg>
      <pc:sldChg chg="del">
        <pc:chgData name="Osvaldo Luiz Santos Pereira" userId="c308351cf5a860c7" providerId="LiveId" clId="{3C58C3AF-77E9-44C3-8D57-4240BA3EABD8}" dt="2025-03-07T18:22:42.066" v="77" actId="47"/>
        <pc:sldMkLst>
          <pc:docMk/>
          <pc:sldMk cId="2656152848" sldId="390"/>
        </pc:sldMkLst>
      </pc:sldChg>
      <pc:sldChg chg="addSp delSp modSp add mod ord">
        <pc:chgData name="Osvaldo Luiz Santos Pereira" userId="c308351cf5a860c7" providerId="LiveId" clId="{3C58C3AF-77E9-44C3-8D57-4240BA3EABD8}" dt="2025-03-08T19:56:43.466" v="2905"/>
        <pc:sldMkLst>
          <pc:docMk/>
          <pc:sldMk cId="3848984429" sldId="391"/>
        </pc:sldMkLst>
      </pc:sldChg>
      <pc:sldChg chg="addSp delSp modSp add mod">
        <pc:chgData name="Osvaldo Luiz Santos Pereira" userId="c308351cf5a860c7" providerId="LiveId" clId="{3C58C3AF-77E9-44C3-8D57-4240BA3EABD8}" dt="2025-03-08T19:16:50.627" v="2671" actId="478"/>
        <pc:sldMkLst>
          <pc:docMk/>
          <pc:sldMk cId="802503249" sldId="392"/>
        </pc:sldMkLst>
      </pc:sldChg>
      <pc:sldChg chg="addSp delSp modSp add mod">
        <pc:chgData name="Osvaldo Luiz Santos Pereira" userId="c308351cf5a860c7" providerId="LiveId" clId="{3C58C3AF-77E9-44C3-8D57-4240BA3EABD8}" dt="2025-03-08T19:16:54.155" v="2672" actId="478"/>
        <pc:sldMkLst>
          <pc:docMk/>
          <pc:sldMk cId="2258303529" sldId="393"/>
        </pc:sldMkLst>
      </pc:sldChg>
      <pc:sldChg chg="addSp delSp modSp add del mod delAnim modAnim">
        <pc:chgData name="Osvaldo Luiz Santos Pereira" userId="c308351cf5a860c7" providerId="LiveId" clId="{3C58C3AF-77E9-44C3-8D57-4240BA3EABD8}" dt="2025-03-08T20:16:07.503" v="2934" actId="47"/>
        <pc:sldMkLst>
          <pc:docMk/>
          <pc:sldMk cId="1798750146" sldId="394"/>
        </pc:sldMkLst>
      </pc:sldChg>
      <pc:sldChg chg="del">
        <pc:chgData name="Osvaldo Luiz Santos Pereira" userId="c308351cf5a860c7" providerId="LiveId" clId="{3C58C3AF-77E9-44C3-8D57-4240BA3EABD8}" dt="2025-03-07T18:22:43.737" v="86" actId="47"/>
        <pc:sldMkLst>
          <pc:docMk/>
          <pc:sldMk cId="4271395470" sldId="394"/>
        </pc:sldMkLst>
      </pc:sldChg>
      <pc:sldChg chg="addSp delSp modSp add mod ord">
        <pc:chgData name="Osvaldo Luiz Santos Pereira" userId="c308351cf5a860c7" providerId="LiveId" clId="{3C58C3AF-77E9-44C3-8D57-4240BA3EABD8}" dt="2025-03-08T19:43:32.700" v="2716" actId="1076"/>
        <pc:sldMkLst>
          <pc:docMk/>
          <pc:sldMk cId="4111278475" sldId="395"/>
        </pc:sldMkLst>
        <pc:spChg chg="add mod">
          <ac:chgData name="Osvaldo Luiz Santos Pereira" userId="c308351cf5a860c7" providerId="LiveId" clId="{3C58C3AF-77E9-44C3-8D57-4240BA3EABD8}" dt="2025-03-08T19:43:32.700" v="2716" actId="1076"/>
          <ac:spMkLst>
            <pc:docMk/>
            <pc:sldMk cId="4111278475" sldId="395"/>
            <ac:spMk id="3" creationId="{926E0BCF-9015-3921-A866-59E342BDD82A}"/>
          </ac:spMkLst>
        </pc:spChg>
        <pc:spChg chg="mod">
          <ac:chgData name="Osvaldo Luiz Santos Pereira" userId="c308351cf5a860c7" providerId="LiveId" clId="{3C58C3AF-77E9-44C3-8D57-4240BA3EABD8}" dt="2025-03-08T19:43:27.987" v="2715" actId="20577"/>
          <ac:spMkLst>
            <pc:docMk/>
            <pc:sldMk cId="4111278475" sldId="395"/>
            <ac:spMk id="17" creationId="{55426EFD-2E07-577E-CEB8-06B0AC1D89A9}"/>
          </ac:spMkLst>
        </pc:spChg>
      </pc:sldChg>
      <pc:sldChg chg="addSp delSp modSp add mod">
        <pc:chgData name="Osvaldo Luiz Santos Pereira" userId="c308351cf5a860c7" providerId="LiveId" clId="{3C58C3AF-77E9-44C3-8D57-4240BA3EABD8}" dt="2025-03-09T05:28:44.118" v="2943" actId="478"/>
        <pc:sldMkLst>
          <pc:docMk/>
          <pc:sldMk cId="1327871069" sldId="396"/>
        </pc:sldMkLst>
        <pc:picChg chg="add mod">
          <ac:chgData name="Osvaldo Luiz Santos Pereira" userId="c308351cf5a860c7" providerId="LiveId" clId="{3C58C3AF-77E9-44C3-8D57-4240BA3EABD8}" dt="2025-03-08T03:42:48.676" v="2461" actId="1076"/>
          <ac:picMkLst>
            <pc:docMk/>
            <pc:sldMk cId="1327871069" sldId="396"/>
            <ac:picMk id="2" creationId="{38E30A02-774D-C6B9-A545-D5EABE332EE6}"/>
          </ac:picMkLst>
        </pc:picChg>
      </pc:sldChg>
      <pc:sldChg chg="modSp add del mod">
        <pc:chgData name="Osvaldo Luiz Santos Pereira" userId="c308351cf5a860c7" providerId="LiveId" clId="{3C58C3AF-77E9-44C3-8D57-4240BA3EABD8}" dt="2025-03-08T03:53:30.765" v="2509" actId="47"/>
        <pc:sldMkLst>
          <pc:docMk/>
          <pc:sldMk cId="291530187" sldId="397"/>
        </pc:sldMkLst>
      </pc:sldChg>
      <pc:sldChg chg="del">
        <pc:chgData name="Osvaldo Luiz Santos Pereira" userId="c308351cf5a860c7" providerId="LiveId" clId="{3C58C3AF-77E9-44C3-8D57-4240BA3EABD8}" dt="2025-03-07T18:22:47.203" v="102" actId="47"/>
        <pc:sldMkLst>
          <pc:docMk/>
          <pc:sldMk cId="314037394" sldId="397"/>
        </pc:sldMkLst>
      </pc:sldChg>
      <pc:sldChg chg="addSp delSp modSp add mod">
        <pc:chgData name="Osvaldo Luiz Santos Pereira" userId="c308351cf5a860c7" providerId="LiveId" clId="{3C58C3AF-77E9-44C3-8D57-4240BA3EABD8}" dt="2025-03-08T20:17:41.645" v="2935" actId="1076"/>
        <pc:sldMkLst>
          <pc:docMk/>
          <pc:sldMk cId="3708906905" sldId="397"/>
        </pc:sldMkLst>
        <pc:spChg chg="add mod">
          <ac:chgData name="Osvaldo Luiz Santos Pereira" userId="c308351cf5a860c7" providerId="LiveId" clId="{3C58C3AF-77E9-44C3-8D57-4240BA3EABD8}" dt="2025-03-08T19:43:48.013" v="2735" actId="20577"/>
          <ac:spMkLst>
            <pc:docMk/>
            <pc:sldMk cId="3708906905" sldId="397"/>
            <ac:spMk id="3" creationId="{2B9E033F-1555-6137-2A32-EF0B9077E6DF}"/>
          </ac:spMkLst>
        </pc:spChg>
        <pc:picChg chg="add mod">
          <ac:chgData name="Osvaldo Luiz Santos Pereira" userId="c308351cf5a860c7" providerId="LiveId" clId="{3C58C3AF-77E9-44C3-8D57-4240BA3EABD8}" dt="2025-03-08T19:52:56.179" v="2815" actId="1038"/>
          <ac:picMkLst>
            <pc:docMk/>
            <pc:sldMk cId="3708906905" sldId="397"/>
            <ac:picMk id="1026" creationId="{F09EFA58-1709-907B-3BAC-2CC8748D1492}"/>
          </ac:picMkLst>
        </pc:picChg>
        <pc:picChg chg="add mod">
          <ac:chgData name="Osvaldo Luiz Santos Pereira" userId="c308351cf5a860c7" providerId="LiveId" clId="{3C58C3AF-77E9-44C3-8D57-4240BA3EABD8}" dt="2025-03-08T19:52:56.179" v="2815" actId="1038"/>
          <ac:picMkLst>
            <pc:docMk/>
            <pc:sldMk cId="3708906905" sldId="397"/>
            <ac:picMk id="1028" creationId="{C7E2E51D-367F-CFFA-7891-2C22B0E0BA65}"/>
          </ac:picMkLst>
        </pc:picChg>
        <pc:picChg chg="add mod">
          <ac:chgData name="Osvaldo Luiz Santos Pereira" userId="c308351cf5a860c7" providerId="LiveId" clId="{3C58C3AF-77E9-44C3-8D57-4240BA3EABD8}" dt="2025-03-08T19:52:56.179" v="2815" actId="1038"/>
          <ac:picMkLst>
            <pc:docMk/>
            <pc:sldMk cId="3708906905" sldId="397"/>
            <ac:picMk id="1030" creationId="{5D5ACD57-F200-922C-B1B3-ED03348BE6FD}"/>
          </ac:picMkLst>
        </pc:picChg>
        <pc:picChg chg="add mod">
          <ac:chgData name="Osvaldo Luiz Santos Pereira" userId="c308351cf5a860c7" providerId="LiveId" clId="{3C58C3AF-77E9-44C3-8D57-4240BA3EABD8}" dt="2025-03-08T19:52:56.179" v="2815" actId="1038"/>
          <ac:picMkLst>
            <pc:docMk/>
            <pc:sldMk cId="3708906905" sldId="397"/>
            <ac:picMk id="1034" creationId="{B4DB63F6-142B-B855-0E52-E5ACAA357F0E}"/>
          </ac:picMkLst>
        </pc:picChg>
        <pc:picChg chg="add mod">
          <ac:chgData name="Osvaldo Luiz Santos Pereira" userId="c308351cf5a860c7" providerId="LiveId" clId="{3C58C3AF-77E9-44C3-8D57-4240BA3EABD8}" dt="2025-03-08T20:17:41.645" v="2935" actId="1076"/>
          <ac:picMkLst>
            <pc:docMk/>
            <pc:sldMk cId="3708906905" sldId="397"/>
            <ac:picMk id="1038" creationId="{870BFA4C-FBD5-0F37-50C2-773CBED4D0A0}"/>
          </ac:picMkLst>
        </pc:picChg>
        <pc:picChg chg="add mod">
          <ac:chgData name="Osvaldo Luiz Santos Pereira" userId="c308351cf5a860c7" providerId="LiveId" clId="{3C58C3AF-77E9-44C3-8D57-4240BA3EABD8}" dt="2025-03-08T19:52:56.179" v="2815" actId="1038"/>
          <ac:picMkLst>
            <pc:docMk/>
            <pc:sldMk cId="3708906905" sldId="397"/>
            <ac:picMk id="1040" creationId="{594D68ED-5AD1-4A55-D159-367D25A502C0}"/>
          </ac:picMkLst>
        </pc:picChg>
        <pc:cxnChg chg="add mod">
          <ac:chgData name="Osvaldo Luiz Santos Pereira" userId="c308351cf5a860c7" providerId="LiveId" clId="{3C58C3AF-77E9-44C3-8D57-4240BA3EABD8}" dt="2025-03-08T19:43:43.648" v="2717"/>
          <ac:cxnSpMkLst>
            <pc:docMk/>
            <pc:sldMk cId="3708906905" sldId="397"/>
            <ac:cxnSpMk id="2" creationId="{F0105101-B07A-4C5A-3A67-7D5F0E21DEC5}"/>
          </ac:cxnSpMkLst>
        </pc:cxnChg>
      </pc:sldChg>
      <pc:sldChg chg="modSp add del mod">
        <pc:chgData name="Osvaldo Luiz Santos Pereira" userId="c308351cf5a860c7" providerId="LiveId" clId="{3C58C3AF-77E9-44C3-8D57-4240BA3EABD8}" dt="2025-03-08T03:53:31.296" v="2510" actId="47"/>
        <pc:sldMkLst>
          <pc:docMk/>
          <pc:sldMk cId="1067603120" sldId="398"/>
        </pc:sldMkLst>
      </pc:sldChg>
      <pc:sldChg chg="add">
        <pc:chgData name="Osvaldo Luiz Santos Pereira" userId="c308351cf5a860c7" providerId="LiveId" clId="{3C58C3AF-77E9-44C3-8D57-4240BA3EABD8}" dt="2025-03-08T20:01:08.132" v="2910"/>
        <pc:sldMkLst>
          <pc:docMk/>
          <pc:sldMk cId="1533336960" sldId="398"/>
        </pc:sldMkLst>
      </pc:sldChg>
      <pc:sldChg chg="addSp delSp modSp add del mod">
        <pc:chgData name="Osvaldo Luiz Santos Pereira" userId="c308351cf5a860c7" providerId="LiveId" clId="{3C58C3AF-77E9-44C3-8D57-4240BA3EABD8}" dt="2025-03-08T19:56:29.344" v="2903" actId="47"/>
        <pc:sldMkLst>
          <pc:docMk/>
          <pc:sldMk cId="1692412045" sldId="398"/>
        </pc:sldMkLst>
      </pc:sldChg>
      <pc:sldChg chg="addSp delSp add del">
        <pc:chgData name="Osvaldo Luiz Santos Pereira" userId="c308351cf5a860c7" providerId="LiveId" clId="{3C58C3AF-77E9-44C3-8D57-4240BA3EABD8}" dt="2025-03-08T19:57:21.343" v="2909" actId="47"/>
        <pc:sldMkLst>
          <pc:docMk/>
          <pc:sldMk cId="4013569282" sldId="398"/>
        </pc:sldMkLst>
      </pc:sldChg>
      <pc:sldChg chg="addSp delSp modSp add mod delAnim modAnim">
        <pc:chgData name="Osvaldo Luiz Santos Pereira" userId="c308351cf5a860c7" providerId="LiveId" clId="{3C58C3AF-77E9-44C3-8D57-4240BA3EABD8}" dt="2025-03-08T20:21:58.922" v="2941" actId="14100"/>
        <pc:sldMkLst>
          <pc:docMk/>
          <pc:sldMk cId="1226727016" sldId="399"/>
        </pc:sldMkLst>
      </pc:sldChg>
      <pc:sldChg chg="del">
        <pc:chgData name="Osvaldo Luiz Santos Pereira" userId="c308351cf5a860c7" providerId="LiveId" clId="{3C58C3AF-77E9-44C3-8D57-4240BA3EABD8}" dt="2025-03-07T18:22:47.612" v="103" actId="47"/>
        <pc:sldMkLst>
          <pc:docMk/>
          <pc:sldMk cId="1692325300" sldId="399"/>
        </pc:sldMkLst>
      </pc:sldChg>
      <pc:sldChg chg="modSp add del mod">
        <pc:chgData name="Osvaldo Luiz Santos Pereira" userId="c308351cf5a860c7" providerId="LiveId" clId="{3C58C3AF-77E9-44C3-8D57-4240BA3EABD8}" dt="2025-03-08T03:53:31.812" v="2511" actId="47"/>
        <pc:sldMkLst>
          <pc:docMk/>
          <pc:sldMk cId="2098092022" sldId="399"/>
        </pc:sldMkLst>
      </pc:sldChg>
      <pc:sldChg chg="modSp add del mod">
        <pc:chgData name="Osvaldo Luiz Santos Pereira" userId="c308351cf5a860c7" providerId="LiveId" clId="{3C58C3AF-77E9-44C3-8D57-4240BA3EABD8}" dt="2025-03-08T03:53:32.374" v="2512" actId="47"/>
        <pc:sldMkLst>
          <pc:docMk/>
          <pc:sldMk cId="1534839942" sldId="400"/>
        </pc:sldMkLst>
      </pc:sldChg>
      <pc:sldChg chg="del">
        <pc:chgData name="Osvaldo Luiz Santos Pereira" userId="c308351cf5a860c7" providerId="LiveId" clId="{3C58C3AF-77E9-44C3-8D57-4240BA3EABD8}" dt="2025-03-07T18:22:40.643" v="73" actId="47"/>
        <pc:sldMkLst>
          <pc:docMk/>
          <pc:sldMk cId="1765959998" sldId="400"/>
        </pc:sldMkLst>
      </pc:sldChg>
      <pc:sldChg chg="modSp add del mod">
        <pc:chgData name="Osvaldo Luiz Santos Pereira" userId="c308351cf5a860c7" providerId="LiveId" clId="{3C58C3AF-77E9-44C3-8D57-4240BA3EABD8}" dt="2025-03-08T03:53:32.968" v="2513" actId="47"/>
        <pc:sldMkLst>
          <pc:docMk/>
          <pc:sldMk cId="1767218998" sldId="401"/>
        </pc:sldMkLst>
      </pc:sldChg>
      <pc:sldChg chg="del">
        <pc:chgData name="Osvaldo Luiz Santos Pereira" userId="c308351cf5a860c7" providerId="LiveId" clId="{3C58C3AF-77E9-44C3-8D57-4240BA3EABD8}" dt="2025-03-07T18:22:40.815" v="74" actId="47"/>
        <pc:sldMkLst>
          <pc:docMk/>
          <pc:sldMk cId="1965463719" sldId="401"/>
        </pc:sldMkLst>
      </pc:sldChg>
      <pc:sldChg chg="modSp add del mod">
        <pc:chgData name="Osvaldo Luiz Santos Pereira" userId="c308351cf5a860c7" providerId="LiveId" clId="{3C58C3AF-77E9-44C3-8D57-4240BA3EABD8}" dt="2025-03-08T03:53:33.530" v="2514" actId="47"/>
        <pc:sldMkLst>
          <pc:docMk/>
          <pc:sldMk cId="557558092" sldId="402"/>
        </pc:sldMkLst>
      </pc:sldChg>
      <pc:sldChg chg="modSp add del mod">
        <pc:chgData name="Osvaldo Luiz Santos Pereira" userId="c308351cf5a860c7" providerId="LiveId" clId="{3C58C3AF-77E9-44C3-8D57-4240BA3EABD8}" dt="2025-03-08T03:53:34.515" v="2515" actId="47"/>
        <pc:sldMkLst>
          <pc:docMk/>
          <pc:sldMk cId="2244124777" sldId="403"/>
        </pc:sldMkLst>
      </pc:sldChg>
      <pc:sldChg chg="del">
        <pc:chgData name="Osvaldo Luiz Santos Pereira" userId="c308351cf5a860c7" providerId="LiveId" clId="{3C58C3AF-77E9-44C3-8D57-4240BA3EABD8}" dt="2025-03-07T18:22:41.596" v="76" actId="47"/>
        <pc:sldMkLst>
          <pc:docMk/>
          <pc:sldMk cId="2999584868" sldId="407"/>
        </pc:sldMkLst>
      </pc:sldChg>
      <pc:sldChg chg="del">
        <pc:chgData name="Osvaldo Luiz Santos Pereira" userId="c308351cf5a860c7" providerId="LiveId" clId="{3C58C3AF-77E9-44C3-8D57-4240BA3EABD8}" dt="2025-03-07T18:22:41.418" v="75" actId="47"/>
        <pc:sldMkLst>
          <pc:docMk/>
          <pc:sldMk cId="2728505585" sldId="408"/>
        </pc:sldMkLst>
      </pc:sldChg>
      <pc:sldChg chg="del">
        <pc:chgData name="Osvaldo Luiz Santos Pereira" userId="c308351cf5a860c7" providerId="LiveId" clId="{3C58C3AF-77E9-44C3-8D57-4240BA3EABD8}" dt="2025-03-07T18:22:46.983" v="101" actId="47"/>
        <pc:sldMkLst>
          <pc:docMk/>
          <pc:sldMk cId="4276942897" sldId="409"/>
        </pc:sldMkLst>
      </pc:sldChg>
      <pc:sldChg chg="del">
        <pc:chgData name="Osvaldo Luiz Santos Pereira" userId="c308351cf5a860c7" providerId="LiveId" clId="{3C58C3AF-77E9-44C3-8D57-4240BA3EABD8}" dt="2025-03-07T18:22:44.931" v="92" actId="47"/>
        <pc:sldMkLst>
          <pc:docMk/>
          <pc:sldMk cId="1636255493" sldId="410"/>
        </pc:sldMkLst>
      </pc:sldChg>
      <pc:sldChg chg="del">
        <pc:chgData name="Osvaldo Luiz Santos Pereira" userId="c308351cf5a860c7" providerId="LiveId" clId="{3C58C3AF-77E9-44C3-8D57-4240BA3EABD8}" dt="2025-03-07T18:22:45.209" v="93" actId="47"/>
        <pc:sldMkLst>
          <pc:docMk/>
          <pc:sldMk cId="2628122326" sldId="411"/>
        </pc:sldMkLst>
      </pc:sldChg>
      <pc:sldChg chg="del">
        <pc:chgData name="Osvaldo Luiz Santos Pereira" userId="c308351cf5a860c7" providerId="LiveId" clId="{3C58C3AF-77E9-44C3-8D57-4240BA3EABD8}" dt="2025-03-07T18:22:42.629" v="80" actId="47"/>
        <pc:sldMkLst>
          <pc:docMk/>
          <pc:sldMk cId="1912133248" sldId="412"/>
        </pc:sldMkLst>
      </pc:sldChg>
      <pc:sldChg chg="del">
        <pc:chgData name="Osvaldo Luiz Santos Pereira" userId="c308351cf5a860c7" providerId="LiveId" clId="{3C58C3AF-77E9-44C3-8D57-4240BA3EABD8}" dt="2025-03-07T18:22:42.435" v="79" actId="47"/>
        <pc:sldMkLst>
          <pc:docMk/>
          <pc:sldMk cId="4195671441" sldId="413"/>
        </pc:sldMkLst>
      </pc:sldChg>
      <pc:sldChg chg="del">
        <pc:chgData name="Osvaldo Luiz Santos Pereira" userId="c308351cf5a860c7" providerId="LiveId" clId="{3C58C3AF-77E9-44C3-8D57-4240BA3EABD8}" dt="2025-03-07T18:22:45.568" v="95" actId="47"/>
        <pc:sldMkLst>
          <pc:docMk/>
          <pc:sldMk cId="3650197859" sldId="414"/>
        </pc:sldMkLst>
      </pc:sldChg>
      <pc:sldChg chg="del">
        <pc:chgData name="Osvaldo Luiz Santos Pereira" userId="c308351cf5a860c7" providerId="LiveId" clId="{3C58C3AF-77E9-44C3-8D57-4240BA3EABD8}" dt="2025-03-07T18:22:45.372" v="94" actId="47"/>
        <pc:sldMkLst>
          <pc:docMk/>
          <pc:sldMk cId="3272864665" sldId="415"/>
        </pc:sldMkLst>
      </pc:sldChg>
      <pc:sldChg chg="del">
        <pc:chgData name="Osvaldo Luiz Santos Pereira" userId="c308351cf5a860c7" providerId="LiveId" clId="{3C58C3AF-77E9-44C3-8D57-4240BA3EABD8}" dt="2025-03-07T18:22:46.026" v="96" actId="47"/>
        <pc:sldMkLst>
          <pc:docMk/>
          <pc:sldMk cId="3689237166" sldId="416"/>
        </pc:sldMkLst>
      </pc:sldChg>
      <pc:sldChg chg="del">
        <pc:chgData name="Osvaldo Luiz Santos Pereira" userId="c308351cf5a860c7" providerId="LiveId" clId="{3C58C3AF-77E9-44C3-8D57-4240BA3EABD8}" dt="2025-03-07T18:22:46.234" v="97" actId="47"/>
        <pc:sldMkLst>
          <pc:docMk/>
          <pc:sldMk cId="2486576039" sldId="417"/>
        </pc:sldMkLst>
      </pc:sldChg>
      <pc:sldChg chg="del">
        <pc:chgData name="Osvaldo Luiz Santos Pereira" userId="c308351cf5a860c7" providerId="LiveId" clId="{3C58C3AF-77E9-44C3-8D57-4240BA3EABD8}" dt="2025-03-07T18:22:43.593" v="85" actId="47"/>
        <pc:sldMkLst>
          <pc:docMk/>
          <pc:sldMk cId="2920160240" sldId="418"/>
        </pc:sldMkLst>
      </pc:sldChg>
      <pc:sldChg chg="del">
        <pc:chgData name="Osvaldo Luiz Santos Pereira" userId="c308351cf5a860c7" providerId="LiveId" clId="{3C58C3AF-77E9-44C3-8D57-4240BA3EABD8}" dt="2025-03-07T18:22:48.027" v="105" actId="47"/>
        <pc:sldMkLst>
          <pc:docMk/>
          <pc:sldMk cId="3508525067" sldId="419"/>
        </pc:sldMkLst>
      </pc:sldChg>
      <pc:sldChg chg="del">
        <pc:chgData name="Osvaldo Luiz Santos Pereira" userId="c308351cf5a860c7" providerId="LiveId" clId="{3C58C3AF-77E9-44C3-8D57-4240BA3EABD8}" dt="2025-03-07T18:22:48.240" v="106" actId="47"/>
        <pc:sldMkLst>
          <pc:docMk/>
          <pc:sldMk cId="432192727" sldId="420"/>
        </pc:sldMkLst>
      </pc:sldChg>
      <pc:sldChg chg="del">
        <pc:chgData name="Osvaldo Luiz Santos Pereira" userId="c308351cf5a860c7" providerId="LiveId" clId="{3C58C3AF-77E9-44C3-8D57-4240BA3EABD8}" dt="2025-03-07T18:22:48.410" v="107" actId="47"/>
        <pc:sldMkLst>
          <pc:docMk/>
          <pc:sldMk cId="3491152931" sldId="421"/>
        </pc:sldMkLst>
      </pc:sldChg>
      <pc:sldChg chg="del">
        <pc:chgData name="Osvaldo Luiz Santos Pereira" userId="c308351cf5a860c7" providerId="LiveId" clId="{3C58C3AF-77E9-44C3-8D57-4240BA3EABD8}" dt="2025-03-07T18:22:48.609" v="108" actId="47"/>
        <pc:sldMkLst>
          <pc:docMk/>
          <pc:sldMk cId="2926374771" sldId="422"/>
        </pc:sldMkLst>
      </pc:sldChg>
      <pc:sldChg chg="del">
        <pc:chgData name="Osvaldo Luiz Santos Pereira" userId="c308351cf5a860c7" providerId="LiveId" clId="{3C58C3AF-77E9-44C3-8D57-4240BA3EABD8}" dt="2025-03-07T18:22:47.795" v="104" actId="47"/>
        <pc:sldMkLst>
          <pc:docMk/>
          <pc:sldMk cId="620905988" sldId="423"/>
        </pc:sldMkLst>
      </pc:sldChg>
      <pc:sldChg chg="del">
        <pc:chgData name="Osvaldo Luiz Santos Pereira" userId="c308351cf5a860c7" providerId="LiveId" clId="{3C58C3AF-77E9-44C3-8D57-4240BA3EABD8}" dt="2025-03-07T18:22:48.821" v="109" actId="47"/>
        <pc:sldMkLst>
          <pc:docMk/>
          <pc:sldMk cId="537155377" sldId="424"/>
        </pc:sldMkLst>
      </pc:sldChg>
      <pc:sldChg chg="del">
        <pc:chgData name="Osvaldo Luiz Santos Pereira" userId="c308351cf5a860c7" providerId="LiveId" clId="{3C58C3AF-77E9-44C3-8D57-4240BA3EABD8}" dt="2025-03-07T18:22:52.919" v="124" actId="47"/>
        <pc:sldMkLst>
          <pc:docMk/>
          <pc:sldMk cId="1980405925" sldId="425"/>
        </pc:sldMkLst>
      </pc:sldChg>
      <pc:sldChg chg="del">
        <pc:chgData name="Osvaldo Luiz Santos Pereira" userId="c308351cf5a860c7" providerId="LiveId" clId="{3C58C3AF-77E9-44C3-8D57-4240BA3EABD8}" dt="2025-03-07T18:22:53.326" v="125" actId="47"/>
        <pc:sldMkLst>
          <pc:docMk/>
          <pc:sldMk cId="1224969674" sldId="426"/>
        </pc:sldMkLst>
      </pc:sldChg>
      <pc:sldChg chg="del">
        <pc:chgData name="Osvaldo Luiz Santos Pereira" userId="c308351cf5a860c7" providerId="LiveId" clId="{3C58C3AF-77E9-44C3-8D57-4240BA3EABD8}" dt="2025-03-07T18:22:53.542" v="126" actId="47"/>
        <pc:sldMkLst>
          <pc:docMk/>
          <pc:sldMk cId="2367109356" sldId="427"/>
        </pc:sldMkLst>
      </pc:sldChg>
      <pc:sldChg chg="del">
        <pc:chgData name="Osvaldo Luiz Santos Pereira" userId="c308351cf5a860c7" providerId="LiveId" clId="{3C58C3AF-77E9-44C3-8D57-4240BA3EABD8}" dt="2025-03-07T18:22:53.768" v="127" actId="47"/>
        <pc:sldMkLst>
          <pc:docMk/>
          <pc:sldMk cId="2982213466" sldId="428"/>
        </pc:sldMkLst>
      </pc:sldChg>
      <pc:sldChg chg="del">
        <pc:chgData name="Osvaldo Luiz Santos Pereira" userId="c308351cf5a860c7" providerId="LiveId" clId="{3C58C3AF-77E9-44C3-8D57-4240BA3EABD8}" dt="2025-03-07T18:22:54.403" v="129" actId="47"/>
        <pc:sldMkLst>
          <pc:docMk/>
          <pc:sldMk cId="2130668820" sldId="429"/>
        </pc:sldMkLst>
      </pc:sldChg>
      <pc:sldChg chg="del">
        <pc:chgData name="Osvaldo Luiz Santos Pereira" userId="c308351cf5a860c7" providerId="LiveId" clId="{3C58C3AF-77E9-44C3-8D57-4240BA3EABD8}" dt="2025-03-07T18:22:56.846" v="137" actId="47"/>
        <pc:sldMkLst>
          <pc:docMk/>
          <pc:sldMk cId="4281083970" sldId="430"/>
        </pc:sldMkLst>
      </pc:sldChg>
      <pc:sldChg chg="del">
        <pc:chgData name="Osvaldo Luiz Santos Pereira" userId="c308351cf5a860c7" providerId="LiveId" clId="{3C58C3AF-77E9-44C3-8D57-4240BA3EABD8}" dt="2025-03-07T18:22:57.419" v="138" actId="47"/>
        <pc:sldMkLst>
          <pc:docMk/>
          <pc:sldMk cId="630197715" sldId="431"/>
        </pc:sldMkLst>
      </pc:sldChg>
      <pc:sldChg chg="del">
        <pc:chgData name="Osvaldo Luiz Santos Pereira" userId="c308351cf5a860c7" providerId="LiveId" clId="{3C58C3AF-77E9-44C3-8D57-4240BA3EABD8}" dt="2025-03-07T18:22:44.810" v="91" actId="47"/>
        <pc:sldMkLst>
          <pc:docMk/>
          <pc:sldMk cId="1294623638" sldId="432"/>
        </pc:sldMkLst>
      </pc:sldChg>
      <pc:sldChg chg="del">
        <pc:chgData name="Osvaldo Luiz Santos Pereira" userId="c308351cf5a860c7" providerId="LiveId" clId="{3C58C3AF-77E9-44C3-8D57-4240BA3EABD8}" dt="2025-03-07T18:22:46.431" v="98" actId="47"/>
        <pc:sldMkLst>
          <pc:docMk/>
          <pc:sldMk cId="4289140337" sldId="433"/>
        </pc:sldMkLst>
      </pc:sldChg>
      <pc:sldChg chg="del">
        <pc:chgData name="Osvaldo Luiz Santos Pereira" userId="c308351cf5a860c7" providerId="LiveId" clId="{3C58C3AF-77E9-44C3-8D57-4240BA3EABD8}" dt="2025-03-07T18:22:46.822" v="100" actId="47"/>
        <pc:sldMkLst>
          <pc:docMk/>
          <pc:sldMk cId="3361833182" sldId="434"/>
        </pc:sldMkLst>
      </pc:sldChg>
      <pc:sldChg chg="del">
        <pc:chgData name="Osvaldo Luiz Santos Pereira" userId="c308351cf5a860c7" providerId="LiveId" clId="{3C58C3AF-77E9-44C3-8D57-4240BA3EABD8}" dt="2025-03-07T18:22:46.645" v="99" actId="47"/>
        <pc:sldMkLst>
          <pc:docMk/>
          <pc:sldMk cId="3587222122" sldId="435"/>
        </pc:sldMkLst>
      </pc:sldChg>
      <pc:sldChg chg="modSp add del mod">
        <pc:chgData name="Osvaldo Luiz Santos Pereira" userId="c308351cf5a860c7" providerId="LiveId" clId="{3C58C3AF-77E9-44C3-8D57-4240BA3EABD8}" dt="2025-03-07T18:22:33.997" v="67" actId="47"/>
        <pc:sldMkLst>
          <pc:docMk/>
          <pc:sldMk cId="2308032463" sldId="436"/>
        </pc:sldMkLst>
      </pc:sldChg>
    </pc:docChg>
  </pc:docChgLst>
  <pc:docChgLst>
    <pc:chgData name="Osvaldo Luiz Santos Pereira" userId="c308351cf5a860c7" providerId="LiveId" clId="{E788A2C0-ADEA-4849-9FE8-154C8D71DCBC}"/>
    <pc:docChg chg="undo custSel addSld delSld modSld">
      <pc:chgData name="Osvaldo Luiz Santos Pereira" userId="c308351cf5a860c7" providerId="LiveId" clId="{E788A2C0-ADEA-4849-9FE8-154C8D71DCBC}" dt="2023-11-24T16:23:06.535" v="1179" actId="1076"/>
      <pc:docMkLst>
        <pc:docMk/>
      </pc:docMkLst>
      <pc:sldChg chg="modSp mod">
        <pc:chgData name="Osvaldo Luiz Santos Pereira" userId="c308351cf5a860c7" providerId="LiveId" clId="{E788A2C0-ADEA-4849-9FE8-154C8D71DCBC}" dt="2023-11-13T14:34:53.393" v="701" actId="20577"/>
        <pc:sldMkLst>
          <pc:docMk/>
          <pc:sldMk cId="1303736943" sldId="257"/>
        </pc:sldMkLst>
      </pc:sldChg>
      <pc:sldChg chg="modSp mod">
        <pc:chgData name="Osvaldo Luiz Santos Pereira" userId="c308351cf5a860c7" providerId="LiveId" clId="{E788A2C0-ADEA-4849-9FE8-154C8D71DCBC}" dt="2023-11-16T23:00:32.313" v="703" actId="20577"/>
        <pc:sldMkLst>
          <pc:docMk/>
          <pc:sldMk cId="1030968523" sldId="355"/>
        </pc:sldMkLst>
      </pc:sldChg>
      <pc:sldChg chg="modSp mod">
        <pc:chgData name="Osvaldo Luiz Santos Pereira" userId="c308351cf5a860c7" providerId="LiveId" clId="{E788A2C0-ADEA-4849-9FE8-154C8D71DCBC}" dt="2023-11-16T23:15:06.573" v="874" actId="20577"/>
        <pc:sldMkLst>
          <pc:docMk/>
          <pc:sldMk cId="1193654908" sldId="356"/>
        </pc:sldMkLst>
      </pc:sldChg>
      <pc:sldChg chg="modSp mod">
        <pc:chgData name="Osvaldo Luiz Santos Pereira" userId="c308351cf5a860c7" providerId="LiveId" clId="{E788A2C0-ADEA-4849-9FE8-154C8D71DCBC}" dt="2023-11-16T23:05:57.731" v="739" actId="20577"/>
        <pc:sldMkLst>
          <pc:docMk/>
          <pc:sldMk cId="2389999328" sldId="357"/>
        </pc:sldMkLst>
      </pc:sldChg>
      <pc:sldChg chg="modSp mod">
        <pc:chgData name="Osvaldo Luiz Santos Pereira" userId="c308351cf5a860c7" providerId="LiveId" clId="{E788A2C0-ADEA-4849-9FE8-154C8D71DCBC}" dt="2023-11-16T23:15:57.915" v="902" actId="20577"/>
        <pc:sldMkLst>
          <pc:docMk/>
          <pc:sldMk cId="2194354923" sldId="358"/>
        </pc:sldMkLst>
      </pc:sldChg>
      <pc:sldChg chg="modSp mod">
        <pc:chgData name="Osvaldo Luiz Santos Pereira" userId="c308351cf5a860c7" providerId="LiveId" clId="{E788A2C0-ADEA-4849-9FE8-154C8D71DCBC}" dt="2023-11-16T23:16:15.478" v="914" actId="20577"/>
        <pc:sldMkLst>
          <pc:docMk/>
          <pc:sldMk cId="2443068354" sldId="359"/>
        </pc:sldMkLst>
      </pc:sldChg>
      <pc:sldChg chg="modSp mod">
        <pc:chgData name="Osvaldo Luiz Santos Pereira" userId="c308351cf5a860c7" providerId="LiveId" clId="{E788A2C0-ADEA-4849-9FE8-154C8D71DCBC}" dt="2023-11-16T23:15:54.028" v="900" actId="20577"/>
        <pc:sldMkLst>
          <pc:docMk/>
          <pc:sldMk cId="2498086408" sldId="360"/>
        </pc:sldMkLst>
      </pc:sldChg>
      <pc:sldChg chg="modSp">
        <pc:chgData name="Osvaldo Luiz Santos Pereira" userId="c308351cf5a860c7" providerId="LiveId" clId="{E788A2C0-ADEA-4849-9FE8-154C8D71DCBC}" dt="2023-11-16T23:13:39.989" v="859" actId="20577"/>
        <pc:sldMkLst>
          <pc:docMk/>
          <pc:sldMk cId="3183670058" sldId="363"/>
        </pc:sldMkLst>
      </pc:sldChg>
      <pc:sldChg chg="modSp mod">
        <pc:chgData name="Osvaldo Luiz Santos Pereira" userId="c308351cf5a860c7" providerId="LiveId" clId="{E788A2C0-ADEA-4849-9FE8-154C8D71DCBC}" dt="2023-11-16T23:01:26.944" v="711" actId="20577"/>
        <pc:sldMkLst>
          <pc:docMk/>
          <pc:sldMk cId="10464197" sldId="364"/>
        </pc:sldMkLst>
      </pc:sldChg>
      <pc:sldChg chg="modSp mod">
        <pc:chgData name="Osvaldo Luiz Santos Pereira" userId="c308351cf5a860c7" providerId="LiveId" clId="{E788A2C0-ADEA-4849-9FE8-154C8D71DCBC}" dt="2023-11-16T23:05:47.726" v="738" actId="20577"/>
        <pc:sldMkLst>
          <pc:docMk/>
          <pc:sldMk cId="1812892139" sldId="365"/>
        </pc:sldMkLst>
      </pc:sldChg>
      <pc:sldChg chg="addSp delSp modSp mod">
        <pc:chgData name="Osvaldo Luiz Santos Pereira" userId="c308351cf5a860c7" providerId="LiveId" clId="{E788A2C0-ADEA-4849-9FE8-154C8D71DCBC}" dt="2023-11-16T23:10:54.049" v="772" actId="732"/>
        <pc:sldMkLst>
          <pc:docMk/>
          <pc:sldMk cId="1896221573" sldId="369"/>
        </pc:sldMkLst>
      </pc:sldChg>
      <pc:sldChg chg="modSp mod">
        <pc:chgData name="Osvaldo Luiz Santos Pereira" userId="c308351cf5a860c7" providerId="LiveId" clId="{E788A2C0-ADEA-4849-9FE8-154C8D71DCBC}" dt="2023-11-16T23:13:18.260" v="844" actId="20577"/>
        <pc:sldMkLst>
          <pc:docMk/>
          <pc:sldMk cId="2467625486" sldId="371"/>
        </pc:sldMkLst>
      </pc:sldChg>
      <pc:sldChg chg="add del">
        <pc:chgData name="Osvaldo Luiz Santos Pereira" userId="c308351cf5a860c7" providerId="LiveId" clId="{E788A2C0-ADEA-4849-9FE8-154C8D71DCBC}" dt="2023-11-16T23:14:50.685" v="869"/>
        <pc:sldMkLst>
          <pc:docMk/>
          <pc:sldMk cId="2229934532" sldId="372"/>
        </pc:sldMkLst>
      </pc:sldChg>
      <pc:sldChg chg="modSp del">
        <pc:chgData name="Osvaldo Luiz Santos Pereira" userId="c308351cf5a860c7" providerId="LiveId" clId="{E788A2C0-ADEA-4849-9FE8-154C8D71DCBC}" dt="2023-11-16T23:14:40.154" v="867" actId="2696"/>
        <pc:sldMkLst>
          <pc:docMk/>
          <pc:sldMk cId="3164125927" sldId="372"/>
        </pc:sldMkLst>
      </pc:sldChg>
      <pc:sldChg chg="add">
        <pc:chgData name="Osvaldo Luiz Santos Pereira" userId="c308351cf5a860c7" providerId="LiveId" clId="{E788A2C0-ADEA-4849-9FE8-154C8D71DCBC}" dt="2023-11-16T23:14:50.714" v="870"/>
        <pc:sldMkLst>
          <pc:docMk/>
          <pc:sldMk cId="3753303553" sldId="372"/>
        </pc:sldMkLst>
      </pc:sldChg>
      <pc:sldChg chg="addSp delSp modSp mod">
        <pc:chgData name="Osvaldo Luiz Santos Pereira" userId="c308351cf5a860c7" providerId="LiveId" clId="{E788A2C0-ADEA-4849-9FE8-154C8D71DCBC}" dt="2023-11-21T16:55:56.473" v="1067" actId="1076"/>
        <pc:sldMkLst>
          <pc:docMk/>
          <pc:sldMk cId="1065822023" sldId="373"/>
        </pc:sldMkLst>
      </pc:sldChg>
      <pc:sldChg chg="modSp mod">
        <pc:chgData name="Osvaldo Luiz Santos Pereira" userId="c308351cf5a860c7" providerId="LiveId" clId="{E788A2C0-ADEA-4849-9FE8-154C8D71DCBC}" dt="2023-11-16T23:15:50.331" v="898" actId="20577"/>
        <pc:sldMkLst>
          <pc:docMk/>
          <pc:sldMk cId="3317913325" sldId="380"/>
        </pc:sldMkLst>
      </pc:sldChg>
      <pc:sldChg chg="modSp mod">
        <pc:chgData name="Osvaldo Luiz Santos Pereira" userId="c308351cf5a860c7" providerId="LiveId" clId="{E788A2C0-ADEA-4849-9FE8-154C8D71DCBC}" dt="2023-11-16T23:16:01.172" v="904" actId="20577"/>
        <pc:sldMkLst>
          <pc:docMk/>
          <pc:sldMk cId="2627705492" sldId="381"/>
        </pc:sldMkLst>
      </pc:sldChg>
      <pc:sldChg chg="modSp mod">
        <pc:chgData name="Osvaldo Luiz Santos Pereira" userId="c308351cf5a860c7" providerId="LiveId" clId="{E788A2C0-ADEA-4849-9FE8-154C8D71DCBC}" dt="2023-11-16T23:16:04.997" v="908" actId="20577"/>
        <pc:sldMkLst>
          <pc:docMk/>
          <pc:sldMk cId="3146612701" sldId="382"/>
        </pc:sldMkLst>
      </pc:sldChg>
      <pc:sldChg chg="modSp mod">
        <pc:chgData name="Osvaldo Luiz Santos Pereira" userId="c308351cf5a860c7" providerId="LiveId" clId="{E788A2C0-ADEA-4849-9FE8-154C8D71DCBC}" dt="2023-11-16T23:16:22.407" v="918" actId="20577"/>
        <pc:sldMkLst>
          <pc:docMk/>
          <pc:sldMk cId="2355143931" sldId="385"/>
        </pc:sldMkLst>
      </pc:sldChg>
      <pc:sldChg chg="modSp mod">
        <pc:chgData name="Osvaldo Luiz Santos Pereira" userId="c308351cf5a860c7" providerId="LiveId" clId="{E788A2C0-ADEA-4849-9FE8-154C8D71DCBC}" dt="2023-11-16T23:16:18.711" v="916" actId="20577"/>
        <pc:sldMkLst>
          <pc:docMk/>
          <pc:sldMk cId="1961155001" sldId="386"/>
        </pc:sldMkLst>
      </pc:sldChg>
      <pc:sldChg chg="modSp mod">
        <pc:chgData name="Osvaldo Luiz Santos Pereira" userId="c308351cf5a860c7" providerId="LiveId" clId="{E788A2C0-ADEA-4849-9FE8-154C8D71DCBC}" dt="2023-11-16T23:16:25.864" v="920" actId="20577"/>
        <pc:sldMkLst>
          <pc:docMk/>
          <pc:sldMk cId="1382877788" sldId="388"/>
        </pc:sldMkLst>
      </pc:sldChg>
      <pc:sldChg chg="modSp mod">
        <pc:chgData name="Osvaldo Luiz Santos Pereira" userId="c308351cf5a860c7" providerId="LiveId" clId="{E788A2C0-ADEA-4849-9FE8-154C8D71DCBC}" dt="2023-10-29T20:20:14.925" v="31" actId="20577"/>
        <pc:sldMkLst>
          <pc:docMk/>
          <pc:sldMk cId="2041619009" sldId="389"/>
        </pc:sldMkLst>
      </pc:sldChg>
      <pc:sldChg chg="modSp mod">
        <pc:chgData name="Osvaldo Luiz Santos Pereira" userId="c308351cf5a860c7" providerId="LiveId" clId="{E788A2C0-ADEA-4849-9FE8-154C8D71DCBC}" dt="2023-11-16T23:15:43.033" v="894" actId="20577"/>
        <pc:sldMkLst>
          <pc:docMk/>
          <pc:sldMk cId="2656152848" sldId="390"/>
        </pc:sldMkLst>
      </pc:sldChg>
      <pc:sldChg chg="modSp mod">
        <pc:chgData name="Osvaldo Luiz Santos Pereira" userId="c308351cf5a860c7" providerId="LiveId" clId="{E788A2C0-ADEA-4849-9FE8-154C8D71DCBC}" dt="2023-11-16T23:14:25.977" v="866" actId="20577"/>
        <pc:sldMkLst>
          <pc:docMk/>
          <pc:sldMk cId="660605830" sldId="391"/>
        </pc:sldMkLst>
      </pc:sldChg>
      <pc:sldChg chg="modSp mod">
        <pc:chgData name="Osvaldo Luiz Santos Pereira" userId="c308351cf5a860c7" providerId="LiveId" clId="{E788A2C0-ADEA-4849-9FE8-154C8D71DCBC}" dt="2023-11-16T23:15:02.067" v="872" actId="20577"/>
        <pc:sldMkLst>
          <pc:docMk/>
          <pc:sldMk cId="3103055715" sldId="393"/>
        </pc:sldMkLst>
      </pc:sldChg>
      <pc:sldChg chg="modSp mod">
        <pc:chgData name="Osvaldo Luiz Santos Pereira" userId="c308351cf5a860c7" providerId="LiveId" clId="{E788A2C0-ADEA-4849-9FE8-154C8D71DCBC}" dt="2023-11-16T23:16:11.838" v="912" actId="20577"/>
        <pc:sldMkLst>
          <pc:docMk/>
          <pc:sldMk cId="4271395470" sldId="394"/>
        </pc:sldMkLst>
      </pc:sldChg>
      <pc:sldChg chg="modSp mod">
        <pc:chgData name="Osvaldo Luiz Santos Pereira" userId="c308351cf5a860c7" providerId="LiveId" clId="{E788A2C0-ADEA-4849-9FE8-154C8D71DCBC}" dt="2023-11-16T23:16:28.952" v="922" actId="20577"/>
        <pc:sldMkLst>
          <pc:docMk/>
          <pc:sldMk cId="248797069" sldId="395"/>
        </pc:sldMkLst>
      </pc:sldChg>
      <pc:sldChg chg="modSp mod">
        <pc:chgData name="Osvaldo Luiz Santos Pereira" userId="c308351cf5a860c7" providerId="LiveId" clId="{E788A2C0-ADEA-4849-9FE8-154C8D71DCBC}" dt="2023-11-16T23:15:46.283" v="896" actId="20577"/>
        <pc:sldMkLst>
          <pc:docMk/>
          <pc:sldMk cId="940816401" sldId="396"/>
        </pc:sldMkLst>
      </pc:sldChg>
      <pc:sldChg chg="modSp mod">
        <pc:chgData name="Osvaldo Luiz Santos Pereira" userId="c308351cf5a860c7" providerId="LiveId" clId="{E788A2C0-ADEA-4849-9FE8-154C8D71DCBC}" dt="2023-11-16T23:16:08.598" v="910" actId="20577"/>
        <pc:sldMkLst>
          <pc:docMk/>
          <pc:sldMk cId="109763140" sldId="397"/>
        </pc:sldMkLst>
      </pc:sldChg>
      <pc:sldChg chg="modSp mod">
        <pc:chgData name="Osvaldo Luiz Santos Pereira" userId="c308351cf5a860c7" providerId="LiveId" clId="{E788A2C0-ADEA-4849-9FE8-154C8D71DCBC}" dt="2023-11-16T23:16:32.568" v="924" actId="20577"/>
        <pc:sldMkLst>
          <pc:docMk/>
          <pc:sldMk cId="3922447383" sldId="398"/>
        </pc:sldMkLst>
      </pc:sldChg>
      <pc:sldChg chg="modSp mod">
        <pc:chgData name="Osvaldo Luiz Santos Pereira" userId="c308351cf5a860c7" providerId="LiveId" clId="{E788A2C0-ADEA-4849-9FE8-154C8D71DCBC}" dt="2023-11-16T23:16:36.410" v="926" actId="20577"/>
        <pc:sldMkLst>
          <pc:docMk/>
          <pc:sldMk cId="1692325300" sldId="399"/>
        </pc:sldMkLst>
      </pc:sldChg>
      <pc:sldChg chg="modSp mod">
        <pc:chgData name="Osvaldo Luiz Santos Pereira" userId="c308351cf5a860c7" providerId="LiveId" clId="{E788A2C0-ADEA-4849-9FE8-154C8D71DCBC}" dt="2023-11-16T23:15:11.509" v="876" actId="20577"/>
        <pc:sldMkLst>
          <pc:docMk/>
          <pc:sldMk cId="1765959998" sldId="400"/>
        </pc:sldMkLst>
      </pc:sldChg>
      <pc:sldChg chg="modSp mod">
        <pc:chgData name="Osvaldo Luiz Santos Pereira" userId="c308351cf5a860c7" providerId="LiveId" clId="{E788A2C0-ADEA-4849-9FE8-154C8D71DCBC}" dt="2023-11-16T23:15:14.942" v="878" actId="20577"/>
        <pc:sldMkLst>
          <pc:docMk/>
          <pc:sldMk cId="1965463719" sldId="401"/>
        </pc:sldMkLst>
      </pc:sldChg>
      <pc:sldChg chg="modSp mod">
        <pc:chgData name="Osvaldo Luiz Santos Pereira" userId="c308351cf5a860c7" providerId="LiveId" clId="{E788A2C0-ADEA-4849-9FE8-154C8D71DCBC}" dt="2023-11-24T16:23:06.535" v="1179" actId="1076"/>
        <pc:sldMkLst>
          <pc:docMk/>
          <pc:sldMk cId="471622741" sldId="402"/>
        </pc:sldMkLst>
      </pc:sldChg>
      <pc:sldChg chg="modSp mod">
        <pc:chgData name="Osvaldo Luiz Santos Pereira" userId="c308351cf5a860c7" providerId="LiveId" clId="{E788A2C0-ADEA-4849-9FE8-154C8D71DCBC}" dt="2023-11-16T23:15:28.104" v="886" actId="20577"/>
        <pc:sldMkLst>
          <pc:docMk/>
          <pc:sldMk cId="474518133" sldId="403"/>
        </pc:sldMkLst>
      </pc:sldChg>
      <pc:sldChg chg="modSp mod">
        <pc:chgData name="Osvaldo Luiz Santos Pereira" userId="c308351cf5a860c7" providerId="LiveId" clId="{E788A2C0-ADEA-4849-9FE8-154C8D71DCBC}" dt="2023-11-16T23:15:31.897" v="888" actId="20577"/>
        <pc:sldMkLst>
          <pc:docMk/>
          <pc:sldMk cId="2564639371" sldId="404"/>
        </pc:sldMkLst>
      </pc:sldChg>
      <pc:sldChg chg="addSp delSp modSp mod">
        <pc:chgData name="Osvaldo Luiz Santos Pereira" userId="c308351cf5a860c7" providerId="LiveId" clId="{E788A2C0-ADEA-4849-9FE8-154C8D71DCBC}" dt="2023-11-23T14:35:27.388" v="1163" actId="20577"/>
        <pc:sldMkLst>
          <pc:docMk/>
          <pc:sldMk cId="801529500" sldId="405"/>
        </pc:sldMkLst>
      </pc:sldChg>
      <pc:sldChg chg="modSp mod">
        <pc:chgData name="Osvaldo Luiz Santos Pereira" userId="c308351cf5a860c7" providerId="LiveId" clId="{E788A2C0-ADEA-4849-9FE8-154C8D71DCBC}" dt="2023-11-24T16:22:58.573" v="1175" actId="1076"/>
        <pc:sldMkLst>
          <pc:docMk/>
          <pc:sldMk cId="2697600967" sldId="406"/>
        </pc:sldMkLst>
      </pc:sldChg>
      <pc:sldChg chg="modSp add mod">
        <pc:chgData name="Osvaldo Luiz Santos Pereira" userId="c308351cf5a860c7" providerId="LiveId" clId="{E788A2C0-ADEA-4849-9FE8-154C8D71DCBC}" dt="2023-11-16T23:15:39.073" v="892" actId="20577"/>
        <pc:sldMkLst>
          <pc:docMk/>
          <pc:sldMk cId="2999584868" sldId="407"/>
        </pc:sldMkLst>
      </pc:sldChg>
    </pc:docChg>
  </pc:docChgLst>
  <pc:docChgLst>
    <pc:chgData name="Osvaldo Luiz Santos Pereira" userId="c308351cf5a860c7" providerId="LiveId" clId="{A3F69AA3-F4D4-485D-9DDE-0F018352D6E2}"/>
    <pc:docChg chg="undo custSel addSld delSld modSld sldOrd">
      <pc:chgData name="Osvaldo Luiz Santos Pereira" userId="c308351cf5a860c7" providerId="LiveId" clId="{A3F69AA3-F4D4-485D-9DDE-0F018352D6E2}" dt="2025-02-16T03:41:42.618" v="9097" actId="20577"/>
      <pc:docMkLst>
        <pc:docMk/>
      </pc:docMkLst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2351539581" sldId="256"/>
        </pc:sldMkLst>
      </pc:sldChg>
      <pc:sldChg chg="modSp mod">
        <pc:chgData name="Osvaldo Luiz Santos Pereira" userId="c308351cf5a860c7" providerId="LiveId" clId="{A3F69AA3-F4D4-485D-9DDE-0F018352D6E2}" dt="2025-02-16T03:41:42.618" v="9097" actId="20577"/>
        <pc:sldMkLst>
          <pc:docMk/>
          <pc:sldMk cId="1303736943" sldId="257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3679581974" sldId="258"/>
        </pc:sldMkLst>
      </pc:sldChg>
      <pc:sldChg chg="modSp 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1286006033" sldId="259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847172993" sldId="327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2972287295" sldId="329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3483785778" sldId="332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1629326660" sldId="333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1525406427" sldId="343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3523814595" sldId="344"/>
        </pc:sldMkLst>
      </pc:sldChg>
      <pc:sldChg chg="add mod or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2893504514" sldId="345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815916705" sldId="346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2097073104" sldId="347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3464971042" sldId="348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887731418" sldId="349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3494035615" sldId="350"/>
        </pc:sldMkLst>
      </pc:sldChg>
      <pc:sldChg chg="modSp mod">
        <pc:chgData name="Osvaldo Luiz Santos Pereira" userId="c308351cf5a860c7" providerId="LiveId" clId="{A3F69AA3-F4D4-485D-9DDE-0F018352D6E2}" dt="2025-02-13T19:56:24.387" v="29" actId="113"/>
        <pc:sldMkLst>
          <pc:docMk/>
          <pc:sldMk cId="1193654908" sldId="356"/>
        </pc:sldMkLst>
      </pc:sldChg>
      <pc:sldChg chg="modSp mod">
        <pc:chgData name="Osvaldo Luiz Santos Pereira" userId="c308351cf5a860c7" providerId="LiveId" clId="{A3F69AA3-F4D4-485D-9DDE-0F018352D6E2}" dt="2025-02-13T23:12:08.272" v="1048" actId="20577"/>
        <pc:sldMkLst>
          <pc:docMk/>
          <pc:sldMk cId="2194354923" sldId="358"/>
        </pc:sldMkLst>
      </pc:sldChg>
      <pc:sldChg chg="addSp delSp modSp mod">
        <pc:chgData name="Osvaldo Luiz Santos Pereira" userId="c308351cf5a860c7" providerId="LiveId" clId="{A3F69AA3-F4D4-485D-9DDE-0F018352D6E2}" dt="2025-02-15T14:06:10.938" v="5865" actId="1035"/>
        <pc:sldMkLst>
          <pc:docMk/>
          <pc:sldMk cId="2443068354" sldId="359"/>
        </pc:sldMkLst>
      </pc:sldChg>
      <pc:sldChg chg="modSp mod">
        <pc:chgData name="Osvaldo Luiz Santos Pereira" userId="c308351cf5a860c7" providerId="LiveId" clId="{A3F69AA3-F4D4-485D-9DDE-0F018352D6E2}" dt="2025-02-13T23:12:03.151" v="1046" actId="20577"/>
        <pc:sldMkLst>
          <pc:docMk/>
          <pc:sldMk cId="2498086408" sldId="360"/>
        </pc:sldMkLst>
      </pc:sldChg>
      <pc:sldChg chg="modSp mod">
        <pc:chgData name="Osvaldo Luiz Santos Pereira" userId="c308351cf5a860c7" providerId="LiveId" clId="{A3F69AA3-F4D4-485D-9DDE-0F018352D6E2}" dt="2025-02-13T19:55:28.190" v="5" actId="14100"/>
        <pc:sldMkLst>
          <pc:docMk/>
          <pc:sldMk cId="3183670058" sldId="363"/>
        </pc:sldMkLst>
      </pc:sldChg>
      <pc:sldChg chg="modSp mod">
        <pc:chgData name="Osvaldo Luiz Santos Pereira" userId="c308351cf5a860c7" providerId="LiveId" clId="{A3F69AA3-F4D4-485D-9DDE-0F018352D6E2}" dt="2025-02-13T19:55:32.956" v="6" actId="403"/>
        <pc:sldMkLst>
          <pc:docMk/>
          <pc:sldMk cId="1812892139" sldId="365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2528229287" sldId="366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371344065" sldId="374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2814437185" sldId="375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1195658808" sldId="376"/>
        </pc:sldMkLst>
      </pc:sldChg>
      <pc:sldChg chg="add mod or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2975880146" sldId="377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1025221180" sldId="378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1489494026" sldId="379"/>
        </pc:sldMkLst>
      </pc:sldChg>
      <pc:sldChg chg="addSp delSp modSp mod">
        <pc:chgData name="Osvaldo Luiz Santos Pereira" userId="c308351cf5a860c7" providerId="LiveId" clId="{A3F69AA3-F4D4-485D-9DDE-0F018352D6E2}" dt="2025-02-14T00:03:32.437" v="1648" actId="20577"/>
        <pc:sldMkLst>
          <pc:docMk/>
          <pc:sldMk cId="3317913325" sldId="380"/>
        </pc:sldMkLst>
      </pc:sldChg>
      <pc:sldChg chg="modSp mod">
        <pc:chgData name="Osvaldo Luiz Santos Pereira" userId="c308351cf5a860c7" providerId="LiveId" clId="{A3F69AA3-F4D4-485D-9DDE-0F018352D6E2}" dt="2025-02-13T23:12:12.673" v="1050" actId="20577"/>
        <pc:sldMkLst>
          <pc:docMk/>
          <pc:sldMk cId="2627705492" sldId="381"/>
        </pc:sldMkLst>
      </pc:sldChg>
      <pc:sldChg chg="modSp mod">
        <pc:chgData name="Osvaldo Luiz Santos Pereira" userId="c308351cf5a860c7" providerId="LiveId" clId="{A3F69AA3-F4D4-485D-9DDE-0F018352D6E2}" dt="2025-02-13T23:12:16.873" v="1052" actId="20577"/>
        <pc:sldMkLst>
          <pc:docMk/>
          <pc:sldMk cId="3146612701" sldId="382"/>
        </pc:sldMkLst>
      </pc:sldChg>
      <pc:sldChg chg="modSp mod">
        <pc:chgData name="Osvaldo Luiz Santos Pereira" userId="c308351cf5a860c7" providerId="LiveId" clId="{A3F69AA3-F4D4-485D-9DDE-0F018352D6E2}" dt="2025-02-14T00:17:15.590" v="2288" actId="20577"/>
        <pc:sldMkLst>
          <pc:docMk/>
          <pc:sldMk cId="2355143931" sldId="385"/>
        </pc:sldMkLst>
      </pc:sldChg>
      <pc:sldChg chg="addSp delSp modSp mod">
        <pc:chgData name="Osvaldo Luiz Santos Pereira" userId="c308351cf5a860c7" providerId="LiveId" clId="{A3F69AA3-F4D4-485D-9DDE-0F018352D6E2}" dt="2025-02-14T00:17:10.974" v="2286" actId="20577"/>
        <pc:sldMkLst>
          <pc:docMk/>
          <pc:sldMk cId="1961155001" sldId="386"/>
        </pc:sldMkLst>
      </pc:sldChg>
      <pc:sldChg chg="addSp modSp mod">
        <pc:chgData name="Osvaldo Luiz Santos Pereira" userId="c308351cf5a860c7" providerId="LiveId" clId="{A3F69AA3-F4D4-485D-9DDE-0F018352D6E2}" dt="2025-02-15T14:15:02.894" v="6451" actId="1036"/>
        <pc:sldMkLst>
          <pc:docMk/>
          <pc:sldMk cId="1382877788" sldId="388"/>
        </pc:sldMkLst>
      </pc:sldChg>
      <pc:sldChg chg="modSp mod">
        <pc:chgData name="Osvaldo Luiz Santos Pereira" userId="c308351cf5a860c7" providerId="LiveId" clId="{A3F69AA3-F4D4-485D-9DDE-0F018352D6E2}" dt="2025-02-13T20:55:39.226" v="749" actId="20577"/>
        <pc:sldMkLst>
          <pc:docMk/>
          <pc:sldMk cId="2656152848" sldId="390"/>
        </pc:sldMkLst>
      </pc:sldChg>
      <pc:sldChg chg="modSp mod">
        <pc:chgData name="Osvaldo Luiz Santos Pereira" userId="c308351cf5a860c7" providerId="LiveId" clId="{A3F69AA3-F4D4-485D-9DDE-0F018352D6E2}" dt="2025-02-14T00:17:02.780" v="2282" actId="20577"/>
        <pc:sldMkLst>
          <pc:docMk/>
          <pc:sldMk cId="4271395470" sldId="394"/>
        </pc:sldMkLst>
      </pc:sldChg>
      <pc:sldChg chg="modSp mod">
        <pc:chgData name="Osvaldo Luiz Santos Pereira" userId="c308351cf5a860c7" providerId="LiveId" clId="{A3F69AA3-F4D4-485D-9DDE-0F018352D6E2}" dt="2025-02-16T03:26:08.645" v="9047" actId="20577"/>
        <pc:sldMkLst>
          <pc:docMk/>
          <pc:sldMk cId="314037394" sldId="397"/>
        </pc:sldMkLst>
      </pc:sldChg>
      <pc:sldChg chg="modSp mod">
        <pc:chgData name="Osvaldo Luiz Santos Pereira" userId="c308351cf5a860c7" providerId="LiveId" clId="{A3F69AA3-F4D4-485D-9DDE-0F018352D6E2}" dt="2025-02-16T03:26:14.781" v="9051" actId="20577"/>
        <pc:sldMkLst>
          <pc:docMk/>
          <pc:sldMk cId="1692325300" sldId="399"/>
        </pc:sldMkLst>
      </pc:sldChg>
      <pc:sldChg chg="modSp mod">
        <pc:chgData name="Osvaldo Luiz Santos Pereira" userId="c308351cf5a860c7" providerId="LiveId" clId="{A3F69AA3-F4D4-485D-9DDE-0F018352D6E2}" dt="2025-02-13T19:58:45.543" v="75" actId="20577"/>
        <pc:sldMkLst>
          <pc:docMk/>
          <pc:sldMk cId="1765959998" sldId="400"/>
        </pc:sldMkLst>
      </pc:sldChg>
      <pc:sldChg chg="delSp modSp mod">
        <pc:chgData name="Osvaldo Luiz Santos Pereira" userId="c308351cf5a860c7" providerId="LiveId" clId="{A3F69AA3-F4D4-485D-9DDE-0F018352D6E2}" dt="2025-02-14T01:29:50.040" v="2494" actId="478"/>
        <pc:sldMkLst>
          <pc:docMk/>
          <pc:sldMk cId="1965463719" sldId="401"/>
        </pc:sldMkLst>
      </pc:sldChg>
      <pc:sldChg chg="addSp delSp modSp mod">
        <pc:chgData name="Osvaldo Luiz Santos Pereira" userId="c308351cf5a860c7" providerId="LiveId" clId="{A3F69AA3-F4D4-485D-9DDE-0F018352D6E2}" dt="2025-02-14T01:30:00.473" v="2496" actId="478"/>
        <pc:sldMkLst>
          <pc:docMk/>
          <pc:sldMk cId="2999584868" sldId="407"/>
        </pc:sldMkLst>
      </pc:sldChg>
      <pc:sldChg chg="delSp modSp mod">
        <pc:chgData name="Osvaldo Luiz Santos Pereira" userId="c308351cf5a860c7" providerId="LiveId" clId="{A3F69AA3-F4D4-485D-9DDE-0F018352D6E2}" dt="2025-02-14T01:29:56.769" v="2495" actId="478"/>
        <pc:sldMkLst>
          <pc:docMk/>
          <pc:sldMk cId="2728505585" sldId="408"/>
        </pc:sldMkLst>
      </pc:sldChg>
      <pc:sldChg chg="modSp mod">
        <pc:chgData name="Osvaldo Luiz Santos Pereira" userId="c308351cf5a860c7" providerId="LiveId" clId="{A3F69AA3-F4D4-485D-9DDE-0F018352D6E2}" dt="2025-02-16T03:25:26.982" v="9029" actId="20577"/>
        <pc:sldMkLst>
          <pc:docMk/>
          <pc:sldMk cId="4276942897" sldId="409"/>
        </pc:sldMkLst>
      </pc:sldChg>
      <pc:sldChg chg="modSp add mod">
        <pc:chgData name="Osvaldo Luiz Santos Pereira" userId="c308351cf5a860c7" providerId="LiveId" clId="{A3F69AA3-F4D4-485D-9DDE-0F018352D6E2}" dt="2025-02-14T13:16:49.254" v="3993" actId="20577"/>
        <pc:sldMkLst>
          <pc:docMk/>
          <pc:sldMk cId="1636255493" sldId="410"/>
        </pc:sldMkLst>
      </pc:sldChg>
      <pc:sldChg chg="addSp delSp modSp add mod">
        <pc:chgData name="Osvaldo Luiz Santos Pereira" userId="c308351cf5a860c7" providerId="LiveId" clId="{A3F69AA3-F4D4-485D-9DDE-0F018352D6E2}" dt="2025-02-15T12:44:59.077" v="4236" actId="313"/>
        <pc:sldMkLst>
          <pc:docMk/>
          <pc:sldMk cId="2628122326" sldId="411"/>
        </pc:sldMkLst>
      </pc:sldChg>
      <pc:sldChg chg="modSp add mod">
        <pc:chgData name="Osvaldo Luiz Santos Pereira" userId="c308351cf5a860c7" providerId="LiveId" clId="{A3F69AA3-F4D4-485D-9DDE-0F018352D6E2}" dt="2025-02-13T20:56:07.430" v="757" actId="20577"/>
        <pc:sldMkLst>
          <pc:docMk/>
          <pc:sldMk cId="1912133248" sldId="412"/>
        </pc:sldMkLst>
      </pc:sldChg>
      <pc:sldChg chg="modSp add mod">
        <pc:chgData name="Osvaldo Luiz Santos Pereira" userId="c308351cf5a860c7" providerId="LiveId" clId="{A3F69AA3-F4D4-485D-9DDE-0F018352D6E2}" dt="2025-02-13T20:56:02.540" v="753" actId="20577"/>
        <pc:sldMkLst>
          <pc:docMk/>
          <pc:sldMk cId="4195671441" sldId="413"/>
        </pc:sldMkLst>
      </pc:sldChg>
      <pc:sldChg chg="addSp delSp modSp add mod ord">
        <pc:chgData name="Osvaldo Luiz Santos Pereira" userId="c308351cf5a860c7" providerId="LiveId" clId="{A3F69AA3-F4D4-485D-9DDE-0F018352D6E2}" dt="2025-02-15T13:04:50.849" v="4824" actId="20577"/>
        <pc:sldMkLst>
          <pc:docMk/>
          <pc:sldMk cId="3650197859" sldId="414"/>
        </pc:sldMkLst>
      </pc:sldChg>
      <pc:sldChg chg="addSp delSp modSp add mod">
        <pc:chgData name="Osvaldo Luiz Santos Pereira" userId="c308351cf5a860c7" providerId="LiveId" clId="{A3F69AA3-F4D4-485D-9DDE-0F018352D6E2}" dt="2025-02-14T13:17:03.807" v="3999" actId="20577"/>
        <pc:sldMkLst>
          <pc:docMk/>
          <pc:sldMk cId="3272864665" sldId="415"/>
        </pc:sldMkLst>
      </pc:sldChg>
      <pc:sldChg chg="addSp modSp add mod">
        <pc:chgData name="Osvaldo Luiz Santos Pereira" userId="c308351cf5a860c7" providerId="LiveId" clId="{A3F69AA3-F4D4-485D-9DDE-0F018352D6E2}" dt="2025-02-15T13:54:37.059" v="5049" actId="20577"/>
        <pc:sldMkLst>
          <pc:docMk/>
          <pc:sldMk cId="3689237166" sldId="416"/>
        </pc:sldMkLst>
      </pc:sldChg>
      <pc:sldChg chg="addSp modSp add mod">
        <pc:chgData name="Osvaldo Luiz Santos Pereira" userId="c308351cf5a860c7" providerId="LiveId" clId="{A3F69AA3-F4D4-485D-9DDE-0F018352D6E2}" dt="2025-02-15T14:35:38.962" v="7426" actId="1036"/>
        <pc:sldMkLst>
          <pc:docMk/>
          <pc:sldMk cId="2486576039" sldId="417"/>
        </pc:sldMkLst>
      </pc:sldChg>
      <pc:sldChg chg="addSp delSp modSp add mod">
        <pc:chgData name="Osvaldo Luiz Santos Pereira" userId="c308351cf5a860c7" providerId="LiveId" clId="{A3F69AA3-F4D4-485D-9DDE-0F018352D6E2}" dt="2025-02-15T14:33:18.120" v="7291" actId="1036"/>
        <pc:sldMkLst>
          <pc:docMk/>
          <pc:sldMk cId="2920160240" sldId="418"/>
        </pc:sldMkLst>
      </pc:sldChg>
      <pc:sldChg chg="add del">
        <pc:chgData name="Osvaldo Luiz Santos Pereira" userId="c308351cf5a860c7" providerId="LiveId" clId="{A3F69AA3-F4D4-485D-9DDE-0F018352D6E2}" dt="2025-02-13T23:59:54.383" v="1465" actId="47"/>
        <pc:sldMkLst>
          <pc:docMk/>
          <pc:sldMk cId="3055739144" sldId="418"/>
        </pc:sldMkLst>
      </pc:sldChg>
      <pc:sldChg chg="modSp add mod">
        <pc:chgData name="Osvaldo Luiz Santos Pereira" userId="c308351cf5a860c7" providerId="LiveId" clId="{A3F69AA3-F4D4-485D-9DDE-0F018352D6E2}" dt="2025-02-16T03:26:26.814" v="9059" actId="20577"/>
        <pc:sldMkLst>
          <pc:docMk/>
          <pc:sldMk cId="3508525067" sldId="419"/>
        </pc:sldMkLst>
      </pc:sldChg>
      <pc:sldChg chg="addSp delSp modSp add mod">
        <pc:chgData name="Osvaldo Luiz Santos Pereira" userId="c308351cf5a860c7" providerId="LiveId" clId="{A3F69AA3-F4D4-485D-9DDE-0F018352D6E2}" dt="2025-02-16T03:26:31.726" v="9063" actId="20577"/>
        <pc:sldMkLst>
          <pc:docMk/>
          <pc:sldMk cId="432192727" sldId="420"/>
        </pc:sldMkLst>
      </pc:sldChg>
      <pc:sldChg chg="delSp modSp 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3491152931" sldId="421"/>
        </pc:sldMkLst>
      </pc:sldChg>
      <pc:sldChg chg="delSp modSp 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2926374771" sldId="422"/>
        </pc:sldMkLst>
      </pc:sldChg>
      <pc:sldChg chg="addSp delSp modSp add mod">
        <pc:chgData name="Osvaldo Luiz Santos Pereira" userId="c308351cf5a860c7" providerId="LiveId" clId="{A3F69AA3-F4D4-485D-9DDE-0F018352D6E2}" dt="2025-02-16T03:26:20.294" v="9055" actId="20577"/>
        <pc:sldMkLst>
          <pc:docMk/>
          <pc:sldMk cId="620905988" sldId="423"/>
        </pc:sldMkLst>
      </pc:sldChg>
      <pc:sldChg chg="addSp delSp modSp 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537155377" sldId="424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1980405925" sldId="425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1224969674" sldId="426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2367109356" sldId="427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2982213466" sldId="428"/>
        </pc:sldMkLst>
      </pc:sldChg>
      <pc:sldChg chg="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2130668820" sldId="429"/>
        </pc:sldMkLst>
      </pc:sldChg>
      <pc:sldChg chg="add del">
        <pc:chgData name="Osvaldo Luiz Santos Pereira" userId="c308351cf5a860c7" providerId="LiveId" clId="{A3F69AA3-F4D4-485D-9DDE-0F018352D6E2}" dt="2025-02-14T02:31:39.288" v="2810" actId="47"/>
        <pc:sldMkLst>
          <pc:docMk/>
          <pc:sldMk cId="3920781823" sldId="430"/>
        </pc:sldMkLst>
      </pc:sldChg>
      <pc:sldChg chg="addSp delSp modSp new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4281083970" sldId="430"/>
        </pc:sldMkLst>
      </pc:sldChg>
      <pc:sldChg chg="delSp modSp add mod modShow">
        <pc:chgData name="Osvaldo Luiz Santos Pereira" userId="c308351cf5a860c7" providerId="LiveId" clId="{A3F69AA3-F4D4-485D-9DDE-0F018352D6E2}" dt="2025-02-15T02:41:13.046" v="4027" actId="729"/>
        <pc:sldMkLst>
          <pc:docMk/>
          <pc:sldMk cId="630197715" sldId="431"/>
        </pc:sldMkLst>
      </pc:sldChg>
      <pc:sldChg chg="delSp modSp add mod">
        <pc:chgData name="Osvaldo Luiz Santos Pereira" userId="c308351cf5a860c7" providerId="LiveId" clId="{A3F69AA3-F4D4-485D-9DDE-0F018352D6E2}" dt="2025-02-15T14:18:40.210" v="6901" actId="20577"/>
        <pc:sldMkLst>
          <pc:docMk/>
          <pc:sldMk cId="1294623638" sldId="432"/>
        </pc:sldMkLst>
      </pc:sldChg>
      <pc:sldChg chg="addSp delSp modSp add mod">
        <pc:chgData name="Osvaldo Luiz Santos Pereira" userId="c308351cf5a860c7" providerId="LiveId" clId="{A3F69AA3-F4D4-485D-9DDE-0F018352D6E2}" dt="2025-02-15T21:10:47.209" v="7913" actId="478"/>
        <pc:sldMkLst>
          <pc:docMk/>
          <pc:sldMk cId="4289140337" sldId="433"/>
        </pc:sldMkLst>
      </pc:sldChg>
      <pc:sldChg chg="modSp add mod">
        <pc:chgData name="Osvaldo Luiz Santos Pereira" userId="c308351cf5a860c7" providerId="LiveId" clId="{A3F69AA3-F4D4-485D-9DDE-0F018352D6E2}" dt="2025-02-16T03:25:22.660" v="9027" actId="20577"/>
        <pc:sldMkLst>
          <pc:docMk/>
          <pc:sldMk cId="3361833182" sldId="434"/>
        </pc:sldMkLst>
      </pc:sldChg>
      <pc:sldChg chg="addSp delSp modSp add mod">
        <pc:chgData name="Osvaldo Luiz Santos Pereira" userId="c308351cf5a860c7" providerId="LiveId" clId="{A3F69AA3-F4D4-485D-9DDE-0F018352D6E2}" dt="2025-02-16T03:24:41.915" v="9025" actId="20577"/>
        <pc:sldMkLst>
          <pc:docMk/>
          <pc:sldMk cId="3587222122" sldId="435"/>
        </pc:sldMkLst>
      </pc:sldChg>
    </pc:docChg>
  </pc:docChgLst>
  <pc:docChgLst>
    <pc:chgData name="Osvaldo Luiz Santos Pereira" userId="c308351cf5a860c7" providerId="LiveId" clId="{6C6DB88F-B860-40CD-8046-75D7ECBA762A}"/>
    <pc:docChg chg="undo custSel addSld delSld modSld sldOrd">
      <pc:chgData name="Osvaldo Luiz Santos Pereira" userId="c308351cf5a860c7" providerId="LiveId" clId="{6C6DB88F-B860-40CD-8046-75D7ECBA762A}" dt="2025-03-11T22:56:00.191" v="3159" actId="14100"/>
      <pc:docMkLst>
        <pc:docMk/>
      </pc:docMkLst>
      <pc:sldChg chg="addSp delSp modSp mod modAnim">
        <pc:chgData name="Osvaldo Luiz Santos Pereira" userId="c308351cf5a860c7" providerId="LiveId" clId="{6C6DB88F-B860-40CD-8046-75D7ECBA762A}" dt="2025-03-11T01:31:18.707" v="934" actId="14100"/>
        <pc:sldMkLst>
          <pc:docMk/>
          <pc:sldMk cId="182255862" sldId="390"/>
        </pc:sldMkLst>
        <pc:spChg chg="add mod">
          <ac:chgData name="Osvaldo Luiz Santos Pereira" userId="c308351cf5a860c7" providerId="LiveId" clId="{6C6DB88F-B860-40CD-8046-75D7ECBA762A}" dt="2025-03-11T01:31:09.168" v="932" actId="6549"/>
          <ac:spMkLst>
            <pc:docMk/>
            <pc:sldMk cId="182255862" sldId="390"/>
            <ac:spMk id="4" creationId="{727C0B3E-AD2F-DACE-2750-42D3E9817DF9}"/>
          </ac:spMkLst>
        </pc:spChg>
        <pc:spChg chg="del">
          <ac:chgData name="Osvaldo Luiz Santos Pereira" userId="c308351cf5a860c7" providerId="LiveId" clId="{6C6DB88F-B860-40CD-8046-75D7ECBA762A}" dt="2025-03-11T00:46:03.206" v="1" actId="478"/>
          <ac:spMkLst>
            <pc:docMk/>
            <pc:sldMk cId="182255862" sldId="390"/>
            <ac:spMk id="5" creationId="{39DD14A7-6D87-1C14-DD47-7EE4FE20BDCD}"/>
          </ac:spMkLst>
        </pc:spChg>
        <pc:spChg chg="mod">
          <ac:chgData name="Osvaldo Luiz Santos Pereira" userId="c308351cf5a860c7" providerId="LiveId" clId="{6C6DB88F-B860-40CD-8046-75D7ECBA762A}" dt="2025-03-11T01:02:33.226" v="122" actId="20577"/>
          <ac:spMkLst>
            <pc:docMk/>
            <pc:sldMk cId="182255862" sldId="390"/>
            <ac:spMk id="17" creationId="{C249C339-7CDE-E8E9-DA05-A29DDFC9DFAE}"/>
          </ac:spMkLst>
        </pc:spChg>
        <pc:picChg chg="add mod">
          <ac:chgData name="Osvaldo Luiz Santos Pereira" userId="c308351cf5a860c7" providerId="LiveId" clId="{6C6DB88F-B860-40CD-8046-75D7ECBA762A}" dt="2025-03-11T01:31:18.707" v="934" actId="14100"/>
          <ac:picMkLst>
            <pc:docMk/>
            <pc:sldMk cId="182255862" sldId="390"/>
            <ac:picMk id="2" creationId="{B3A3C582-E137-E47B-D7EE-0BF1247F7E59}"/>
          </ac:picMkLst>
        </pc:picChg>
        <pc:picChg chg="del">
          <ac:chgData name="Osvaldo Luiz Santos Pereira" userId="c308351cf5a860c7" providerId="LiveId" clId="{6C6DB88F-B860-40CD-8046-75D7ECBA762A}" dt="2025-03-11T00:45:59.022" v="0" actId="478"/>
          <ac:picMkLst>
            <pc:docMk/>
            <pc:sldMk cId="182255862" sldId="390"/>
            <ac:picMk id="9" creationId="{FE2C8780-A36C-FD73-98C1-4C26A1BCB9DD}"/>
          </ac:picMkLst>
        </pc:picChg>
      </pc:sldChg>
      <pc:sldChg chg="del">
        <pc:chgData name="Osvaldo Luiz Santos Pereira" userId="c308351cf5a860c7" providerId="LiveId" clId="{6C6DB88F-B860-40CD-8046-75D7ECBA762A}" dt="2025-03-11T00:46:12.733" v="16" actId="47"/>
        <pc:sldMkLst>
          <pc:docMk/>
          <pc:sldMk cId="3848984429" sldId="391"/>
        </pc:sldMkLst>
      </pc:sldChg>
      <pc:sldChg chg="del">
        <pc:chgData name="Osvaldo Luiz Santos Pereira" userId="c308351cf5a860c7" providerId="LiveId" clId="{6C6DB88F-B860-40CD-8046-75D7ECBA762A}" dt="2025-03-11T00:46:13.163" v="17" actId="47"/>
        <pc:sldMkLst>
          <pc:docMk/>
          <pc:sldMk cId="802503249" sldId="392"/>
        </pc:sldMkLst>
      </pc:sldChg>
      <pc:sldChg chg="del">
        <pc:chgData name="Osvaldo Luiz Santos Pereira" userId="c308351cf5a860c7" providerId="LiveId" clId="{6C6DB88F-B860-40CD-8046-75D7ECBA762A}" dt="2025-03-11T00:46:13.335" v="18" actId="47"/>
        <pc:sldMkLst>
          <pc:docMk/>
          <pc:sldMk cId="2258303529" sldId="393"/>
        </pc:sldMkLst>
      </pc:sldChg>
      <pc:sldChg chg="mod modShow">
        <pc:chgData name="Osvaldo Luiz Santos Pereira" userId="c308351cf5a860c7" providerId="LiveId" clId="{6C6DB88F-B860-40CD-8046-75D7ECBA762A}" dt="2025-03-11T18:38:10.207" v="2449" actId="729"/>
        <pc:sldMkLst>
          <pc:docMk/>
          <pc:sldMk cId="4111278475" sldId="395"/>
        </pc:sldMkLst>
      </pc:sldChg>
      <pc:sldChg chg="add del">
        <pc:chgData name="Osvaldo Luiz Santos Pereira" userId="c308351cf5a860c7" providerId="LiveId" clId="{6C6DB88F-B860-40CD-8046-75D7ECBA762A}" dt="2025-03-11T00:46:16.007" v="22" actId="47"/>
        <pc:sldMkLst>
          <pc:docMk/>
          <pc:sldMk cId="1327871069" sldId="396"/>
        </pc:sldMkLst>
      </pc:sldChg>
      <pc:sldChg chg="mod modShow">
        <pc:chgData name="Osvaldo Luiz Santos Pereira" userId="c308351cf5a860c7" providerId="LiveId" clId="{6C6DB88F-B860-40CD-8046-75D7ECBA762A}" dt="2025-03-11T18:38:02.276" v="2448" actId="729"/>
        <pc:sldMkLst>
          <pc:docMk/>
          <pc:sldMk cId="3708906905" sldId="397"/>
        </pc:sldMkLst>
      </pc:sldChg>
      <pc:sldChg chg="del">
        <pc:chgData name="Osvaldo Luiz Santos Pereira" userId="c308351cf5a860c7" providerId="LiveId" clId="{6C6DB88F-B860-40CD-8046-75D7ECBA762A}" dt="2025-03-11T00:46:13.742" v="19" actId="47"/>
        <pc:sldMkLst>
          <pc:docMk/>
          <pc:sldMk cId="1533336960" sldId="398"/>
        </pc:sldMkLst>
      </pc:sldChg>
      <pc:sldChg chg="del">
        <pc:chgData name="Osvaldo Luiz Santos Pereira" userId="c308351cf5a860c7" providerId="LiveId" clId="{6C6DB88F-B860-40CD-8046-75D7ECBA762A}" dt="2025-03-11T00:46:14.367" v="20" actId="47"/>
        <pc:sldMkLst>
          <pc:docMk/>
          <pc:sldMk cId="1226727016" sldId="399"/>
        </pc:sldMkLst>
      </pc:sldChg>
      <pc:sldChg chg="addSp delSp modSp add mod">
        <pc:chgData name="Osvaldo Luiz Santos Pereira" userId="c308351cf5a860c7" providerId="LiveId" clId="{6C6DB88F-B860-40CD-8046-75D7ECBA762A}" dt="2025-03-11T01:48:41.989" v="1372" actId="113"/>
        <pc:sldMkLst>
          <pc:docMk/>
          <pc:sldMk cId="1050973710" sldId="400"/>
        </pc:sldMkLst>
        <pc:spChg chg="add mod">
          <ac:chgData name="Osvaldo Luiz Santos Pereira" userId="c308351cf5a860c7" providerId="LiveId" clId="{6C6DB88F-B860-40CD-8046-75D7ECBA762A}" dt="2025-03-11T01:26:03.731" v="682" actId="1038"/>
          <ac:spMkLst>
            <pc:docMk/>
            <pc:sldMk cId="1050973710" sldId="400"/>
            <ac:spMk id="9" creationId="{8C0FF993-3182-E93B-7F99-DC72FE9074B6}"/>
          </ac:spMkLst>
        </pc:spChg>
        <pc:spChg chg="add mod">
          <ac:chgData name="Osvaldo Luiz Santos Pereira" userId="c308351cf5a860c7" providerId="LiveId" clId="{6C6DB88F-B860-40CD-8046-75D7ECBA762A}" dt="2025-03-11T01:25:39.336" v="629" actId="14100"/>
          <ac:spMkLst>
            <pc:docMk/>
            <pc:sldMk cId="1050973710" sldId="400"/>
            <ac:spMk id="15" creationId="{7FBC10C3-DF9D-F8DD-48BD-F89BF1FABBE6}"/>
          </ac:spMkLst>
        </pc:spChg>
        <pc:spChg chg="add mod">
          <ac:chgData name="Osvaldo Luiz Santos Pereira" userId="c308351cf5a860c7" providerId="LiveId" clId="{6C6DB88F-B860-40CD-8046-75D7ECBA762A}" dt="2025-03-11T01:26:03.731" v="682" actId="1038"/>
          <ac:spMkLst>
            <pc:docMk/>
            <pc:sldMk cId="1050973710" sldId="400"/>
            <ac:spMk id="16" creationId="{4A112B37-7DE4-DF31-A16F-2504A162C1E5}"/>
          </ac:spMkLst>
        </pc:spChg>
        <pc:spChg chg="mod">
          <ac:chgData name="Osvaldo Luiz Santos Pereira" userId="c308351cf5a860c7" providerId="LiveId" clId="{6C6DB88F-B860-40CD-8046-75D7ECBA762A}" dt="2025-03-11T01:02:53.196" v="156" actId="20577"/>
          <ac:spMkLst>
            <pc:docMk/>
            <pc:sldMk cId="1050973710" sldId="400"/>
            <ac:spMk id="17" creationId="{52819990-605B-A06F-9A8E-52D2CBFBDA1D}"/>
          </ac:spMkLst>
        </pc:spChg>
        <pc:spChg chg="add mod">
          <ac:chgData name="Osvaldo Luiz Santos Pereira" userId="c308351cf5a860c7" providerId="LiveId" clId="{6C6DB88F-B860-40CD-8046-75D7ECBA762A}" dt="2025-03-11T01:26:03.731" v="682" actId="1038"/>
          <ac:spMkLst>
            <pc:docMk/>
            <pc:sldMk cId="1050973710" sldId="400"/>
            <ac:spMk id="18" creationId="{6BA16670-B1E1-53F5-43CF-2D50E5CB3207}"/>
          </ac:spMkLst>
        </pc:spChg>
        <pc:spChg chg="add mod">
          <ac:chgData name="Osvaldo Luiz Santos Pereira" userId="c308351cf5a860c7" providerId="LiveId" clId="{6C6DB88F-B860-40CD-8046-75D7ECBA762A}" dt="2025-03-11T01:26:03.731" v="682" actId="1038"/>
          <ac:spMkLst>
            <pc:docMk/>
            <pc:sldMk cId="1050973710" sldId="400"/>
            <ac:spMk id="19" creationId="{716D048D-7FC7-C0FE-AD2D-B63F4274C84B}"/>
          </ac:spMkLst>
        </pc:spChg>
        <pc:spChg chg="add mod">
          <ac:chgData name="Osvaldo Luiz Santos Pereira" userId="c308351cf5a860c7" providerId="LiveId" clId="{6C6DB88F-B860-40CD-8046-75D7ECBA762A}" dt="2025-03-11T01:26:03.731" v="682" actId="1038"/>
          <ac:spMkLst>
            <pc:docMk/>
            <pc:sldMk cId="1050973710" sldId="400"/>
            <ac:spMk id="20" creationId="{95419FFA-FE3F-C20D-84E6-9CD1C2746899}"/>
          </ac:spMkLst>
        </pc:spChg>
        <pc:spChg chg="add mod">
          <ac:chgData name="Osvaldo Luiz Santos Pereira" userId="c308351cf5a860c7" providerId="LiveId" clId="{6C6DB88F-B860-40CD-8046-75D7ECBA762A}" dt="2025-03-11T01:26:03.731" v="682" actId="1038"/>
          <ac:spMkLst>
            <pc:docMk/>
            <pc:sldMk cId="1050973710" sldId="400"/>
            <ac:spMk id="24" creationId="{E74A843C-8658-61A6-5722-52910675042B}"/>
          </ac:spMkLst>
        </pc:spChg>
        <pc:spChg chg="add mod">
          <ac:chgData name="Osvaldo Luiz Santos Pereira" userId="c308351cf5a860c7" providerId="LiveId" clId="{6C6DB88F-B860-40CD-8046-75D7ECBA762A}" dt="2025-03-11T01:26:03.731" v="682" actId="1038"/>
          <ac:spMkLst>
            <pc:docMk/>
            <pc:sldMk cId="1050973710" sldId="400"/>
            <ac:spMk id="28" creationId="{08321ED1-8D06-93B7-0815-C7A18921C6CC}"/>
          </ac:spMkLst>
        </pc:spChg>
        <pc:spChg chg="add mod">
          <ac:chgData name="Osvaldo Luiz Santos Pereira" userId="c308351cf5a860c7" providerId="LiveId" clId="{6C6DB88F-B860-40CD-8046-75D7ECBA762A}" dt="2025-03-11T01:26:03.731" v="682" actId="1038"/>
          <ac:spMkLst>
            <pc:docMk/>
            <pc:sldMk cId="1050973710" sldId="400"/>
            <ac:spMk id="29" creationId="{B391518F-59DE-BF86-BFB7-A829699070EC}"/>
          </ac:spMkLst>
        </pc:spChg>
        <pc:spChg chg="add mod">
          <ac:chgData name="Osvaldo Luiz Santos Pereira" userId="c308351cf5a860c7" providerId="LiveId" clId="{6C6DB88F-B860-40CD-8046-75D7ECBA762A}" dt="2025-03-11T01:26:03.731" v="682" actId="1038"/>
          <ac:spMkLst>
            <pc:docMk/>
            <pc:sldMk cId="1050973710" sldId="400"/>
            <ac:spMk id="30" creationId="{5596237B-B69B-A461-9E48-0D68D915DEFB}"/>
          </ac:spMkLst>
        </pc:spChg>
        <pc:spChg chg="add mod">
          <ac:chgData name="Osvaldo Luiz Santos Pereira" userId="c308351cf5a860c7" providerId="LiveId" clId="{6C6DB88F-B860-40CD-8046-75D7ECBA762A}" dt="2025-03-11T01:14:23.404" v="312" actId="767"/>
          <ac:spMkLst>
            <pc:docMk/>
            <pc:sldMk cId="1050973710" sldId="400"/>
            <ac:spMk id="31" creationId="{C49A6C4A-1430-39CF-0AB7-325768FEBDDD}"/>
          </ac:spMkLst>
        </pc:spChg>
        <pc:spChg chg="add mod">
          <ac:chgData name="Osvaldo Luiz Santos Pereira" userId="c308351cf5a860c7" providerId="LiveId" clId="{6C6DB88F-B860-40CD-8046-75D7ECBA762A}" dt="2025-03-11T01:26:03.731" v="682" actId="1038"/>
          <ac:spMkLst>
            <pc:docMk/>
            <pc:sldMk cId="1050973710" sldId="400"/>
            <ac:spMk id="32" creationId="{3CB37698-A052-4DA1-6C83-D5F4F9E92A5D}"/>
          </ac:spMkLst>
        </pc:spChg>
        <pc:spChg chg="add mod">
          <ac:chgData name="Osvaldo Luiz Santos Pereira" userId="c308351cf5a860c7" providerId="LiveId" clId="{6C6DB88F-B860-40CD-8046-75D7ECBA762A}" dt="2025-03-11T01:48:41.989" v="1372" actId="113"/>
          <ac:spMkLst>
            <pc:docMk/>
            <pc:sldMk cId="1050973710" sldId="400"/>
            <ac:spMk id="34" creationId="{D106B780-A9B8-D5A0-CC90-E24CD9D37821}"/>
          </ac:spMkLst>
        </pc:spChg>
        <pc:spChg chg="add mod">
          <ac:chgData name="Osvaldo Luiz Santos Pereira" userId="c308351cf5a860c7" providerId="LiveId" clId="{6C6DB88F-B860-40CD-8046-75D7ECBA762A}" dt="2025-03-11T01:29:12.707" v="838" actId="571"/>
          <ac:spMkLst>
            <pc:docMk/>
            <pc:sldMk cId="1050973710" sldId="400"/>
            <ac:spMk id="41" creationId="{C68C404D-8A3F-DF7B-BB29-EBAD189F843D}"/>
          </ac:spMkLst>
        </pc:spChg>
        <pc:spChg chg="add mod">
          <ac:chgData name="Osvaldo Luiz Santos Pereira" userId="c308351cf5a860c7" providerId="LiveId" clId="{6C6DB88F-B860-40CD-8046-75D7ECBA762A}" dt="2025-03-11T01:48:34.234" v="1371" actId="20577"/>
          <ac:spMkLst>
            <pc:docMk/>
            <pc:sldMk cId="1050973710" sldId="400"/>
            <ac:spMk id="42" creationId="{DB829A54-1563-F9A8-C569-8CEB901C4196}"/>
          </ac:spMkLst>
        </pc:spChg>
        <pc:cxnChg chg="add mod">
          <ac:chgData name="Osvaldo Luiz Santos Pereira" userId="c308351cf5a860c7" providerId="LiveId" clId="{6C6DB88F-B860-40CD-8046-75D7ECBA762A}" dt="2025-03-11T01:07:40.293" v="231" actId="1076"/>
          <ac:cxnSpMkLst>
            <pc:docMk/>
            <pc:sldMk cId="1050973710" sldId="400"/>
            <ac:cxnSpMk id="3" creationId="{022624EE-F1E8-340A-6968-1E1F8F9D1A8B}"/>
          </ac:cxnSpMkLst>
        </pc:cxnChg>
        <pc:cxnChg chg="add mod">
          <ac:chgData name="Osvaldo Luiz Santos Pereira" userId="c308351cf5a860c7" providerId="LiveId" clId="{6C6DB88F-B860-40CD-8046-75D7ECBA762A}" dt="2025-03-11T01:26:10.371" v="683" actId="14100"/>
          <ac:cxnSpMkLst>
            <pc:docMk/>
            <pc:sldMk cId="1050973710" sldId="400"/>
            <ac:cxnSpMk id="4" creationId="{DB32BBEB-C567-8A93-676E-7538A01A1C8B}"/>
          </ac:cxnSpMkLst>
        </pc:cxnChg>
        <pc:cxnChg chg="add mod">
          <ac:chgData name="Osvaldo Luiz Santos Pereira" userId="c308351cf5a860c7" providerId="LiveId" clId="{6C6DB88F-B860-40CD-8046-75D7ECBA762A}" dt="2025-03-11T01:07:40.293" v="231" actId="1076"/>
          <ac:cxnSpMkLst>
            <pc:docMk/>
            <pc:sldMk cId="1050973710" sldId="400"/>
            <ac:cxnSpMk id="10" creationId="{6FB9FAC4-EE7D-FB6B-C872-695BF179076B}"/>
          </ac:cxnSpMkLst>
        </pc:cxnChg>
        <pc:cxnChg chg="add mod">
          <ac:chgData name="Osvaldo Luiz Santos Pereira" userId="c308351cf5a860c7" providerId="LiveId" clId="{6C6DB88F-B860-40CD-8046-75D7ECBA762A}" dt="2025-03-11T01:07:40.293" v="231" actId="1076"/>
          <ac:cxnSpMkLst>
            <pc:docMk/>
            <pc:sldMk cId="1050973710" sldId="400"/>
            <ac:cxnSpMk id="12" creationId="{443422FC-D8F7-9DEA-E6DA-1629007B97B9}"/>
          </ac:cxnSpMkLst>
        </pc:cxnChg>
        <pc:cxnChg chg="add mod">
          <ac:chgData name="Osvaldo Luiz Santos Pereira" userId="c308351cf5a860c7" providerId="LiveId" clId="{6C6DB88F-B860-40CD-8046-75D7ECBA762A}" dt="2025-03-11T01:14:52.848" v="318" actId="14100"/>
          <ac:cxnSpMkLst>
            <pc:docMk/>
            <pc:sldMk cId="1050973710" sldId="400"/>
            <ac:cxnSpMk id="21" creationId="{3C34447C-BD4D-4D51-C200-9093A8864CE6}"/>
          </ac:cxnSpMkLst>
        </pc:cxnChg>
        <pc:cxnChg chg="add del mod">
          <ac:chgData name="Osvaldo Luiz Santos Pereira" userId="c308351cf5a860c7" providerId="LiveId" clId="{6C6DB88F-B860-40CD-8046-75D7ECBA762A}" dt="2025-03-11T01:10:06.721" v="273" actId="478"/>
          <ac:cxnSpMkLst>
            <pc:docMk/>
            <pc:sldMk cId="1050973710" sldId="400"/>
            <ac:cxnSpMk id="26" creationId="{D0591410-58A3-1301-9790-5A1BB3EECBF6}"/>
          </ac:cxnSpMkLst>
        </pc:cxnChg>
      </pc:sldChg>
      <pc:sldChg chg="addSp delSp modSp add mod">
        <pc:chgData name="Osvaldo Luiz Santos Pereira" userId="c308351cf5a860c7" providerId="LiveId" clId="{6C6DB88F-B860-40CD-8046-75D7ECBA762A}" dt="2025-03-11T01:22:11.321" v="538" actId="14100"/>
        <pc:sldMkLst>
          <pc:docMk/>
          <pc:sldMk cId="1424590323" sldId="401"/>
        </pc:sldMkLst>
        <pc:spChg chg="add mod">
          <ac:chgData name="Osvaldo Luiz Santos Pereira" userId="c308351cf5a860c7" providerId="LiveId" clId="{6C6DB88F-B860-40CD-8046-75D7ECBA762A}" dt="2025-03-11T01:22:11.321" v="538" actId="14100"/>
          <ac:spMkLst>
            <pc:docMk/>
            <pc:sldMk cId="1424590323" sldId="401"/>
            <ac:spMk id="5" creationId="{547718F3-EF05-7EFC-3D0B-BC974B0FA32F}"/>
          </ac:spMkLst>
        </pc:spChg>
        <pc:spChg chg="add mod">
          <ac:chgData name="Osvaldo Luiz Santos Pereira" userId="c308351cf5a860c7" providerId="LiveId" clId="{6C6DB88F-B860-40CD-8046-75D7ECBA762A}" dt="2025-03-11T01:21:47.989" v="533" actId="14100"/>
          <ac:spMkLst>
            <pc:docMk/>
            <pc:sldMk cId="1424590323" sldId="401"/>
            <ac:spMk id="8" creationId="{64F06883-030D-2688-82C2-111612256B09}"/>
          </ac:spMkLst>
        </pc:spChg>
        <pc:spChg chg="mod">
          <ac:chgData name="Osvaldo Luiz Santos Pereira" userId="c308351cf5a860c7" providerId="LiveId" clId="{6C6DB88F-B860-40CD-8046-75D7ECBA762A}" dt="2025-03-11T01:18:00.232" v="464" actId="20577"/>
          <ac:spMkLst>
            <pc:docMk/>
            <pc:sldMk cId="1424590323" sldId="401"/>
            <ac:spMk id="17" creationId="{2B0AE271-F498-9101-8E5D-5E9459A806FE}"/>
          </ac:spMkLst>
        </pc:spChg>
        <pc:picChg chg="add del mod">
          <ac:chgData name="Osvaldo Luiz Santos Pereira" userId="c308351cf5a860c7" providerId="LiveId" clId="{6C6DB88F-B860-40CD-8046-75D7ECBA762A}" dt="2025-03-11T01:12:51.187" v="281" actId="478"/>
          <ac:picMkLst>
            <pc:docMk/>
            <pc:sldMk cId="1424590323" sldId="401"/>
            <ac:picMk id="3" creationId="{BD6B0496-EA2D-1BE1-0295-BC1D916A9C61}"/>
          </ac:picMkLst>
        </pc:picChg>
        <pc:picChg chg="add mod">
          <ac:chgData name="Osvaldo Luiz Santos Pereira" userId="c308351cf5a860c7" providerId="LiveId" clId="{6C6DB88F-B860-40CD-8046-75D7ECBA762A}" dt="2025-03-11T01:21:53.396" v="535" actId="14100"/>
          <ac:picMkLst>
            <pc:docMk/>
            <pc:sldMk cId="1424590323" sldId="401"/>
            <ac:picMk id="1026" creationId="{43B732C5-9F6D-50E7-E7A6-DDCFEC101202}"/>
          </ac:picMkLst>
        </pc:picChg>
      </pc:sldChg>
      <pc:sldChg chg="addSp modSp add mod">
        <pc:chgData name="Osvaldo Luiz Santos Pereira" userId="c308351cf5a860c7" providerId="LiveId" clId="{6C6DB88F-B860-40CD-8046-75D7ECBA762A}" dt="2025-03-11T22:19:33.882" v="3007" actId="1076"/>
        <pc:sldMkLst>
          <pc:docMk/>
          <pc:sldMk cId="1431552877" sldId="402"/>
        </pc:sldMkLst>
        <pc:spChg chg="add mod">
          <ac:chgData name="Osvaldo Luiz Santos Pereira" userId="c308351cf5a860c7" providerId="LiveId" clId="{6C6DB88F-B860-40CD-8046-75D7ECBA762A}" dt="2025-03-11T22:19:33.882" v="3007" actId="1076"/>
          <ac:spMkLst>
            <pc:docMk/>
            <pc:sldMk cId="1431552877" sldId="402"/>
            <ac:spMk id="2" creationId="{98878A48-8F45-F4CF-8F2A-11F962F0DF63}"/>
          </ac:spMkLst>
        </pc:spChg>
        <pc:spChg chg="mod">
          <ac:chgData name="Osvaldo Luiz Santos Pereira" userId="c308351cf5a860c7" providerId="LiveId" clId="{6C6DB88F-B860-40CD-8046-75D7ECBA762A}" dt="2025-03-11T00:52:49.637" v="43" actId="20577"/>
          <ac:spMkLst>
            <pc:docMk/>
            <pc:sldMk cId="1431552877" sldId="402"/>
            <ac:spMk id="17" creationId="{EF0769BD-8183-0D5D-512A-8294E7A17A77}"/>
          </ac:spMkLst>
        </pc:spChg>
      </pc:sldChg>
      <pc:sldChg chg="addSp delSp modSp add mod ord modShow">
        <pc:chgData name="Osvaldo Luiz Santos Pereira" userId="c308351cf5a860c7" providerId="LiveId" clId="{6C6DB88F-B860-40CD-8046-75D7ECBA762A}" dt="2025-03-11T20:33:07.897" v="2455" actId="20577"/>
        <pc:sldMkLst>
          <pc:docMk/>
          <pc:sldMk cId="2993253544" sldId="403"/>
        </pc:sldMkLst>
        <pc:spChg chg="add mod">
          <ac:chgData name="Osvaldo Luiz Santos Pereira" userId="c308351cf5a860c7" providerId="LiveId" clId="{6C6DB88F-B860-40CD-8046-75D7ECBA762A}" dt="2025-03-11T20:33:07.897" v="2455" actId="20577"/>
          <ac:spMkLst>
            <pc:docMk/>
            <pc:sldMk cId="2993253544" sldId="403"/>
            <ac:spMk id="2" creationId="{0D39DC66-A273-F077-70B2-B6FA910D95FB}"/>
          </ac:spMkLst>
        </pc:spChg>
        <pc:spChg chg="del">
          <ac:chgData name="Osvaldo Luiz Santos Pereira" userId="c308351cf5a860c7" providerId="LiveId" clId="{6C6DB88F-B860-40CD-8046-75D7ECBA762A}" dt="2025-03-11T01:32:11.148" v="936" actId="478"/>
          <ac:spMkLst>
            <pc:docMk/>
            <pc:sldMk cId="2993253544" sldId="403"/>
            <ac:spMk id="5" creationId="{7B580B68-6BFE-890C-8583-B195B121879D}"/>
          </ac:spMkLst>
        </pc:spChg>
        <pc:spChg chg="del">
          <ac:chgData name="Osvaldo Luiz Santos Pereira" userId="c308351cf5a860c7" providerId="LiveId" clId="{6C6DB88F-B860-40CD-8046-75D7ECBA762A}" dt="2025-03-11T01:32:11.148" v="936" actId="478"/>
          <ac:spMkLst>
            <pc:docMk/>
            <pc:sldMk cId="2993253544" sldId="403"/>
            <ac:spMk id="8" creationId="{C5731570-AD68-7C60-8F1A-A6A14BEDC362}"/>
          </ac:spMkLst>
        </pc:spChg>
        <pc:spChg chg="mod">
          <ac:chgData name="Osvaldo Luiz Santos Pereira" userId="c308351cf5a860c7" providerId="LiveId" clId="{6C6DB88F-B860-40CD-8046-75D7ECBA762A}" dt="2025-03-11T01:33:11.085" v="967" actId="20577"/>
          <ac:spMkLst>
            <pc:docMk/>
            <pc:sldMk cId="2993253544" sldId="403"/>
            <ac:spMk id="17" creationId="{E590059C-C8EA-4ADF-ED84-A053131E1828}"/>
          </ac:spMkLst>
        </pc:spChg>
        <pc:picChg chg="del">
          <ac:chgData name="Osvaldo Luiz Santos Pereira" userId="c308351cf5a860c7" providerId="LiveId" clId="{6C6DB88F-B860-40CD-8046-75D7ECBA762A}" dt="2025-03-11T01:32:11.148" v="936" actId="478"/>
          <ac:picMkLst>
            <pc:docMk/>
            <pc:sldMk cId="2993253544" sldId="403"/>
            <ac:picMk id="1026" creationId="{6758E001-5998-AD45-37DA-E4E36FE00E37}"/>
          </ac:picMkLst>
        </pc:picChg>
      </pc:sldChg>
      <pc:sldChg chg="addSp delSp modSp add mod">
        <pc:chgData name="Osvaldo Luiz Santos Pereira" userId="c308351cf5a860c7" providerId="LiveId" clId="{6C6DB88F-B860-40CD-8046-75D7ECBA762A}" dt="2025-03-11T21:24:04.980" v="2803" actId="255"/>
        <pc:sldMkLst>
          <pc:docMk/>
          <pc:sldMk cId="49815788" sldId="404"/>
        </pc:sldMkLst>
        <pc:spChg chg="add del mod">
          <ac:chgData name="Osvaldo Luiz Santos Pereira" userId="c308351cf5a860c7" providerId="LiveId" clId="{6C6DB88F-B860-40CD-8046-75D7ECBA762A}" dt="2025-03-11T01:55:27.526" v="1664"/>
          <ac:spMkLst>
            <pc:docMk/>
            <pc:sldMk cId="49815788" sldId="404"/>
            <ac:spMk id="3" creationId="{F67D79C9-64F2-6606-E644-D8DA2E045F88}"/>
          </ac:spMkLst>
        </pc:spChg>
        <pc:spChg chg="add del">
          <ac:chgData name="Osvaldo Luiz Santos Pereira" userId="c308351cf5a860c7" providerId="LiveId" clId="{6C6DB88F-B860-40CD-8046-75D7ECBA762A}" dt="2025-03-11T01:55:29.495" v="1666" actId="22"/>
          <ac:spMkLst>
            <pc:docMk/>
            <pc:sldMk cId="49815788" sldId="404"/>
            <ac:spMk id="5" creationId="{C22D32F5-E80D-1326-A284-D4F95893901D}"/>
          </ac:spMkLst>
        </pc:spChg>
        <pc:spChg chg="add del">
          <ac:chgData name="Osvaldo Luiz Santos Pereira" userId="c308351cf5a860c7" providerId="LiveId" clId="{6C6DB88F-B860-40CD-8046-75D7ECBA762A}" dt="2025-03-11T01:55:36.857" v="1668" actId="478"/>
          <ac:spMkLst>
            <pc:docMk/>
            <pc:sldMk cId="49815788" sldId="404"/>
            <ac:spMk id="8" creationId="{7911DA51-EE93-E1BB-41C1-2339E7D6FB07}"/>
          </ac:spMkLst>
        </pc:spChg>
        <pc:spChg chg="add mod">
          <ac:chgData name="Osvaldo Luiz Santos Pereira" userId="c308351cf5a860c7" providerId="LiveId" clId="{6C6DB88F-B860-40CD-8046-75D7ECBA762A}" dt="2025-03-11T01:59:08.984" v="1853" actId="1076"/>
          <ac:spMkLst>
            <pc:docMk/>
            <pc:sldMk cId="49815788" sldId="404"/>
            <ac:spMk id="9" creationId="{4D0A7E37-36BE-6783-AE8C-6867B335285B}"/>
          </ac:spMkLst>
        </pc:spChg>
        <pc:spChg chg="add mod">
          <ac:chgData name="Osvaldo Luiz Santos Pereira" userId="c308351cf5a860c7" providerId="LiveId" clId="{6C6DB88F-B860-40CD-8046-75D7ECBA762A}" dt="2025-03-11T02:01:11.860" v="1972" actId="1076"/>
          <ac:spMkLst>
            <pc:docMk/>
            <pc:sldMk cId="49815788" sldId="404"/>
            <ac:spMk id="10" creationId="{29557C43-1A52-5CF2-ADC4-D3B46B66F1BC}"/>
          </ac:spMkLst>
        </pc:spChg>
        <pc:spChg chg="add mod">
          <ac:chgData name="Osvaldo Luiz Santos Pereira" userId="c308351cf5a860c7" providerId="LiveId" clId="{6C6DB88F-B860-40CD-8046-75D7ECBA762A}" dt="2025-03-11T02:01:22.074" v="1975" actId="1076"/>
          <ac:spMkLst>
            <pc:docMk/>
            <pc:sldMk cId="49815788" sldId="404"/>
            <ac:spMk id="11" creationId="{1637426B-FAB6-1BEE-CCCB-2B0F703FB44A}"/>
          </ac:spMkLst>
        </pc:spChg>
        <pc:spChg chg="add mod">
          <ac:chgData name="Osvaldo Luiz Santos Pereira" userId="c308351cf5a860c7" providerId="LiveId" clId="{6C6DB88F-B860-40CD-8046-75D7ECBA762A}" dt="2025-03-11T01:59:41.264" v="1864" actId="20577"/>
          <ac:spMkLst>
            <pc:docMk/>
            <pc:sldMk cId="49815788" sldId="404"/>
            <ac:spMk id="12" creationId="{18192AD2-B5F7-AB69-007C-E491796FEC46}"/>
          </ac:spMkLst>
        </pc:spChg>
        <pc:spChg chg="add mod">
          <ac:chgData name="Osvaldo Luiz Santos Pereira" userId="c308351cf5a860c7" providerId="LiveId" clId="{6C6DB88F-B860-40CD-8046-75D7ECBA762A}" dt="2025-03-11T21:24:04.980" v="2803" actId="255"/>
          <ac:spMkLst>
            <pc:docMk/>
            <pc:sldMk cId="49815788" sldId="404"/>
            <ac:spMk id="13" creationId="{ACCC1811-0F71-6775-F736-55B144C38286}"/>
          </ac:spMkLst>
        </pc:spChg>
        <pc:spChg chg="add mod">
          <ac:chgData name="Osvaldo Luiz Santos Pereira" userId="c308351cf5a860c7" providerId="LiveId" clId="{6C6DB88F-B860-40CD-8046-75D7ECBA762A}" dt="2025-03-11T02:01:13.882" v="1973" actId="1076"/>
          <ac:spMkLst>
            <pc:docMk/>
            <pc:sldMk cId="49815788" sldId="404"/>
            <ac:spMk id="14" creationId="{6E064F16-44C3-D733-19CE-FF3926CA9663}"/>
          </ac:spMkLst>
        </pc:spChg>
        <pc:spChg chg="add mod">
          <ac:chgData name="Osvaldo Luiz Santos Pereira" userId="c308351cf5a860c7" providerId="LiveId" clId="{6C6DB88F-B860-40CD-8046-75D7ECBA762A}" dt="2025-03-11T21:24:04.980" v="2803" actId="255"/>
          <ac:spMkLst>
            <pc:docMk/>
            <pc:sldMk cId="49815788" sldId="404"/>
            <ac:spMk id="15" creationId="{22BD3FE8-BCE6-FC02-D3CF-037C9F0BD41F}"/>
          </ac:spMkLst>
        </pc:spChg>
        <pc:spChg chg="add mod">
          <ac:chgData name="Osvaldo Luiz Santos Pereira" userId="c308351cf5a860c7" providerId="LiveId" clId="{6C6DB88F-B860-40CD-8046-75D7ECBA762A}" dt="2025-03-11T02:01:17.680" v="1974" actId="1076"/>
          <ac:spMkLst>
            <pc:docMk/>
            <pc:sldMk cId="49815788" sldId="404"/>
            <ac:spMk id="16" creationId="{35B6E43D-7986-D789-1AFA-0A43F611896F}"/>
          </ac:spMkLst>
        </pc:spChg>
        <pc:spChg chg="mod">
          <ac:chgData name="Osvaldo Luiz Santos Pereira" userId="c308351cf5a860c7" providerId="LiveId" clId="{6C6DB88F-B860-40CD-8046-75D7ECBA762A}" dt="2025-03-11T01:54:56.735" v="1657" actId="20577"/>
          <ac:spMkLst>
            <pc:docMk/>
            <pc:sldMk cId="49815788" sldId="404"/>
            <ac:spMk id="17" creationId="{FE6EFBAC-9CA5-4F34-881E-A5498EF34259}"/>
          </ac:spMkLst>
        </pc:spChg>
        <pc:spChg chg="add mod">
          <ac:chgData name="Osvaldo Luiz Santos Pereira" userId="c308351cf5a860c7" providerId="LiveId" clId="{6C6DB88F-B860-40CD-8046-75D7ECBA762A}" dt="2025-03-11T21:24:04.980" v="2803" actId="255"/>
          <ac:spMkLst>
            <pc:docMk/>
            <pc:sldMk cId="49815788" sldId="404"/>
            <ac:spMk id="18" creationId="{44D7242A-5D52-3142-2BBD-AB7654FDE4BF}"/>
          </ac:spMkLst>
        </pc:spChg>
        <pc:spChg chg="add mod">
          <ac:chgData name="Osvaldo Luiz Santos Pereira" userId="c308351cf5a860c7" providerId="LiveId" clId="{6C6DB88F-B860-40CD-8046-75D7ECBA762A}" dt="2025-03-11T02:01:57.073" v="1997" actId="1076"/>
          <ac:spMkLst>
            <pc:docMk/>
            <pc:sldMk cId="49815788" sldId="404"/>
            <ac:spMk id="19" creationId="{4B462A59-0C00-7543-21AC-28A84F295AC0}"/>
          </ac:spMkLst>
        </pc:spChg>
        <pc:spChg chg="add mod">
          <ac:chgData name="Osvaldo Luiz Santos Pereira" userId="c308351cf5a860c7" providerId="LiveId" clId="{6C6DB88F-B860-40CD-8046-75D7ECBA762A}" dt="2025-03-11T02:03:12.036" v="2026" actId="20577"/>
          <ac:spMkLst>
            <pc:docMk/>
            <pc:sldMk cId="49815788" sldId="404"/>
            <ac:spMk id="20" creationId="{6E7FC629-422C-8798-0CA5-FC3DAE97192B}"/>
          </ac:spMkLst>
        </pc:spChg>
        <pc:spChg chg="add mod">
          <ac:chgData name="Osvaldo Luiz Santos Pereira" userId="c308351cf5a860c7" providerId="LiveId" clId="{6C6DB88F-B860-40CD-8046-75D7ECBA762A}" dt="2025-03-11T21:24:04.980" v="2803" actId="255"/>
          <ac:spMkLst>
            <pc:docMk/>
            <pc:sldMk cId="49815788" sldId="404"/>
            <ac:spMk id="21" creationId="{B595DE51-422F-80BF-974A-4534D6F41080}"/>
          </ac:spMkLst>
        </pc:spChg>
      </pc:sldChg>
      <pc:sldChg chg="addSp modSp add mod">
        <pc:chgData name="Osvaldo Luiz Santos Pereira" userId="c308351cf5a860c7" providerId="LiveId" clId="{6C6DB88F-B860-40CD-8046-75D7ECBA762A}" dt="2025-03-11T22:56:00.191" v="3159" actId="14100"/>
        <pc:sldMkLst>
          <pc:docMk/>
          <pc:sldMk cId="2359621047" sldId="405"/>
        </pc:sldMkLst>
        <pc:spChg chg="add mod">
          <ac:chgData name="Osvaldo Luiz Santos Pereira" userId="c308351cf5a860c7" providerId="LiveId" clId="{6C6DB88F-B860-40CD-8046-75D7ECBA762A}" dt="2025-03-11T02:07:48.226" v="2227" actId="20577"/>
          <ac:spMkLst>
            <pc:docMk/>
            <pc:sldMk cId="2359621047" sldId="405"/>
            <ac:spMk id="2" creationId="{450DD9DF-86AE-358B-0A88-452495913466}"/>
          </ac:spMkLst>
        </pc:spChg>
        <pc:spChg chg="add mod">
          <ac:chgData name="Osvaldo Luiz Santos Pereira" userId="c308351cf5a860c7" providerId="LiveId" clId="{6C6DB88F-B860-40CD-8046-75D7ECBA762A}" dt="2025-03-11T02:10:15.565" v="2231" actId="1076"/>
          <ac:spMkLst>
            <pc:docMk/>
            <pc:sldMk cId="2359621047" sldId="405"/>
            <ac:spMk id="3" creationId="{F028EAB9-7500-42B5-5F1D-063BBC00DAC5}"/>
          </ac:spMkLst>
        </pc:spChg>
        <pc:spChg chg="add mod">
          <ac:chgData name="Osvaldo Luiz Santos Pereira" userId="c308351cf5a860c7" providerId="LiveId" clId="{6C6DB88F-B860-40CD-8046-75D7ECBA762A}" dt="2025-03-11T02:06:30.111" v="2183" actId="14100"/>
          <ac:spMkLst>
            <pc:docMk/>
            <pc:sldMk cId="2359621047" sldId="405"/>
            <ac:spMk id="4" creationId="{23FE65BD-704B-99EB-66E5-DB40FE4732EF}"/>
          </ac:spMkLst>
        </pc:spChg>
        <pc:spChg chg="add mod">
          <ac:chgData name="Osvaldo Luiz Santos Pereira" userId="c308351cf5a860c7" providerId="LiveId" clId="{6C6DB88F-B860-40CD-8046-75D7ECBA762A}" dt="2025-03-11T22:55:52.017" v="3155" actId="20577"/>
          <ac:spMkLst>
            <pc:docMk/>
            <pc:sldMk cId="2359621047" sldId="405"/>
            <ac:spMk id="5" creationId="{D60127EE-CCEA-E809-A566-B1BF97A167EE}"/>
          </ac:spMkLst>
        </pc:spChg>
        <pc:spChg chg="add mod">
          <ac:chgData name="Osvaldo Luiz Santos Pereira" userId="c308351cf5a860c7" providerId="LiveId" clId="{6C6DB88F-B860-40CD-8046-75D7ECBA762A}" dt="2025-03-11T02:07:12.680" v="2198" actId="20577"/>
          <ac:spMkLst>
            <pc:docMk/>
            <pc:sldMk cId="2359621047" sldId="405"/>
            <ac:spMk id="6" creationId="{44D6C6E4-925D-3C1E-7997-910DAD1C32CF}"/>
          </ac:spMkLst>
        </pc:spChg>
        <pc:spChg chg="add mod">
          <ac:chgData name="Osvaldo Luiz Santos Pereira" userId="c308351cf5a860c7" providerId="LiveId" clId="{6C6DB88F-B860-40CD-8046-75D7ECBA762A}" dt="2025-03-11T22:56:00.191" v="3159" actId="14100"/>
          <ac:spMkLst>
            <pc:docMk/>
            <pc:sldMk cId="2359621047" sldId="405"/>
            <ac:spMk id="8" creationId="{C276E221-8EB9-9317-4198-F47C22ACF0A1}"/>
          </ac:spMkLst>
        </pc:spChg>
        <pc:spChg chg="add mod">
          <ac:chgData name="Osvaldo Luiz Santos Pereira" userId="c308351cf5a860c7" providerId="LiveId" clId="{6C6DB88F-B860-40CD-8046-75D7ECBA762A}" dt="2025-03-11T02:13:03.326" v="2329" actId="14100"/>
          <ac:spMkLst>
            <pc:docMk/>
            <pc:sldMk cId="2359621047" sldId="405"/>
            <ac:spMk id="9" creationId="{3FC85531-67D5-276D-79D1-3E6F3B563E9D}"/>
          </ac:spMkLst>
        </pc:spChg>
        <pc:spChg chg="add mod">
          <ac:chgData name="Osvaldo Luiz Santos Pereira" userId="c308351cf5a860c7" providerId="LiveId" clId="{6C6DB88F-B860-40CD-8046-75D7ECBA762A}" dt="2025-03-11T02:14:21.967" v="2400" actId="20577"/>
          <ac:spMkLst>
            <pc:docMk/>
            <pc:sldMk cId="2359621047" sldId="405"/>
            <ac:spMk id="10" creationId="{D145DB8A-CCA5-1B37-ACF1-6EF1507B9C04}"/>
          </ac:spMkLst>
        </pc:spChg>
        <pc:spChg chg="add mod">
          <ac:chgData name="Osvaldo Luiz Santos Pereira" userId="c308351cf5a860c7" providerId="LiveId" clId="{6C6DB88F-B860-40CD-8046-75D7ECBA762A}" dt="2025-03-11T02:14:40.040" v="2432" actId="20577"/>
          <ac:spMkLst>
            <pc:docMk/>
            <pc:sldMk cId="2359621047" sldId="405"/>
            <ac:spMk id="11" creationId="{9716C038-3454-0995-ECB8-6D56C292B9AC}"/>
          </ac:spMkLst>
        </pc:spChg>
        <pc:spChg chg="mod">
          <ac:chgData name="Osvaldo Luiz Santos Pereira" userId="c308351cf5a860c7" providerId="LiveId" clId="{6C6DB88F-B860-40CD-8046-75D7ECBA762A}" dt="2025-03-11T02:14:51.244" v="2447" actId="20577"/>
          <ac:spMkLst>
            <pc:docMk/>
            <pc:sldMk cId="2359621047" sldId="405"/>
            <ac:spMk id="17" creationId="{82E68C2A-580D-C3FF-B8E6-9EDC28407C5C}"/>
          </ac:spMkLst>
        </pc:spChg>
      </pc:sldChg>
      <pc:sldChg chg="addSp delSp modSp add mod">
        <pc:chgData name="Osvaldo Luiz Santos Pereira" userId="c308351cf5a860c7" providerId="LiveId" clId="{6C6DB88F-B860-40CD-8046-75D7ECBA762A}" dt="2025-03-11T21:15:38.746" v="2615" actId="1076"/>
        <pc:sldMkLst>
          <pc:docMk/>
          <pc:sldMk cId="3029565423" sldId="406"/>
        </pc:sldMkLst>
        <pc:spChg chg="add mod">
          <ac:chgData name="Osvaldo Luiz Santos Pereira" userId="c308351cf5a860c7" providerId="LiveId" clId="{6C6DB88F-B860-40CD-8046-75D7ECBA762A}" dt="2025-03-11T21:15:38.746" v="2615" actId="1076"/>
          <ac:spMkLst>
            <pc:docMk/>
            <pc:sldMk cId="3029565423" sldId="406"/>
            <ac:spMk id="2" creationId="{D3214434-E804-9021-6012-FA6F48F235D5}"/>
          </ac:spMkLst>
        </pc:spChg>
        <pc:spChg chg="del">
          <ac:chgData name="Osvaldo Luiz Santos Pereira" userId="c308351cf5a860c7" providerId="LiveId" clId="{6C6DB88F-B860-40CD-8046-75D7ECBA762A}" dt="2025-03-11T20:33:03.718" v="2454" actId="478"/>
          <ac:spMkLst>
            <pc:docMk/>
            <pc:sldMk cId="3029565423" sldId="406"/>
            <ac:spMk id="34" creationId="{AE0E7F90-9758-B034-C8C5-8234A0B4BDD2}"/>
          </ac:spMkLst>
        </pc:spChg>
      </pc:sldChg>
      <pc:sldChg chg="addSp delSp modSp add del mod">
        <pc:chgData name="Osvaldo Luiz Santos Pereira" userId="c308351cf5a860c7" providerId="LiveId" clId="{6C6DB88F-B860-40CD-8046-75D7ECBA762A}" dt="2025-03-11T20:33:18.425" v="2460"/>
        <pc:sldMkLst>
          <pc:docMk/>
          <pc:sldMk cId="1686889314" sldId="407"/>
        </pc:sldMkLst>
        <pc:spChg chg="add del mod">
          <ac:chgData name="Osvaldo Luiz Santos Pereira" userId="c308351cf5a860c7" providerId="LiveId" clId="{6C6DB88F-B860-40CD-8046-75D7ECBA762A}" dt="2025-03-11T20:33:16.915" v="2459" actId="478"/>
          <ac:spMkLst>
            <pc:docMk/>
            <pc:sldMk cId="1686889314" sldId="407"/>
            <ac:spMk id="34" creationId="{3CCB92D1-E04B-0992-1FB0-B178B459914E}"/>
          </ac:spMkLst>
        </pc:spChg>
      </pc:sldChg>
      <pc:sldChg chg="modSp add mod">
        <pc:chgData name="Osvaldo Luiz Santos Pereira" userId="c308351cf5a860c7" providerId="LiveId" clId="{6C6DB88F-B860-40CD-8046-75D7ECBA762A}" dt="2025-03-11T21:24:16.963" v="2805" actId="14100"/>
        <pc:sldMkLst>
          <pc:docMk/>
          <pc:sldMk cId="4172687833" sldId="407"/>
        </pc:sldMkLst>
        <pc:spChg chg="mod">
          <ac:chgData name="Osvaldo Luiz Santos Pereira" userId="c308351cf5a860c7" providerId="LiveId" clId="{6C6DB88F-B860-40CD-8046-75D7ECBA762A}" dt="2025-03-11T21:24:16.963" v="2805" actId="14100"/>
          <ac:spMkLst>
            <pc:docMk/>
            <pc:sldMk cId="4172687833" sldId="407"/>
            <ac:spMk id="2" creationId="{2A28AFEF-F802-1FE3-FB1A-8E02083CCD39}"/>
          </ac:spMkLst>
        </pc:spChg>
      </pc:sldChg>
      <pc:sldChg chg="addSp delSp modSp add mod ord">
        <pc:chgData name="Osvaldo Luiz Santos Pereira" userId="c308351cf5a860c7" providerId="LiveId" clId="{6C6DB88F-B860-40CD-8046-75D7ECBA762A}" dt="2025-03-11T22:30:39.224" v="3154"/>
        <pc:sldMkLst>
          <pc:docMk/>
          <pc:sldMk cId="3371771921" sldId="408"/>
        </pc:sldMkLst>
        <pc:spChg chg="del">
          <ac:chgData name="Osvaldo Luiz Santos Pereira" userId="c308351cf5a860c7" providerId="LiveId" clId="{6C6DB88F-B860-40CD-8046-75D7ECBA762A}" dt="2025-03-11T22:11:17.346" v="2807" actId="478"/>
          <ac:spMkLst>
            <pc:docMk/>
            <pc:sldMk cId="3371771921" sldId="408"/>
            <ac:spMk id="2" creationId="{E6B411DE-3AC5-1711-46AE-BC5DFF9BDA81}"/>
          </ac:spMkLst>
        </pc:spChg>
        <pc:spChg chg="add del">
          <ac:chgData name="Osvaldo Luiz Santos Pereira" userId="c308351cf5a860c7" providerId="LiveId" clId="{6C6DB88F-B860-40CD-8046-75D7ECBA762A}" dt="2025-03-11T22:11:35.468" v="2827" actId="478"/>
          <ac:spMkLst>
            <pc:docMk/>
            <pc:sldMk cId="3371771921" sldId="408"/>
            <ac:spMk id="3" creationId="{A2F4CB7E-000F-DC37-CA25-645E9A69E0E6}"/>
          </ac:spMkLst>
        </pc:spChg>
        <pc:spChg chg="add mod">
          <ac:chgData name="Osvaldo Luiz Santos Pereira" userId="c308351cf5a860c7" providerId="LiveId" clId="{6C6DB88F-B860-40CD-8046-75D7ECBA762A}" dt="2025-03-11T22:29:08.229" v="3151" actId="1076"/>
          <ac:spMkLst>
            <pc:docMk/>
            <pc:sldMk cId="3371771921" sldId="408"/>
            <ac:spMk id="8" creationId="{651BEE46-906B-8BC1-1986-DEA7D04F68A3}"/>
          </ac:spMkLst>
        </pc:spChg>
        <pc:spChg chg="add mod">
          <ac:chgData name="Osvaldo Luiz Santos Pereira" userId="c308351cf5a860c7" providerId="LiveId" clId="{6C6DB88F-B860-40CD-8046-75D7ECBA762A}" dt="2025-03-11T22:29:08.229" v="3151" actId="1076"/>
          <ac:spMkLst>
            <pc:docMk/>
            <pc:sldMk cId="3371771921" sldId="408"/>
            <ac:spMk id="9" creationId="{1C9BAC8B-B161-2890-2227-281C5BDE4E73}"/>
          </ac:spMkLst>
        </pc:spChg>
        <pc:spChg chg="add mod">
          <ac:chgData name="Osvaldo Luiz Santos Pereira" userId="c308351cf5a860c7" providerId="LiveId" clId="{6C6DB88F-B860-40CD-8046-75D7ECBA762A}" dt="2025-03-11T22:29:12.548" v="3152" actId="1076"/>
          <ac:spMkLst>
            <pc:docMk/>
            <pc:sldMk cId="3371771921" sldId="408"/>
            <ac:spMk id="10" creationId="{29CA726C-B008-2792-78B9-947AF73ABF6E}"/>
          </ac:spMkLst>
        </pc:spChg>
        <pc:spChg chg="add mod">
          <ac:chgData name="Osvaldo Luiz Santos Pereira" userId="c308351cf5a860c7" providerId="LiveId" clId="{6C6DB88F-B860-40CD-8046-75D7ECBA762A}" dt="2025-03-11T22:29:12.548" v="3152" actId="1076"/>
          <ac:spMkLst>
            <pc:docMk/>
            <pc:sldMk cId="3371771921" sldId="408"/>
            <ac:spMk id="11" creationId="{CF60315B-6CCF-F371-0232-E1A8AE24AF94}"/>
          </ac:spMkLst>
        </pc:spChg>
        <pc:spChg chg="mod">
          <ac:chgData name="Osvaldo Luiz Santos Pereira" userId="c308351cf5a860c7" providerId="LiveId" clId="{6C6DB88F-B860-40CD-8046-75D7ECBA762A}" dt="2025-03-11T22:11:26.722" v="2825" actId="20577"/>
          <ac:spMkLst>
            <pc:docMk/>
            <pc:sldMk cId="3371771921" sldId="408"/>
            <ac:spMk id="17" creationId="{38EEC9EF-736D-AB83-B922-66823B585308}"/>
          </ac:spMkLst>
        </pc:spChg>
        <pc:picChg chg="add mod modCrop">
          <ac:chgData name="Osvaldo Luiz Santos Pereira" userId="c308351cf5a860c7" providerId="LiveId" clId="{6C6DB88F-B860-40CD-8046-75D7ECBA762A}" dt="2025-03-11T22:29:08.229" v="3151" actId="1076"/>
          <ac:picMkLst>
            <pc:docMk/>
            <pc:sldMk cId="3371771921" sldId="408"/>
            <ac:picMk id="5" creationId="{A5D88A65-3582-FCF8-73A5-97B9B27AA407}"/>
          </ac:picMkLst>
        </pc:picChg>
        <pc:picChg chg="add mod">
          <ac:chgData name="Osvaldo Luiz Santos Pereira" userId="c308351cf5a860c7" providerId="LiveId" clId="{6C6DB88F-B860-40CD-8046-75D7ECBA762A}" dt="2025-03-11T22:29:12.548" v="3152" actId="1076"/>
          <ac:picMkLst>
            <pc:docMk/>
            <pc:sldMk cId="3371771921" sldId="408"/>
            <ac:picMk id="2052" creationId="{CE4B2C29-8F57-611C-5B11-5DA43205512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D6616-81F2-4456-9772-1FE483008E86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6B106-9AB8-4784-8EA5-FE25B353474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6286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6B106-9AB8-4784-8EA5-FE25B353474C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2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87F2D-02CA-47C7-0D28-7F4E2F4E6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9EA4F92-7C1C-4EB6-AF0B-99FEC7045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740BC66-3285-4DA5-0C48-CE9C219A3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F9AA1B-8C2C-7591-9B84-E03FDCD4E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6B106-9AB8-4784-8EA5-FE25B353474C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880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DBC74-2497-98F4-A8F1-952FF850B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13B5084-83C9-5E03-41EE-CBC69E0AD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449DFC4-72FB-FEB1-FC37-1362546D3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1F61E50-6157-1639-895F-987DA36F96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6B106-9AB8-4784-8EA5-FE25B353474C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8804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4BD18-4D82-C05B-9F8E-922F2068F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5B65B65-96CB-4BA7-27F0-A473E7590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286C776-323B-FFAC-180D-752631364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4AC94B1-83BA-1712-61A1-9959B418C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6B106-9AB8-4784-8EA5-FE25B353474C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0022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3C276-153A-F777-29D3-F058146EA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669B56B-EC68-039C-78B3-E37BDF250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307147A-0B94-D79A-0C5B-1A808F847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B4DDA6-7584-44B2-0EEC-233EF7B7D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6B106-9AB8-4784-8EA5-FE25B353474C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34246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DDAF3-55AA-698E-D083-88AA81819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AD4FA3A-0CCA-ED6E-FBF4-CC94EA0B5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CB5A5E9-ECD1-38A6-6980-CE4A598BE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593C26-E154-023F-DA00-ADA431F3B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6B106-9AB8-4784-8EA5-FE25B353474C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0220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61406-DB61-E653-610D-6FDB36DD6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C37778E-D1BE-817B-7E5A-CF35AF4F6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98E400C-030C-EAA2-D861-1F0BAF7CF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CD6665-9A68-842C-6EE6-BB672BFBF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6B106-9AB8-4784-8EA5-FE25B353474C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9011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AFC5D-44B8-4FE4-80C8-64BBBDB4E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3264542-DA89-5993-8D01-E43C8AE67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FE75D95-15A0-4A6D-D546-149A975E3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4579D3-4D21-E4C6-D0F8-34D8C54A4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6B106-9AB8-4784-8EA5-FE25B353474C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55433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6DD7B-2DD9-29C4-C635-5BC85FEC2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B2EE734-DBB9-675D-9557-535113463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CC63C23-BFE0-7AD1-6C96-241615BE9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4BD4904-4360-ADB3-E5ED-541CA20250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6B106-9AB8-4784-8EA5-FE25B353474C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60967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305F3-73B4-3AD5-6D67-377BF1AD5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5E6A879-67D5-646F-144C-E1CE2D019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B4B48CA-D918-50E3-63DA-F6A394543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07BF7D-6EE3-6BF0-B8DD-5DECEEC9D9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6B106-9AB8-4784-8EA5-FE25B353474C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5822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61649-BF6B-D457-9336-133DE4A71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13717B-B10E-7F81-11C2-56E817973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98F06D-F4E9-FB7E-45DC-C5AA3437D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22CD-C9BE-4BF7-9B0C-C7E5E579D5EF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D119D5-4364-0555-7DEF-439FC1D9B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DA224E-5F24-7E7A-3CE3-D3B8667FE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E64-83BC-47FE-A776-490617257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59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E2541-DD65-3FC0-D705-C07748ADF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ABC68F-9A26-4567-1E90-E781AAAB1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E429F0-DC25-2A26-A6CF-0FD9CD5A5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22CD-C9BE-4BF7-9B0C-C7E5E579D5EF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DCA019-306A-4432-C9BD-A06FAD370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356063-18DC-85E6-0C40-35C8A3740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E64-83BC-47FE-A776-490617257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7217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C907BB-424F-FAA6-A641-00D9E0B7C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329528-B3CC-37C2-3C96-23BAECD44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4B4E74-3EAB-9F5F-9C38-521411F9C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22CD-C9BE-4BF7-9B0C-C7E5E579D5EF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F1173F-7FBF-D4FE-16B6-CB8C96311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61BD9A-5C5A-FEA2-26A5-9B053CDC1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E64-83BC-47FE-A776-490617257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1081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99E303-2D92-0407-D8D6-261E97D5B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49C2C1-3262-78B7-1789-DAFB71BC4E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5D73B7-BA22-9292-31AB-EFAD7FE0A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992FAE-E636-D120-4210-BB42C45F7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22CD-C9BE-4BF7-9B0C-C7E5E579D5EF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BDC584-AC44-1885-DCB4-00D857329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0AD57B-A396-363A-1A5F-4B9A7F61A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E64-83BC-47FE-A776-490617257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2887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23E68-C782-6CC9-D83F-52D2199FE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9EC9BEC-A688-5F59-D98D-608700E3C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AB99CD-15ED-2914-21F6-21E223608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12D6ACC-C3EE-7A0C-D17B-1C1861731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342F7CA-46EC-47FB-ED90-B7EB4A1A4D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048EC1A-F30C-2DBB-9BBC-21A654356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22CD-C9BE-4BF7-9B0C-C7E5E579D5EF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CBF1922-15FB-7A80-6796-10AC0EB26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3DB47A7-8664-9A8B-2025-21850FE5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E64-83BC-47FE-A776-490617257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029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0C8AB-1B5A-5E6A-0BDC-240792F4E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92D51A8-F2F1-5A98-E106-EDD655160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22CD-C9BE-4BF7-9B0C-C7E5E579D5EF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69FC241-5701-D2CE-52DB-6A7521D9E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FACC292-FFBC-A530-BE40-8B22D9A54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E64-83BC-47FE-A776-490617257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7307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6595FA6-7732-AE80-29CC-543B0DC1E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22CD-C9BE-4BF7-9B0C-C7E5E579D5EF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8600F35-CBBD-C33F-C4B3-3C24D8502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BB4746D-3AB3-7D48-1C27-8B8C09140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E64-83BC-47FE-A776-490617257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339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8CA28D-CFA5-F453-B120-25272C0C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A84BC4-0E6B-7C15-D597-BBCC79E25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FD18CFA-4E1D-845C-8076-A749CE7B1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CF7141-5CE2-1B68-BF4A-57C92934A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22CD-C9BE-4BF7-9B0C-C7E5E579D5EF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5B3158-AFC5-4153-4F69-CE81610C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B0922F0-0D54-BBCC-4FB4-94B611288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E64-83BC-47FE-A776-490617257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9641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59DB8-7810-284C-1B8C-AF8A31360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EBC2A59-7DA8-6807-8299-71CD8A32F9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28D4960-F577-CB0A-3BC1-BC4AF8D4B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E9917F-3FE9-063D-C2D9-BB729DEA4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22CD-C9BE-4BF7-9B0C-C7E5E579D5EF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15A4C0C-7598-748C-ADA9-97BB5F6F2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6AECA2E-CA57-A9EF-F06B-388506914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E64-83BC-47FE-A776-490617257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6455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6ADF01-364B-F3BC-8B8F-F85B21EA9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2E718F-08AF-8071-F067-940A3ADCB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51616C-D5BA-6721-BC8D-FFE121966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22CD-C9BE-4BF7-9B0C-C7E5E579D5EF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1403C3-63F8-26E7-1711-10D509D3C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864090-0DD1-783C-6C34-C6DF5A6E4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E64-83BC-47FE-A776-490617257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6074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2EDF26F-5E36-C7D4-A31F-E3CB87406B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4519D1-A244-0AB7-294F-BAAB0E317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C4176E-0656-F693-662E-E3FACEFB0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22CD-C9BE-4BF7-9B0C-C7E5E579D5EF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CB168B-4639-E336-40A3-34D386508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2F6864-2F92-C8D4-91AB-C406C7B51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E64-83BC-47FE-A776-490617257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585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B999696-6493-3502-1E0E-CBCE8971E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370131-5F66-456A-74A8-3862AE317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32411D-E95B-61FB-9147-E724034372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F22CD-C9BE-4BF7-9B0C-C7E5E579D5EF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C56B90-C5F3-7D44-B003-D9146D1CF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C53461-EDAF-C3F4-96DE-BC7728182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9BE64-83BC-47FE-A776-4906172576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137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ozsp" TargetMode="External"/><Relationship Id="rId7" Type="http://schemas.openxmlformats.org/officeDocument/2006/relationships/hyperlink" Target="https://www.researchgate.net/profile/Oz-Santos-Pereira" TargetMode="External"/><Relationship Id="rId2" Type="http://schemas.openxmlformats.org/officeDocument/2006/relationships/hyperlink" Target="https://ozsantospereira.github.io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twitter.com/Osvaldo91422399" TargetMode="External"/><Relationship Id="rId5" Type="http://schemas.openxmlformats.org/officeDocument/2006/relationships/hyperlink" Target="https://www.linkedin.com/in/osvaldo-pereira" TargetMode="External"/><Relationship Id="rId4" Type="http://schemas.openxmlformats.org/officeDocument/2006/relationships/hyperlink" Target="https://www.patreon.com/c/ozsp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ug2bKCG4gZY?feature=oembed" TargetMode="External"/><Relationship Id="rId5" Type="http://schemas.openxmlformats.org/officeDocument/2006/relationships/hyperlink" Target="https://youtu.be/ug2bKCG4gZY" TargetMode="Externa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upload.wikimedia.org/wikipedia/commons/8/82/Gyroscope_precession.gif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8.png"/><Relationship Id="rId5" Type="http://schemas.openxmlformats.org/officeDocument/2006/relationships/image" Target="../media/image11.png"/><Relationship Id="rId10" Type="http://schemas.openxmlformats.org/officeDocument/2006/relationships/image" Target="../media/image17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8.png"/><Relationship Id="rId5" Type="http://schemas.openxmlformats.org/officeDocument/2006/relationships/image" Target="../media/image11.png"/><Relationship Id="rId10" Type="http://schemas.openxmlformats.org/officeDocument/2006/relationships/image" Target="../media/image17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ature.com/articles/35009017" TargetMode="External"/><Relationship Id="rId3" Type="http://schemas.openxmlformats.org/officeDocument/2006/relationships/hyperlink" Target="https://en.wikipedia.org/wiki/Euler%27s_Disk" TargetMode="External"/><Relationship Id="rId7" Type="http://schemas.openxmlformats.org/officeDocument/2006/relationships/hyperlink" Target="https://www.kilty.com/pdfs/euler.pdf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jstage.jst.go.jp/article/ast/42/4/42_E2081/_pdf/-char/ja" TargetMode="External"/><Relationship Id="rId5" Type="http://schemas.openxmlformats.org/officeDocument/2006/relationships/hyperlink" Target="http://www.eulersdisk.com/rollingdisk.pdf" TargetMode="External"/><Relationship Id="rId4" Type="http://schemas.openxmlformats.org/officeDocument/2006/relationships/hyperlink" Target="https://citeseerx.ist.psu.edu/document?repid=rep1&amp;type=pdf&amp;doi=cbd51d985ca03a177d9ca8c9bc4ccfb3d6b5bebe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7C8983AF-C30C-41A9-DF77-886450FD1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73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C1530F0-0562-E6D0-B78B-A1923090C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6E5DA8F-DC44-D35D-6C7B-F2E77990D87E}"/>
              </a:ext>
            </a:extLst>
          </p:cNvPr>
          <p:cNvCxnSpPr/>
          <p:nvPr/>
        </p:nvCxnSpPr>
        <p:spPr>
          <a:xfrm>
            <a:off x="1910541" y="685233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5426EFD-2E07-577E-CEB8-06B0AC1D89A9}"/>
              </a:ext>
            </a:extLst>
          </p:cNvPr>
          <p:cNvSpPr txBox="1"/>
          <p:nvPr/>
        </p:nvSpPr>
        <p:spPr>
          <a:xfrm>
            <a:off x="2178698" y="88961"/>
            <a:ext cx="8024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Oz in Social Media</a:t>
            </a:r>
            <a:endParaRPr lang="pt-BR" sz="32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26E0BCF-9015-3921-A866-59E342BDD82A}"/>
              </a:ext>
            </a:extLst>
          </p:cNvPr>
          <p:cNvSpPr txBox="1"/>
          <p:nvPr/>
        </p:nvSpPr>
        <p:spPr>
          <a:xfrm>
            <a:off x="285037" y="982176"/>
            <a:ext cx="967004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Website: </a:t>
            </a:r>
            <a:r>
              <a:rPr lang="pt-BR" sz="2400" dirty="0">
                <a:hlinkClick r:id="rId2"/>
              </a:rPr>
              <a:t>https://ozsantospereira.github.io/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 err="1"/>
              <a:t>Medium</a:t>
            </a:r>
            <a:r>
              <a:rPr lang="pt-BR" sz="2400" dirty="0"/>
              <a:t>: </a:t>
            </a:r>
            <a:r>
              <a:rPr lang="pt-BR" sz="2400" dirty="0">
                <a:hlinkClick r:id="rId3"/>
              </a:rPr>
              <a:t>https://medium.com/@ozsp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 err="1"/>
              <a:t>Patreon</a:t>
            </a:r>
            <a:r>
              <a:rPr lang="pt-BR" sz="2400" dirty="0"/>
              <a:t>: </a:t>
            </a:r>
            <a:r>
              <a:rPr lang="pt-BR" sz="2400" dirty="0">
                <a:hlinkClick r:id="rId4"/>
              </a:rPr>
              <a:t>https://www.patreon.com/c/ozsp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LinkedIn: </a:t>
            </a:r>
            <a:r>
              <a:rPr lang="pt-BR" sz="2400" dirty="0">
                <a:hlinkClick r:id="rId5"/>
              </a:rPr>
              <a:t>https://www.linkedin.com/in/osvaldo-pereira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Twitter/X: </a:t>
            </a:r>
            <a:r>
              <a:rPr lang="pt-BR" sz="2400" dirty="0">
                <a:hlinkClick r:id="rId6"/>
              </a:rPr>
              <a:t>https://twitter.com/Osvaldo91422399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 err="1"/>
              <a:t>ResearchGate</a:t>
            </a:r>
            <a:r>
              <a:rPr lang="pt-BR" sz="2400" dirty="0"/>
              <a:t>: </a:t>
            </a:r>
            <a:r>
              <a:rPr lang="pt-BR" sz="2400" dirty="0">
                <a:hlinkClick r:id="rId7"/>
              </a:rPr>
              <a:t>https://www.researchgate.net/profile/Oz-Santos-Pereira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Google Scholar: Osvaldo L. Santos-Pereira</a:t>
            </a:r>
          </a:p>
        </p:txBody>
      </p:sp>
    </p:spTree>
    <p:extLst>
      <p:ext uri="{BB962C8B-B14F-4D97-AF65-F5344CB8AC3E}">
        <p14:creationId xmlns:p14="http://schemas.microsoft.com/office/powerpoint/2010/main" val="4111278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DDF93C9-6FE1-81CE-366E-8FC7F69D8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F0105101-B07A-4C5A-3A67-7D5F0E21DEC5}"/>
              </a:ext>
            </a:extLst>
          </p:cNvPr>
          <p:cNvCxnSpPr/>
          <p:nvPr/>
        </p:nvCxnSpPr>
        <p:spPr>
          <a:xfrm>
            <a:off x="1910541" y="685233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2B9E033F-1555-6137-2A32-EF0B9077E6DF}"/>
              </a:ext>
            </a:extLst>
          </p:cNvPr>
          <p:cNvSpPr txBox="1"/>
          <p:nvPr/>
        </p:nvSpPr>
        <p:spPr>
          <a:xfrm>
            <a:off x="2178698" y="88961"/>
            <a:ext cx="8024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Research Interests</a:t>
            </a:r>
            <a:endParaRPr lang="pt-BR" sz="3200" dirty="0"/>
          </a:p>
        </p:txBody>
      </p:sp>
      <p:pic>
        <p:nvPicPr>
          <p:cNvPr id="1026" name="Picture 2" descr="Alcubierre Warp Drive Time Travel">
            <a:extLst>
              <a:ext uri="{FF2B5EF4-FFF2-40B4-BE49-F238E27FC236}">
                <a16:creationId xmlns:a16="http://schemas.microsoft.com/office/drawing/2014/main" id="{F09EFA58-1709-907B-3BAC-2CC8748D1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22" y="947056"/>
            <a:ext cx="3611336" cy="2708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3 Quantum Computing Stocks To Buy As Microsoft Announces Major Breakthrough">
            <a:extLst>
              <a:ext uri="{FF2B5EF4-FFF2-40B4-BE49-F238E27FC236}">
                <a16:creationId xmlns:a16="http://schemas.microsoft.com/office/drawing/2014/main" id="{C7E2E51D-367F-CFFA-7891-2C22B0E0BA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500"/>
          <a:stretch/>
        </p:blipFill>
        <p:spPr bwMode="auto">
          <a:xfrm>
            <a:off x="4392389" y="957943"/>
            <a:ext cx="3611336" cy="270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hysical cosmology - Wikipedia">
            <a:extLst>
              <a:ext uri="{FF2B5EF4-FFF2-40B4-BE49-F238E27FC236}">
                <a16:creationId xmlns:a16="http://schemas.microsoft.com/office/drawing/2014/main" id="{5D5ACD57-F200-922C-B1B3-ED03348BE6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81"/>
          <a:stretch/>
        </p:blipFill>
        <p:spPr bwMode="auto">
          <a:xfrm>
            <a:off x="8313059" y="947057"/>
            <a:ext cx="3611336" cy="2726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hat is Econophysics?">
            <a:extLst>
              <a:ext uri="{FF2B5EF4-FFF2-40B4-BE49-F238E27FC236}">
                <a16:creationId xmlns:a16="http://schemas.microsoft.com/office/drawing/2014/main" id="{B4DB63F6-142B-B855-0E52-E5ACAA357F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00"/>
          <a:stretch/>
        </p:blipFill>
        <p:spPr bwMode="auto">
          <a:xfrm>
            <a:off x="8313059" y="3956960"/>
            <a:ext cx="3611336" cy="270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Einstein 1920 (XXVIII) Exact Formulation of the General Principle of  Relativity | Vinaire's Blog">
            <a:extLst>
              <a:ext uri="{FF2B5EF4-FFF2-40B4-BE49-F238E27FC236}">
                <a16:creationId xmlns:a16="http://schemas.microsoft.com/office/drawing/2014/main" id="{870BFA4C-FBD5-0F37-50C2-773CBED4D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48" y="3917380"/>
            <a:ext cx="3976410" cy="2688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The cyber security impacts of Artificial Intelligence in nursing and  midwifery - ANMJ">
            <a:extLst>
              <a:ext uri="{FF2B5EF4-FFF2-40B4-BE49-F238E27FC236}">
                <a16:creationId xmlns:a16="http://schemas.microsoft.com/office/drawing/2014/main" id="{594D68ED-5AD1-4A55-D159-367D25A502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508"/>
          <a:stretch/>
        </p:blipFill>
        <p:spPr bwMode="auto">
          <a:xfrm>
            <a:off x="4392389" y="3956961"/>
            <a:ext cx="3611337" cy="2708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8906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2DAAE-D563-42AB-B9EF-A2B58889C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ED562316-8ABC-7414-01F2-C8D78BF72B42}"/>
              </a:ext>
            </a:extLst>
          </p:cNvPr>
          <p:cNvCxnSpPr/>
          <p:nvPr/>
        </p:nvCxnSpPr>
        <p:spPr>
          <a:xfrm>
            <a:off x="1910541" y="685233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249C339-7CDE-E8E9-DA05-A29DDFC9DFAE}"/>
              </a:ext>
            </a:extLst>
          </p:cNvPr>
          <p:cNvSpPr txBox="1"/>
          <p:nvPr/>
        </p:nvSpPr>
        <p:spPr>
          <a:xfrm>
            <a:off x="2178698" y="88961"/>
            <a:ext cx="8024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Euler Disk</a:t>
            </a:r>
            <a:endParaRPr lang="pt-BR" sz="3200" dirty="0"/>
          </a:p>
        </p:txBody>
      </p:sp>
      <p:pic>
        <p:nvPicPr>
          <p:cNvPr id="2" name="Mídia Online 1" title="Euler's Disk">
            <a:hlinkClick r:id="" action="ppaction://media"/>
            <a:extLst>
              <a:ext uri="{FF2B5EF4-FFF2-40B4-BE49-F238E27FC236}">
                <a16:creationId xmlns:a16="http://schemas.microsoft.com/office/drawing/2014/main" id="{B3A3C582-E137-E47B-D7EE-0BF1247F7E5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080657" y="805544"/>
            <a:ext cx="6738257" cy="505369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27C0B3E-AD2F-DACE-2750-42D3E9817DF9}"/>
              </a:ext>
            </a:extLst>
          </p:cNvPr>
          <p:cNvSpPr txBox="1"/>
          <p:nvPr/>
        </p:nvSpPr>
        <p:spPr>
          <a:xfrm>
            <a:off x="2977341" y="61727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Source</a:t>
            </a:r>
            <a:r>
              <a:rPr lang="pt-BR" dirty="0"/>
              <a:t>: </a:t>
            </a:r>
            <a:r>
              <a:rPr lang="pt-BR" dirty="0">
                <a:hlinkClick r:id="rId5"/>
              </a:rPr>
              <a:t>https://youtu.be/ug2bKCG4gZY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255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18D28-7DE8-9355-DAA0-3BEE54C49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76692ABA-2E82-56B3-7CAC-C434D372E055}"/>
              </a:ext>
            </a:extLst>
          </p:cNvPr>
          <p:cNvCxnSpPr/>
          <p:nvPr/>
        </p:nvCxnSpPr>
        <p:spPr>
          <a:xfrm>
            <a:off x="1910541" y="685233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2819990-605B-A06F-9A8E-52D2CBFBDA1D}"/>
              </a:ext>
            </a:extLst>
          </p:cNvPr>
          <p:cNvSpPr txBox="1"/>
          <p:nvPr/>
        </p:nvSpPr>
        <p:spPr>
          <a:xfrm>
            <a:off x="2178698" y="88961"/>
            <a:ext cx="8024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Physics Concepts</a:t>
            </a:r>
            <a:endParaRPr lang="pt-BR" sz="3200" dirty="0"/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022624EE-F1E8-340A-6968-1E1F8F9D1A8B}"/>
              </a:ext>
            </a:extLst>
          </p:cNvPr>
          <p:cNvCxnSpPr>
            <a:cxnSpLocks/>
          </p:cNvCxnSpPr>
          <p:nvPr/>
        </p:nvCxnSpPr>
        <p:spPr>
          <a:xfrm flipV="1">
            <a:off x="326573" y="2286001"/>
            <a:ext cx="0" cy="36140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B32BBEB-C567-8A93-676E-7538A01A1C8B}"/>
              </a:ext>
            </a:extLst>
          </p:cNvPr>
          <p:cNvCxnSpPr>
            <a:cxnSpLocks/>
          </p:cNvCxnSpPr>
          <p:nvPr/>
        </p:nvCxnSpPr>
        <p:spPr>
          <a:xfrm>
            <a:off x="326573" y="5889173"/>
            <a:ext cx="471351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ilindro 8">
            <a:extLst>
              <a:ext uri="{FF2B5EF4-FFF2-40B4-BE49-F238E27FC236}">
                <a16:creationId xmlns:a16="http://schemas.microsoft.com/office/drawing/2014/main" id="{8C0FF993-3182-E93B-7F99-DC72FE9074B6}"/>
              </a:ext>
            </a:extLst>
          </p:cNvPr>
          <p:cNvSpPr/>
          <p:nvPr/>
        </p:nvSpPr>
        <p:spPr>
          <a:xfrm rot="19742551">
            <a:off x="-113181" y="3942079"/>
            <a:ext cx="4689505" cy="8817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6FB9FAC4-EE7D-FB6B-C872-695BF179076B}"/>
              </a:ext>
            </a:extLst>
          </p:cNvPr>
          <p:cNvCxnSpPr>
            <a:cxnSpLocks/>
          </p:cNvCxnSpPr>
          <p:nvPr/>
        </p:nvCxnSpPr>
        <p:spPr>
          <a:xfrm flipV="1">
            <a:off x="2220684" y="1839686"/>
            <a:ext cx="0" cy="41274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443422FC-D8F7-9DEA-E6DA-1629007B97B9}"/>
              </a:ext>
            </a:extLst>
          </p:cNvPr>
          <p:cNvCxnSpPr>
            <a:cxnSpLocks/>
          </p:cNvCxnSpPr>
          <p:nvPr/>
        </p:nvCxnSpPr>
        <p:spPr>
          <a:xfrm flipH="1" flipV="1">
            <a:off x="980131" y="1718150"/>
            <a:ext cx="1240553" cy="24293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: Curva para Cima 14">
            <a:extLst>
              <a:ext uri="{FF2B5EF4-FFF2-40B4-BE49-F238E27FC236}">
                <a16:creationId xmlns:a16="http://schemas.microsoft.com/office/drawing/2014/main" id="{7FBC10C3-DF9D-F8DD-48BD-F89BF1FABBE6}"/>
              </a:ext>
            </a:extLst>
          </p:cNvPr>
          <p:cNvSpPr/>
          <p:nvPr/>
        </p:nvSpPr>
        <p:spPr>
          <a:xfrm>
            <a:off x="1844911" y="2320095"/>
            <a:ext cx="813841" cy="26101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6" name="Seta: Curva para Cima 15">
            <a:extLst>
              <a:ext uri="{FF2B5EF4-FFF2-40B4-BE49-F238E27FC236}">
                <a16:creationId xmlns:a16="http://schemas.microsoft.com/office/drawing/2014/main" id="{4A112B37-7DE4-DF31-A16F-2504A162C1E5}"/>
              </a:ext>
            </a:extLst>
          </p:cNvPr>
          <p:cNvSpPr/>
          <p:nvPr/>
        </p:nvSpPr>
        <p:spPr>
          <a:xfrm rot="19688070">
            <a:off x="857449" y="1992675"/>
            <a:ext cx="680966" cy="24115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6BA16670-B1E1-53F5-43CF-2D50E5CB3207}"/>
                  </a:ext>
                </a:extLst>
              </p:cNvPr>
              <p:cNvSpPr txBox="1"/>
              <p:nvPr/>
            </p:nvSpPr>
            <p:spPr>
              <a:xfrm>
                <a:off x="2111409" y="1393979"/>
                <a:ext cx="41742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6BA16670-B1E1-53F5-43CF-2D50E5CB3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409" y="1393979"/>
                <a:ext cx="417422" cy="369332"/>
              </a:xfrm>
              <a:prstGeom prst="rect">
                <a:avLst/>
              </a:prstGeom>
              <a:blipFill>
                <a:blip r:embed="rId3"/>
                <a:stretch>
                  <a:fillRect l="-17391" t="-18333" r="-42029" b="-1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716D048D-7FC7-C0FE-AD2D-B63F4274C84B}"/>
                  </a:ext>
                </a:extLst>
              </p:cNvPr>
              <p:cNvSpPr txBox="1"/>
              <p:nvPr/>
            </p:nvSpPr>
            <p:spPr>
              <a:xfrm>
                <a:off x="771420" y="1267688"/>
                <a:ext cx="41658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716D048D-7FC7-C0FE-AD2D-B63F4274C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420" y="1267688"/>
                <a:ext cx="416589" cy="369332"/>
              </a:xfrm>
              <a:prstGeom prst="rect">
                <a:avLst/>
              </a:prstGeom>
              <a:blipFill>
                <a:blip r:embed="rId4"/>
                <a:stretch>
                  <a:fillRect l="-19118" t="-18033" r="-42647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95419FFA-FE3F-C20D-84E6-9CD1C2746899}"/>
                  </a:ext>
                </a:extLst>
              </p:cNvPr>
              <p:cNvSpPr txBox="1"/>
              <p:nvPr/>
            </p:nvSpPr>
            <p:spPr>
              <a:xfrm>
                <a:off x="4839279" y="2415389"/>
                <a:ext cx="42370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95419FFA-FE3F-C20D-84E6-9CD1C2746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9279" y="2415389"/>
                <a:ext cx="423706" cy="369332"/>
              </a:xfrm>
              <a:prstGeom prst="rect">
                <a:avLst/>
              </a:prstGeom>
              <a:blipFill>
                <a:blip r:embed="rId5"/>
                <a:stretch>
                  <a:fillRect l="-18841" t="-16393" r="-40580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3C34447C-BD4D-4D51-C200-9093A8864CE6}"/>
              </a:ext>
            </a:extLst>
          </p:cNvPr>
          <p:cNvCxnSpPr>
            <a:cxnSpLocks/>
          </p:cNvCxnSpPr>
          <p:nvPr/>
        </p:nvCxnSpPr>
        <p:spPr>
          <a:xfrm flipV="1">
            <a:off x="2247696" y="2424113"/>
            <a:ext cx="2564572" cy="17233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E74A843C-8658-61A6-5722-52910675042B}"/>
                  </a:ext>
                </a:extLst>
              </p:cNvPr>
              <p:cNvSpPr txBox="1"/>
              <p:nvPr/>
            </p:nvSpPr>
            <p:spPr>
              <a:xfrm>
                <a:off x="575137" y="2087924"/>
                <a:ext cx="36740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E74A843C-8658-61A6-5722-529106750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137" y="2087924"/>
                <a:ext cx="367408" cy="369332"/>
              </a:xfrm>
              <a:prstGeom prst="rect">
                <a:avLst/>
              </a:prstGeom>
              <a:blipFill>
                <a:blip r:embed="rId6"/>
                <a:stretch>
                  <a:fillRect l="-1967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08321ED1-8D06-93B7-0815-C7A18921C6CC}"/>
                  </a:ext>
                </a:extLst>
              </p:cNvPr>
              <p:cNvSpPr txBox="1"/>
              <p:nvPr/>
            </p:nvSpPr>
            <p:spPr>
              <a:xfrm>
                <a:off x="2688276" y="2280039"/>
                <a:ext cx="34624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08321ED1-8D06-93B7-0815-C7A18921C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8276" y="2280039"/>
                <a:ext cx="346249" cy="369332"/>
              </a:xfrm>
              <a:prstGeom prst="rect">
                <a:avLst/>
              </a:prstGeom>
              <a:blipFill>
                <a:blip r:embed="rId7"/>
                <a:stretch>
                  <a:fillRect l="-31579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B391518F-59DE-BF86-BFB7-A829699070EC}"/>
                  </a:ext>
                </a:extLst>
              </p:cNvPr>
              <p:cNvSpPr txBox="1"/>
              <p:nvPr/>
            </p:nvSpPr>
            <p:spPr>
              <a:xfrm>
                <a:off x="1103156" y="5498069"/>
                <a:ext cx="33150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B391518F-59DE-BF86-BFB7-A82969907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156" y="5498069"/>
                <a:ext cx="331501" cy="369332"/>
              </a:xfrm>
              <a:prstGeom prst="rect">
                <a:avLst/>
              </a:prstGeom>
              <a:blipFill>
                <a:blip r:embed="rId8"/>
                <a:stretch>
                  <a:fillRect l="-240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Elipse 29">
            <a:extLst>
              <a:ext uri="{FF2B5EF4-FFF2-40B4-BE49-F238E27FC236}">
                <a16:creationId xmlns:a16="http://schemas.microsoft.com/office/drawing/2014/main" id="{5596237B-B69B-A461-9E48-0D68D915DEFB}"/>
              </a:ext>
            </a:extLst>
          </p:cNvPr>
          <p:cNvSpPr/>
          <p:nvPr/>
        </p:nvSpPr>
        <p:spPr>
          <a:xfrm>
            <a:off x="317129" y="5781247"/>
            <a:ext cx="194077" cy="19407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3CB37698-A052-4DA1-6C83-D5F4F9E92A5D}"/>
                  </a:ext>
                </a:extLst>
              </p:cNvPr>
              <p:cNvSpPr txBox="1"/>
              <p:nvPr/>
            </p:nvSpPr>
            <p:spPr>
              <a:xfrm>
                <a:off x="260370" y="6002510"/>
                <a:ext cx="3361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3CB37698-A052-4DA1-6C83-D5F4F9E92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70" y="6002510"/>
                <a:ext cx="336118" cy="369332"/>
              </a:xfrm>
              <a:prstGeom prst="rect">
                <a:avLst/>
              </a:prstGeom>
              <a:blipFill>
                <a:blip r:embed="rId9"/>
                <a:stretch>
                  <a:fillRect l="-3272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D106B780-A9B8-D5A0-CC90-E24CD9D37821}"/>
                  </a:ext>
                </a:extLst>
              </p:cNvPr>
              <p:cNvSpPr txBox="1"/>
              <p:nvPr/>
            </p:nvSpPr>
            <p:spPr>
              <a:xfrm>
                <a:off x="5709651" y="1321009"/>
                <a:ext cx="6319061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b="1" i="0" dirty="0">
                    <a:latin typeface="Cambria Math" panose="02040503050406030204" pitchFamily="18" charset="0"/>
                  </a:rPr>
                  <a:t>Some </a:t>
                </a:r>
                <a:r>
                  <a:rPr lang="pt-BR" sz="2000" b="1" i="0" dirty="0" err="1">
                    <a:latin typeface="Cambria Math" panose="02040503050406030204" pitchFamily="18" charset="0"/>
                  </a:rPr>
                  <a:t>definitions</a:t>
                </a:r>
                <a:r>
                  <a:rPr lang="pt-BR" sz="2000" b="1" i="0" dirty="0">
                    <a:latin typeface="Cambria Math" panose="02040503050406030204" pitchFamily="18" charset="0"/>
                  </a:rPr>
                  <a:t>:</a:t>
                </a:r>
              </a:p>
              <a:p>
                <a:endParaRPr lang="pt-BR" sz="2000" b="0" i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0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pt-BR" sz="2000" dirty="0"/>
                  <a:t> </a:t>
                </a:r>
                <a:r>
                  <a:rPr lang="pt-BR" sz="2000" dirty="0" err="1"/>
                  <a:t>is</a:t>
                </a:r>
                <a:r>
                  <a:rPr lang="pt-BR" sz="2000" dirty="0"/>
                  <a:t> </a:t>
                </a:r>
                <a:r>
                  <a:rPr lang="pt-BR" sz="2000" dirty="0" err="1"/>
                  <a:t>the</a:t>
                </a:r>
                <a:r>
                  <a:rPr lang="pt-BR" sz="2000" dirty="0"/>
                  <a:t> </a:t>
                </a:r>
                <a:r>
                  <a:rPr lang="pt-BR" sz="2000" dirty="0" err="1"/>
                  <a:t>precession</a:t>
                </a:r>
                <a:r>
                  <a:rPr lang="pt-BR" sz="2000" dirty="0"/>
                  <a:t> Frequency</a:t>
                </a:r>
              </a:p>
              <a:p>
                <a:endParaRPr lang="pt-BR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pt-BR" sz="2000" dirty="0"/>
                  <a:t> </a:t>
                </a:r>
                <a:r>
                  <a:rPr lang="pt-BR" sz="2000" dirty="0" err="1"/>
                  <a:t>is</a:t>
                </a:r>
                <a:r>
                  <a:rPr lang="pt-BR" sz="2000" dirty="0"/>
                  <a:t> </a:t>
                </a:r>
                <a:r>
                  <a:rPr lang="pt-BR" sz="2000" dirty="0" err="1"/>
                  <a:t>the</a:t>
                </a:r>
                <a:r>
                  <a:rPr lang="pt-BR" sz="2000" dirty="0"/>
                  <a:t> angular </a:t>
                </a:r>
                <a:r>
                  <a:rPr lang="pt-BR" sz="2000" dirty="0" err="1"/>
                  <a:t>velocity</a:t>
                </a:r>
                <a:r>
                  <a:rPr lang="pt-BR" sz="2000" dirty="0"/>
                  <a:t> </a:t>
                </a:r>
                <a:r>
                  <a:rPr lang="pt-BR" sz="2000" dirty="0" err="1"/>
                  <a:t>of</a:t>
                </a:r>
                <a:r>
                  <a:rPr lang="pt-BR" sz="2000" dirty="0"/>
                  <a:t> </a:t>
                </a:r>
                <a:r>
                  <a:rPr lang="pt-BR" sz="2000" dirty="0" err="1"/>
                  <a:t>the</a:t>
                </a:r>
                <a:r>
                  <a:rPr lang="pt-BR" sz="2000" dirty="0"/>
                  <a:t> disk</a:t>
                </a:r>
              </a:p>
              <a:p>
                <a:endParaRPr lang="pt-BR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000" b="0" dirty="0"/>
                  <a:t> </a:t>
                </a:r>
                <a:r>
                  <a:rPr lang="pt-BR" sz="2000" b="0" dirty="0" err="1"/>
                  <a:t>is</a:t>
                </a:r>
                <a:r>
                  <a:rPr lang="pt-BR" sz="2000" b="0" dirty="0"/>
                  <a:t> a </a:t>
                </a:r>
                <a:r>
                  <a:rPr lang="pt-BR" sz="2000" b="0" dirty="0" err="1"/>
                  <a:t>unit</a:t>
                </a:r>
                <a:r>
                  <a:rPr lang="pt-BR" sz="2000" b="0" dirty="0"/>
                  <a:t> vector in </a:t>
                </a:r>
                <a:r>
                  <a:rPr lang="pt-BR" sz="2000" b="0" dirty="0" err="1"/>
                  <a:t>the</a:t>
                </a:r>
                <a:r>
                  <a:rPr lang="pt-BR" sz="2000" b="0" dirty="0"/>
                  <a:t> </a:t>
                </a:r>
                <a:r>
                  <a:rPr lang="pt-BR" sz="2000" b="0" dirty="0" err="1"/>
                  <a:t>symmetry</a:t>
                </a:r>
                <a:r>
                  <a:rPr lang="pt-BR" sz="2000" b="0" dirty="0"/>
                  <a:t> </a:t>
                </a:r>
                <a:r>
                  <a:rPr lang="pt-BR" sz="2000" b="0" dirty="0" err="1"/>
                  <a:t>axis</a:t>
                </a:r>
                <a:r>
                  <a:rPr lang="pt-BR" sz="2000" b="0" dirty="0"/>
                  <a:t> </a:t>
                </a:r>
                <a:r>
                  <a:rPr lang="pt-BR" sz="2000" b="0" dirty="0" err="1"/>
                  <a:t>of</a:t>
                </a:r>
                <a:r>
                  <a:rPr lang="pt-BR" sz="2000" b="0" dirty="0"/>
                  <a:t> </a:t>
                </a:r>
                <a:r>
                  <a:rPr lang="pt-BR" sz="2000" b="0" dirty="0" err="1"/>
                  <a:t>the</a:t>
                </a:r>
                <a:r>
                  <a:rPr lang="pt-BR" sz="2000" b="0" dirty="0"/>
                  <a:t> disk</a:t>
                </a:r>
              </a:p>
              <a:p>
                <a:endParaRPr lang="pt-BR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000" dirty="0"/>
                  <a:t> </a:t>
                </a:r>
                <a:r>
                  <a:rPr lang="pt-BR" sz="2000" dirty="0" err="1"/>
                  <a:t>is</a:t>
                </a:r>
                <a:r>
                  <a:rPr lang="pt-BR" sz="2000" dirty="0"/>
                  <a:t> a </a:t>
                </a:r>
                <a:r>
                  <a:rPr lang="pt-BR" sz="2000" dirty="0" err="1"/>
                  <a:t>unit</a:t>
                </a:r>
                <a:r>
                  <a:rPr lang="pt-BR" sz="2000" dirty="0"/>
                  <a:t> vector </a:t>
                </a:r>
                <a:r>
                  <a:rPr lang="pt-BR" sz="2000" dirty="0" err="1"/>
                  <a:t>on</a:t>
                </a:r>
                <a:r>
                  <a:rPr lang="pt-BR" sz="2000" dirty="0"/>
                  <a:t> </a:t>
                </a:r>
                <a:r>
                  <a:rPr lang="pt-BR" sz="2000" dirty="0" err="1"/>
                  <a:t>the</a:t>
                </a:r>
                <a:r>
                  <a:rPr lang="pt-BR" sz="2000" dirty="0"/>
                  <a:t> plane </a:t>
                </a:r>
                <a:r>
                  <a:rPr lang="pt-BR" sz="2000" dirty="0" err="1"/>
                  <a:t>of</a:t>
                </a:r>
                <a:r>
                  <a:rPr lang="pt-BR" sz="2000" dirty="0"/>
                  <a:t> </a:t>
                </a:r>
                <a:r>
                  <a:rPr lang="pt-BR" sz="2000" dirty="0" err="1"/>
                  <a:t>the</a:t>
                </a:r>
                <a:r>
                  <a:rPr lang="pt-BR" sz="2000" dirty="0"/>
                  <a:t> disk</a:t>
                </a:r>
              </a:p>
              <a:p>
                <a:endParaRPr lang="pt-BR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pt-BR" sz="2000" dirty="0"/>
                  <a:t> </a:t>
                </a:r>
                <a:r>
                  <a:rPr lang="pt-BR" sz="2000" dirty="0" err="1"/>
                  <a:t>is</a:t>
                </a:r>
                <a:r>
                  <a:rPr lang="pt-BR" sz="2000" dirty="0"/>
                  <a:t> a </a:t>
                </a:r>
                <a:r>
                  <a:rPr lang="pt-BR" sz="2000" dirty="0" err="1"/>
                  <a:t>unit</a:t>
                </a:r>
                <a:r>
                  <a:rPr lang="pt-BR" sz="2000" dirty="0"/>
                  <a:t> vector </a:t>
                </a:r>
                <a:r>
                  <a:rPr lang="pt-BR" sz="2000" dirty="0" err="1"/>
                  <a:t>on</a:t>
                </a:r>
                <a:r>
                  <a:rPr lang="pt-BR" sz="2000" dirty="0"/>
                  <a:t> </a:t>
                </a:r>
                <a:r>
                  <a:rPr lang="pt-BR" sz="2000" dirty="0" err="1"/>
                  <a:t>the</a:t>
                </a:r>
                <a:r>
                  <a:rPr lang="pt-BR" sz="2000" dirty="0"/>
                  <a:t> z-</a:t>
                </a:r>
                <a:r>
                  <a:rPr lang="pt-BR" sz="2000" dirty="0" err="1"/>
                  <a:t>direction</a:t>
                </a:r>
                <a:r>
                  <a:rPr lang="pt-BR" sz="2000" dirty="0"/>
                  <a:t> </a:t>
                </a:r>
                <a:r>
                  <a:rPr lang="pt-BR" sz="2000" dirty="0" err="1"/>
                  <a:t>of</a:t>
                </a:r>
                <a:r>
                  <a:rPr lang="pt-BR" sz="2000" dirty="0"/>
                  <a:t> </a:t>
                </a:r>
                <a:r>
                  <a:rPr lang="pt-BR" sz="2000" dirty="0" err="1"/>
                  <a:t>the</a:t>
                </a:r>
                <a:r>
                  <a:rPr lang="pt-BR" sz="2000" dirty="0"/>
                  <a:t> </a:t>
                </a:r>
                <a:r>
                  <a:rPr lang="pt-BR" sz="2000" dirty="0" err="1"/>
                  <a:t>Euclidean</a:t>
                </a:r>
                <a:r>
                  <a:rPr lang="pt-BR" sz="2000" dirty="0"/>
                  <a:t> </a:t>
                </a:r>
                <a:r>
                  <a:rPr lang="pt-BR" sz="2000" dirty="0" err="1"/>
                  <a:t>space</a:t>
                </a:r>
                <a:r>
                  <a:rPr lang="pt-BR" sz="2000" dirty="0"/>
                  <a:t> </a:t>
                </a:r>
              </a:p>
              <a:p>
                <a:endParaRPr lang="pt-BR" sz="2000" dirty="0"/>
              </a:p>
              <a:p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2000" dirty="0"/>
                  <a:t> </a:t>
                </a:r>
                <a:r>
                  <a:rPr lang="pt-BR" sz="2000" dirty="0" err="1"/>
                  <a:t>is</a:t>
                </a:r>
                <a:r>
                  <a:rPr lang="pt-BR" sz="2000" dirty="0"/>
                  <a:t> </a:t>
                </a:r>
                <a:r>
                  <a:rPr lang="pt-BR" sz="2000" dirty="0" err="1"/>
                  <a:t>the</a:t>
                </a:r>
                <a:r>
                  <a:rPr lang="pt-BR" sz="2000" dirty="0"/>
                  <a:t> </a:t>
                </a:r>
                <a:r>
                  <a:rPr lang="pt-BR" sz="2000" dirty="0" err="1"/>
                  <a:t>angle</a:t>
                </a:r>
                <a:r>
                  <a:rPr lang="pt-BR" sz="2000" dirty="0"/>
                  <a:t> </a:t>
                </a:r>
                <a:r>
                  <a:rPr lang="pt-BR" sz="2000" dirty="0" err="1"/>
                  <a:t>between</a:t>
                </a:r>
                <a:r>
                  <a:rPr lang="pt-BR" sz="2000" dirty="0"/>
                  <a:t> </a:t>
                </a:r>
                <a:r>
                  <a:rPr lang="pt-BR" sz="2000" dirty="0" err="1"/>
                  <a:t>the</a:t>
                </a:r>
                <a:r>
                  <a:rPr lang="pt-BR" sz="2000" dirty="0"/>
                  <a:t> disk plane </a:t>
                </a:r>
                <a:r>
                  <a:rPr lang="pt-BR" sz="2000" dirty="0" err="1"/>
                  <a:t>and</a:t>
                </a:r>
                <a:r>
                  <a:rPr lang="pt-BR" sz="2000" dirty="0"/>
                  <a:t> </a:t>
                </a:r>
                <a:r>
                  <a:rPr lang="pt-BR" sz="2000" dirty="0" err="1"/>
                  <a:t>the</a:t>
                </a:r>
                <a:r>
                  <a:rPr lang="pt-BR" sz="2000" dirty="0"/>
                  <a:t> horizontal</a:t>
                </a:r>
              </a:p>
              <a:p>
                <a:endParaRPr lang="pt-BR" sz="2000" dirty="0"/>
              </a:p>
              <a:p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pt-BR" sz="2000" dirty="0"/>
                  <a:t> </a:t>
                </a:r>
                <a:r>
                  <a:rPr lang="pt-BR" sz="2000" dirty="0" err="1"/>
                  <a:t>is</a:t>
                </a:r>
                <a:r>
                  <a:rPr lang="pt-BR" sz="2000" dirty="0"/>
                  <a:t> </a:t>
                </a:r>
                <a:r>
                  <a:rPr lang="pt-BR" sz="2000" dirty="0" err="1"/>
                  <a:t>the</a:t>
                </a:r>
                <a:r>
                  <a:rPr lang="pt-BR" sz="2000" dirty="0"/>
                  <a:t> </a:t>
                </a:r>
                <a:r>
                  <a:rPr lang="pt-BR" sz="2000" dirty="0" err="1"/>
                  <a:t>radius</a:t>
                </a:r>
                <a:r>
                  <a:rPr lang="pt-BR" sz="2000" dirty="0"/>
                  <a:t> </a:t>
                </a:r>
                <a:r>
                  <a:rPr lang="pt-BR" sz="2000" dirty="0" err="1"/>
                  <a:t>of</a:t>
                </a:r>
                <a:r>
                  <a:rPr lang="pt-BR" sz="2000" dirty="0"/>
                  <a:t> </a:t>
                </a:r>
                <a:r>
                  <a:rPr lang="pt-BR" sz="2000" dirty="0" err="1"/>
                  <a:t>the</a:t>
                </a:r>
                <a:r>
                  <a:rPr lang="pt-BR" sz="2000" dirty="0"/>
                  <a:t> disk</a:t>
                </a:r>
              </a:p>
            </p:txBody>
          </p:sp>
        </mc:Choice>
        <mc:Fallback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D106B780-A9B8-D5A0-CC90-E24CD9D37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651" y="1321009"/>
                <a:ext cx="6319061" cy="4708981"/>
              </a:xfrm>
              <a:prstGeom prst="rect">
                <a:avLst/>
              </a:prstGeom>
              <a:blipFill>
                <a:blip r:embed="rId10"/>
                <a:stretch>
                  <a:fillRect l="-1062" t="-777" b="-14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C68C404D-8A3F-DF7B-BB29-EBAD189F843D}"/>
                  </a:ext>
                </a:extLst>
              </p:cNvPr>
              <p:cNvSpPr txBox="1"/>
              <p:nvPr/>
            </p:nvSpPr>
            <p:spPr>
              <a:xfrm>
                <a:off x="1926769" y="3183057"/>
                <a:ext cx="33150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C68C404D-8A3F-DF7B-BB29-EBAD189F8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769" y="3183057"/>
                <a:ext cx="331501" cy="369332"/>
              </a:xfrm>
              <a:prstGeom prst="rect">
                <a:avLst/>
              </a:prstGeom>
              <a:blipFill>
                <a:blip r:embed="rId11"/>
                <a:stretch>
                  <a:fillRect l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DB829A54-1563-F9A8-C569-8CEB901C4196}"/>
                  </a:ext>
                </a:extLst>
              </p:cNvPr>
              <p:cNvSpPr txBox="1"/>
              <p:nvPr/>
            </p:nvSpPr>
            <p:spPr>
              <a:xfrm>
                <a:off x="3117329" y="3611133"/>
                <a:ext cx="33150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DB829A54-1563-F9A8-C569-8CEB901C4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329" y="3611133"/>
                <a:ext cx="331501" cy="369332"/>
              </a:xfrm>
              <a:prstGeom prst="rect">
                <a:avLst/>
              </a:prstGeom>
              <a:blipFill>
                <a:blip r:embed="rId12"/>
                <a:stretch>
                  <a:fillRect l="-30909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0973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DE32F-5C04-3FA3-D97E-C68C53A02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68F942CB-8448-E2AF-642A-00E9B8E7ABE5}"/>
              </a:ext>
            </a:extLst>
          </p:cNvPr>
          <p:cNvCxnSpPr/>
          <p:nvPr/>
        </p:nvCxnSpPr>
        <p:spPr>
          <a:xfrm>
            <a:off x="1910541" y="685233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B0AE271-F498-9101-8E5D-5E9459A806FE}"/>
              </a:ext>
            </a:extLst>
          </p:cNvPr>
          <p:cNvSpPr txBox="1"/>
          <p:nvPr/>
        </p:nvSpPr>
        <p:spPr>
          <a:xfrm>
            <a:off x="2178698" y="88961"/>
            <a:ext cx="8024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Precession</a:t>
            </a:r>
            <a:endParaRPr lang="pt-BR" sz="3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3B732C5-9F6D-50E7-E7A6-DDCFEC101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766" y="846367"/>
            <a:ext cx="4324348" cy="4324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47718F3-EF05-7EFC-3D0B-BC974B0FA32F}"/>
              </a:ext>
            </a:extLst>
          </p:cNvPr>
          <p:cNvSpPr txBox="1"/>
          <p:nvPr/>
        </p:nvSpPr>
        <p:spPr>
          <a:xfrm>
            <a:off x="4942114" y="1322924"/>
            <a:ext cx="70131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202122"/>
                </a:solidFill>
                <a:effectLst/>
              </a:rPr>
              <a:t>Precession is a change in the orientation of the rotational axis of a rotating body.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02122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202122"/>
                </a:solidFill>
                <a:effectLst/>
              </a:rPr>
              <a:t>In an appropriate reference frame it can be defined as a change in the first Euler angle.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02122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202122"/>
                </a:solidFill>
                <a:effectLst/>
              </a:rPr>
              <a:t>If the axis of rotation of a body is itself rotating about a second axis, that body is said to be </a:t>
            </a:r>
            <a:r>
              <a:rPr lang="en-US" sz="2400" i="0" dirty="0" err="1">
                <a:solidFill>
                  <a:srgbClr val="202122"/>
                </a:solidFill>
                <a:effectLst/>
              </a:rPr>
              <a:t>precessing</a:t>
            </a:r>
            <a:r>
              <a:rPr lang="en-US" sz="2400" i="0" dirty="0">
                <a:solidFill>
                  <a:srgbClr val="202122"/>
                </a:solidFill>
                <a:effectLst/>
              </a:rPr>
              <a:t> about the second axis.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02122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202122"/>
                </a:solidFill>
                <a:effectLst/>
              </a:rPr>
              <a:t>In physics, there are two types of precession: torque-free and torque-induced.</a:t>
            </a:r>
            <a:endParaRPr lang="pt-BR" sz="24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4F06883-030D-2688-82C2-111612256B09}"/>
              </a:ext>
            </a:extLst>
          </p:cNvPr>
          <p:cNvSpPr txBox="1"/>
          <p:nvPr/>
        </p:nvSpPr>
        <p:spPr>
          <a:xfrm>
            <a:off x="421822" y="5170715"/>
            <a:ext cx="41392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Source</a:t>
            </a:r>
            <a:r>
              <a:rPr lang="pt-BR" dirty="0"/>
              <a:t>: </a:t>
            </a:r>
            <a:r>
              <a:rPr lang="pt-BR" dirty="0">
                <a:hlinkClick r:id="rId4"/>
              </a:rPr>
              <a:t>https://upload.wikimedia.org/wikipedia/commons/8/82/Gyroscope_precession.gif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4590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815A4E5-40FC-B3A4-2773-319CEB1C4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01416D4F-CA40-5280-3C5A-8D93DDFBE614}"/>
              </a:ext>
            </a:extLst>
          </p:cNvPr>
          <p:cNvCxnSpPr/>
          <p:nvPr/>
        </p:nvCxnSpPr>
        <p:spPr>
          <a:xfrm>
            <a:off x="1910541" y="685233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590059C-C8EA-4ADF-ED84-A053131E1828}"/>
              </a:ext>
            </a:extLst>
          </p:cNvPr>
          <p:cNvSpPr txBox="1"/>
          <p:nvPr/>
        </p:nvSpPr>
        <p:spPr>
          <a:xfrm>
            <a:off x="2178698" y="88961"/>
            <a:ext cx="8024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Physics Concepts</a:t>
            </a:r>
            <a:endParaRPr lang="pt-BR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0D39DC66-A273-F077-70B2-B6FA910D95FB}"/>
                  </a:ext>
                </a:extLst>
              </p:cNvPr>
              <p:cNvSpPr txBox="1"/>
              <p:nvPr/>
            </p:nvSpPr>
            <p:spPr>
              <a:xfrm>
                <a:off x="185057" y="905681"/>
                <a:ext cx="11770177" cy="50466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2400" i="0" dirty="0">
                    <a:solidFill>
                      <a:srgbClr val="202122"/>
                    </a:solidFill>
                    <a:effectLst/>
                  </a:rPr>
                  <a:t>Point P of rolling contact describes a circle with angular velocity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400" i="0" dirty="0">
                    <a:solidFill>
                      <a:srgbClr val="202122"/>
                    </a:solidFill>
                    <a:effectLst/>
                  </a:rPr>
                  <a:t>. Same as precession rate.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rgbClr val="202122"/>
                  </a:solidFill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202122"/>
                    </a:solidFill>
                  </a:rPr>
                  <a:t>In the classical notion, with non-dissipative motion, the disk spins forever.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rgbClr val="202122"/>
                  </a:solidFill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202122"/>
                    </a:solidFill>
                  </a:rPr>
                  <a:t>Air viscosity is responsible for the system’s energy dissipation.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rgbClr val="202122"/>
                  </a:solidFill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202122"/>
                    </a:solidFill>
                  </a:rPr>
                  <a:t>The </a:t>
                </a:r>
                <a:r>
                  <a:rPr lang="en-US" sz="2400" i="0" dirty="0">
                    <a:solidFill>
                      <a:srgbClr val="202122"/>
                    </a:solidFill>
                    <a:effectLst/>
                  </a:rPr>
                  <a:t>angular velocity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400" dirty="0">
                    <a:solidFill>
                      <a:srgbClr val="202122"/>
                    </a:solidFill>
                  </a:rPr>
                  <a:t> of the point P increases rapidly with no limit (paradoxically).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rgbClr val="202122"/>
                  </a:solidFill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202122"/>
                    </a:solidFill>
                  </a:rPr>
                  <a:t>Total energy of the system is given by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pt-B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𝑀𝑔𝑅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>
                    <a:solidFill>
                      <a:srgbClr val="202122"/>
                    </a:solidFill>
                  </a:rPr>
                  <a:t>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rgbClr val="202122"/>
                  </a:solidFill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202122"/>
                    </a:solidFill>
                  </a:rPr>
                  <a:t>The precession frequency is given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0" i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pt-BR" sz="2400" b="0" i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pt-BR" sz="2400" b="0" i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=4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>
                    <a:solidFill>
                      <a:srgbClr val="202122"/>
                    </a:solidFill>
                  </a:rPr>
                  <a:t>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rgbClr val="202122"/>
                  </a:solidFill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202122"/>
                    </a:solidFill>
                  </a:rPr>
                  <a:t>Rate of energy dissipation by air viscosity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𝜋𝜇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sSupPr>
                        <m:ctrlPr>
                          <a:rPr lang="pt-B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pt-B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pt-B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pt-BR" sz="2400" b="0" i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pt-B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>
                    <a:solidFill>
                      <a:srgbClr val="202122"/>
                    </a:solidFill>
                  </a:rPr>
                  <a:t>c</a:t>
                </a:r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0D39DC66-A273-F077-70B2-B6FA910D9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57" y="905681"/>
                <a:ext cx="11770177" cy="5046638"/>
              </a:xfrm>
              <a:prstGeom prst="rect">
                <a:avLst/>
              </a:prstGeom>
              <a:blipFill>
                <a:blip r:embed="rId3"/>
                <a:stretch>
                  <a:fillRect l="-673" t="-967" r="-777" b="-193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3253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92B19-D8FF-6138-42FF-473C3141D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52D7BEB6-D116-DBB4-1E3F-2A03FE4AE048}"/>
              </a:ext>
            </a:extLst>
          </p:cNvPr>
          <p:cNvCxnSpPr/>
          <p:nvPr/>
        </p:nvCxnSpPr>
        <p:spPr>
          <a:xfrm>
            <a:off x="1910541" y="685233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DC1530C-0512-25AC-2553-370BA758C170}"/>
              </a:ext>
            </a:extLst>
          </p:cNvPr>
          <p:cNvSpPr txBox="1"/>
          <p:nvPr/>
        </p:nvSpPr>
        <p:spPr>
          <a:xfrm>
            <a:off x="2178698" y="88961"/>
            <a:ext cx="8024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Physics Concepts</a:t>
            </a:r>
            <a:endParaRPr lang="pt-BR" sz="3200" dirty="0"/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5F82252D-A75A-4153-8316-EDEADFBA1E10}"/>
              </a:ext>
            </a:extLst>
          </p:cNvPr>
          <p:cNvCxnSpPr>
            <a:cxnSpLocks/>
          </p:cNvCxnSpPr>
          <p:nvPr/>
        </p:nvCxnSpPr>
        <p:spPr>
          <a:xfrm flipV="1">
            <a:off x="326573" y="2286001"/>
            <a:ext cx="0" cy="36140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8BFD135B-2560-EA1B-F0EF-743F08E4A5AB}"/>
              </a:ext>
            </a:extLst>
          </p:cNvPr>
          <p:cNvCxnSpPr>
            <a:cxnSpLocks/>
          </p:cNvCxnSpPr>
          <p:nvPr/>
        </p:nvCxnSpPr>
        <p:spPr>
          <a:xfrm>
            <a:off x="326573" y="5889173"/>
            <a:ext cx="471351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ilindro 8">
            <a:extLst>
              <a:ext uri="{FF2B5EF4-FFF2-40B4-BE49-F238E27FC236}">
                <a16:creationId xmlns:a16="http://schemas.microsoft.com/office/drawing/2014/main" id="{C6EB0F51-F505-0272-214F-21921208097C}"/>
              </a:ext>
            </a:extLst>
          </p:cNvPr>
          <p:cNvSpPr/>
          <p:nvPr/>
        </p:nvSpPr>
        <p:spPr>
          <a:xfrm rot="19742551">
            <a:off x="-113181" y="3942079"/>
            <a:ext cx="4689505" cy="8817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7DD30687-9150-0533-664A-426145FDD6E3}"/>
              </a:ext>
            </a:extLst>
          </p:cNvPr>
          <p:cNvCxnSpPr>
            <a:cxnSpLocks/>
          </p:cNvCxnSpPr>
          <p:nvPr/>
        </p:nvCxnSpPr>
        <p:spPr>
          <a:xfrm flipV="1">
            <a:off x="2220684" y="1839686"/>
            <a:ext cx="0" cy="41274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E4F751E7-BE39-649A-372A-F4D6BCC27FBA}"/>
              </a:ext>
            </a:extLst>
          </p:cNvPr>
          <p:cNvCxnSpPr>
            <a:cxnSpLocks/>
          </p:cNvCxnSpPr>
          <p:nvPr/>
        </p:nvCxnSpPr>
        <p:spPr>
          <a:xfrm flipH="1" flipV="1">
            <a:off x="980131" y="1718150"/>
            <a:ext cx="1240553" cy="24293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: Curva para Cima 14">
            <a:extLst>
              <a:ext uri="{FF2B5EF4-FFF2-40B4-BE49-F238E27FC236}">
                <a16:creationId xmlns:a16="http://schemas.microsoft.com/office/drawing/2014/main" id="{70717D0F-AB25-1112-0EAB-28D4B764B7F5}"/>
              </a:ext>
            </a:extLst>
          </p:cNvPr>
          <p:cNvSpPr/>
          <p:nvPr/>
        </p:nvSpPr>
        <p:spPr>
          <a:xfrm>
            <a:off x="1844911" y="2320095"/>
            <a:ext cx="813841" cy="26101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6" name="Seta: Curva para Cima 15">
            <a:extLst>
              <a:ext uri="{FF2B5EF4-FFF2-40B4-BE49-F238E27FC236}">
                <a16:creationId xmlns:a16="http://schemas.microsoft.com/office/drawing/2014/main" id="{DE7FD6B0-5BB0-54D3-8D7A-791EDE4BB28F}"/>
              </a:ext>
            </a:extLst>
          </p:cNvPr>
          <p:cNvSpPr/>
          <p:nvPr/>
        </p:nvSpPr>
        <p:spPr>
          <a:xfrm rot="19688070">
            <a:off x="857449" y="1992675"/>
            <a:ext cx="680966" cy="24115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E35B216E-0DCA-FD5D-E91A-994B2214085F}"/>
                  </a:ext>
                </a:extLst>
              </p:cNvPr>
              <p:cNvSpPr txBox="1"/>
              <p:nvPr/>
            </p:nvSpPr>
            <p:spPr>
              <a:xfrm>
                <a:off x="2111409" y="1393979"/>
                <a:ext cx="41742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E35B216E-0DCA-FD5D-E91A-994B22140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409" y="1393979"/>
                <a:ext cx="417422" cy="369332"/>
              </a:xfrm>
              <a:prstGeom prst="rect">
                <a:avLst/>
              </a:prstGeom>
              <a:blipFill>
                <a:blip r:embed="rId3"/>
                <a:stretch>
                  <a:fillRect l="-17391" t="-18333" r="-42029" b="-1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1B2F89DA-719F-6D91-B195-D200D20427AC}"/>
                  </a:ext>
                </a:extLst>
              </p:cNvPr>
              <p:cNvSpPr txBox="1"/>
              <p:nvPr/>
            </p:nvSpPr>
            <p:spPr>
              <a:xfrm>
                <a:off x="771420" y="1267688"/>
                <a:ext cx="41658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1B2F89DA-719F-6D91-B195-D200D2042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420" y="1267688"/>
                <a:ext cx="416589" cy="369332"/>
              </a:xfrm>
              <a:prstGeom prst="rect">
                <a:avLst/>
              </a:prstGeom>
              <a:blipFill>
                <a:blip r:embed="rId4"/>
                <a:stretch>
                  <a:fillRect l="-19118" t="-18033" r="-42647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58C64035-D4EB-6AE7-2900-3BE8588B2465}"/>
                  </a:ext>
                </a:extLst>
              </p:cNvPr>
              <p:cNvSpPr txBox="1"/>
              <p:nvPr/>
            </p:nvSpPr>
            <p:spPr>
              <a:xfrm>
                <a:off x="4839279" y="2415389"/>
                <a:ext cx="42370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58C64035-D4EB-6AE7-2900-3BE8588B2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9279" y="2415389"/>
                <a:ext cx="423706" cy="369332"/>
              </a:xfrm>
              <a:prstGeom prst="rect">
                <a:avLst/>
              </a:prstGeom>
              <a:blipFill>
                <a:blip r:embed="rId5"/>
                <a:stretch>
                  <a:fillRect l="-18841" t="-16393" r="-40580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E80837E-4E97-795B-3B5A-49156B2BCB39}"/>
              </a:ext>
            </a:extLst>
          </p:cNvPr>
          <p:cNvCxnSpPr>
            <a:cxnSpLocks/>
          </p:cNvCxnSpPr>
          <p:nvPr/>
        </p:nvCxnSpPr>
        <p:spPr>
          <a:xfrm flipV="1">
            <a:off x="2247696" y="2424113"/>
            <a:ext cx="2564572" cy="17233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B583C438-0466-5A39-60DA-EA47E794DCAE}"/>
                  </a:ext>
                </a:extLst>
              </p:cNvPr>
              <p:cNvSpPr txBox="1"/>
              <p:nvPr/>
            </p:nvSpPr>
            <p:spPr>
              <a:xfrm>
                <a:off x="575137" y="2087924"/>
                <a:ext cx="36740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B583C438-0466-5A39-60DA-EA47E794D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137" y="2087924"/>
                <a:ext cx="367408" cy="369332"/>
              </a:xfrm>
              <a:prstGeom prst="rect">
                <a:avLst/>
              </a:prstGeom>
              <a:blipFill>
                <a:blip r:embed="rId6"/>
                <a:stretch>
                  <a:fillRect l="-1967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8164A97F-006A-AB14-8C77-9422A1E6F703}"/>
                  </a:ext>
                </a:extLst>
              </p:cNvPr>
              <p:cNvSpPr txBox="1"/>
              <p:nvPr/>
            </p:nvSpPr>
            <p:spPr>
              <a:xfrm>
                <a:off x="2688276" y="2280039"/>
                <a:ext cx="34624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8164A97F-006A-AB14-8C77-9422A1E6F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8276" y="2280039"/>
                <a:ext cx="346249" cy="369332"/>
              </a:xfrm>
              <a:prstGeom prst="rect">
                <a:avLst/>
              </a:prstGeom>
              <a:blipFill>
                <a:blip r:embed="rId7"/>
                <a:stretch>
                  <a:fillRect l="-31579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39F92F87-FE7C-6C57-EAAD-CA77E20265C3}"/>
                  </a:ext>
                </a:extLst>
              </p:cNvPr>
              <p:cNvSpPr txBox="1"/>
              <p:nvPr/>
            </p:nvSpPr>
            <p:spPr>
              <a:xfrm>
                <a:off x="1103156" y="5498069"/>
                <a:ext cx="33150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39F92F87-FE7C-6C57-EAAD-CA77E2026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156" y="5498069"/>
                <a:ext cx="331501" cy="369332"/>
              </a:xfrm>
              <a:prstGeom prst="rect">
                <a:avLst/>
              </a:prstGeom>
              <a:blipFill>
                <a:blip r:embed="rId8"/>
                <a:stretch>
                  <a:fillRect l="-240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Elipse 29">
            <a:extLst>
              <a:ext uri="{FF2B5EF4-FFF2-40B4-BE49-F238E27FC236}">
                <a16:creationId xmlns:a16="http://schemas.microsoft.com/office/drawing/2014/main" id="{B41E1C6D-5FDD-0220-FB23-A9EB0A9CDB4B}"/>
              </a:ext>
            </a:extLst>
          </p:cNvPr>
          <p:cNvSpPr/>
          <p:nvPr/>
        </p:nvSpPr>
        <p:spPr>
          <a:xfrm>
            <a:off x="317129" y="5781247"/>
            <a:ext cx="194077" cy="19407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0FBF2B78-CD36-C30D-C47B-C6D17629F634}"/>
                  </a:ext>
                </a:extLst>
              </p:cNvPr>
              <p:cNvSpPr txBox="1"/>
              <p:nvPr/>
            </p:nvSpPr>
            <p:spPr>
              <a:xfrm>
                <a:off x="260370" y="6002510"/>
                <a:ext cx="3361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0FBF2B78-CD36-C30D-C47B-C6D17629F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70" y="6002510"/>
                <a:ext cx="336118" cy="369332"/>
              </a:xfrm>
              <a:prstGeom prst="rect">
                <a:avLst/>
              </a:prstGeom>
              <a:blipFill>
                <a:blip r:embed="rId9"/>
                <a:stretch>
                  <a:fillRect l="-3272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1CA48EA0-A955-3C4A-D5C5-E21C9907DF5E}"/>
                  </a:ext>
                </a:extLst>
              </p:cNvPr>
              <p:cNvSpPr txBox="1"/>
              <p:nvPr/>
            </p:nvSpPr>
            <p:spPr>
              <a:xfrm>
                <a:off x="1926769" y="3183057"/>
                <a:ext cx="33150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1CA48EA0-A955-3C4A-D5C5-E21C9907D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769" y="3183057"/>
                <a:ext cx="331501" cy="369332"/>
              </a:xfrm>
              <a:prstGeom prst="rect">
                <a:avLst/>
              </a:prstGeom>
              <a:blipFill>
                <a:blip r:embed="rId10"/>
                <a:stretch>
                  <a:fillRect l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8F700E15-6723-272C-7608-8FF76532C2C0}"/>
                  </a:ext>
                </a:extLst>
              </p:cNvPr>
              <p:cNvSpPr txBox="1"/>
              <p:nvPr/>
            </p:nvSpPr>
            <p:spPr>
              <a:xfrm>
                <a:off x="3117329" y="3611133"/>
                <a:ext cx="33150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8F700E15-6723-272C-7608-8FF76532C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329" y="3611133"/>
                <a:ext cx="331501" cy="369332"/>
              </a:xfrm>
              <a:prstGeom prst="rect">
                <a:avLst/>
              </a:prstGeom>
              <a:blipFill>
                <a:blip r:embed="rId11"/>
                <a:stretch>
                  <a:fillRect l="-30909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3214434-E804-9021-6012-FA6F48F235D5}"/>
                  </a:ext>
                </a:extLst>
              </p:cNvPr>
              <p:cNvSpPr txBox="1"/>
              <p:nvPr/>
            </p:nvSpPr>
            <p:spPr>
              <a:xfrm>
                <a:off x="5507677" y="1105565"/>
                <a:ext cx="6447557" cy="4154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2400" i="0" dirty="0">
                    <a:solidFill>
                      <a:srgbClr val="202122"/>
                    </a:solidFill>
                    <a:effectLst/>
                  </a:rPr>
                  <a:t>Point P of rolling contact describes a circle with angular velocity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400" i="0" dirty="0">
                    <a:solidFill>
                      <a:srgbClr val="202122"/>
                    </a:solidFill>
                    <a:effectLst/>
                  </a:rPr>
                  <a:t>. Same as precession rate.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rgbClr val="202122"/>
                  </a:solidFill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202122"/>
                    </a:solidFill>
                  </a:rPr>
                  <a:t>In the classical notion, with non-dissipative motion, the disk spins forever.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rgbClr val="202122"/>
                  </a:solidFill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202122"/>
                    </a:solidFill>
                  </a:rPr>
                  <a:t>Air viscosity is responsible for the system’s energy dissipation.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rgbClr val="202122"/>
                  </a:solidFill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202122"/>
                    </a:solidFill>
                  </a:rPr>
                  <a:t>The </a:t>
                </a:r>
                <a:r>
                  <a:rPr lang="en-US" sz="2400" i="0" dirty="0">
                    <a:solidFill>
                      <a:srgbClr val="202122"/>
                    </a:solidFill>
                    <a:effectLst/>
                  </a:rPr>
                  <a:t>angular velocity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400" dirty="0">
                    <a:solidFill>
                      <a:srgbClr val="202122"/>
                    </a:solidFill>
                  </a:rPr>
                  <a:t> of the point P increases rapidly with no limit (paradoxically).</a:t>
                </a:r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3214434-E804-9021-6012-FA6F48F23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7677" y="1105565"/>
                <a:ext cx="6447557" cy="4154984"/>
              </a:xfrm>
              <a:prstGeom prst="rect">
                <a:avLst/>
              </a:prstGeom>
              <a:blipFill>
                <a:blip r:embed="rId12"/>
                <a:stretch>
                  <a:fillRect l="-1229" t="-1173" r="-1512" b="-234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9565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7F28B-07C2-F5E5-B6CA-E57043F9C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891A6D11-26A7-F962-10BA-271FB0717E3C}"/>
              </a:ext>
            </a:extLst>
          </p:cNvPr>
          <p:cNvCxnSpPr/>
          <p:nvPr/>
        </p:nvCxnSpPr>
        <p:spPr>
          <a:xfrm>
            <a:off x="1910541" y="685233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8EEC9EF-736D-AB83-B922-66823B585308}"/>
              </a:ext>
            </a:extLst>
          </p:cNvPr>
          <p:cNvSpPr txBox="1"/>
          <p:nvPr/>
        </p:nvSpPr>
        <p:spPr>
          <a:xfrm>
            <a:off x="2178698" y="88961"/>
            <a:ext cx="8024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Point P Trajectory</a:t>
            </a:r>
            <a:endParaRPr lang="pt-BR" sz="3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5D88A65-3582-FCF8-73A5-97B9B27AA4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459" t="5610"/>
          <a:stretch/>
        </p:blipFill>
        <p:spPr>
          <a:xfrm>
            <a:off x="1630833" y="1817913"/>
            <a:ext cx="3603171" cy="304127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51BEE46-906B-8BC1-1986-DEA7D04F68A3}"/>
              </a:ext>
            </a:extLst>
          </p:cNvPr>
          <p:cNvSpPr txBox="1"/>
          <p:nvPr/>
        </p:nvSpPr>
        <p:spPr>
          <a:xfrm>
            <a:off x="1810446" y="1020741"/>
            <a:ext cx="2688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02122"/>
                </a:solidFill>
              </a:rPr>
              <a:t>View from the top</a:t>
            </a:r>
            <a:endParaRPr lang="pt-BR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1C9BAC8B-B161-2890-2227-281C5BDE4E73}"/>
                  </a:ext>
                </a:extLst>
              </p:cNvPr>
              <p:cNvSpPr txBox="1"/>
              <p:nvPr/>
            </p:nvSpPr>
            <p:spPr>
              <a:xfrm>
                <a:off x="1707031" y="5095206"/>
                <a:ext cx="3439885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rgbClr val="202122"/>
                    </a:solidFill>
                  </a:rPr>
                  <a:t>The point P of contact of the disc with the surface describes a perfect circular motion with angular frequency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000" b="0" i="0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pt-BR" sz="2000" dirty="0"/>
              </a:p>
            </p:txBody>
          </p:sp>
        </mc:Choice>
        <mc:Fallback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1C9BAC8B-B161-2890-2227-281C5BDE4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031" y="5095206"/>
                <a:ext cx="3439885" cy="1323439"/>
              </a:xfrm>
              <a:prstGeom prst="rect">
                <a:avLst/>
              </a:prstGeom>
              <a:blipFill>
                <a:blip r:embed="rId4"/>
                <a:stretch>
                  <a:fillRect l="-1773" t="-2765" r="-887" b="-737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2" name="Picture 4" descr="Euler's Disk">
            <a:extLst>
              <a:ext uri="{FF2B5EF4-FFF2-40B4-BE49-F238E27FC236}">
                <a16:creationId xmlns:a16="http://schemas.microsoft.com/office/drawing/2014/main" id="{CE4B2C29-8F57-611C-5B11-5DA432055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248" y="1690116"/>
            <a:ext cx="3718167" cy="3477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29CA726C-B008-2792-78B9-947AF73ABF6E}"/>
              </a:ext>
            </a:extLst>
          </p:cNvPr>
          <p:cNvSpPr txBox="1"/>
          <p:nvPr/>
        </p:nvSpPr>
        <p:spPr>
          <a:xfrm>
            <a:off x="6858944" y="1020741"/>
            <a:ext cx="30501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02122"/>
                </a:solidFill>
              </a:rPr>
              <a:t>Computer Simulation</a:t>
            </a:r>
            <a:endParaRPr lang="pt-BR" sz="2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F60315B-6CCF-F371-0232-E1A8AE24AF94}"/>
              </a:ext>
            </a:extLst>
          </p:cNvPr>
          <p:cNvSpPr txBox="1"/>
          <p:nvPr/>
        </p:nvSpPr>
        <p:spPr>
          <a:xfrm>
            <a:off x="6664083" y="5375594"/>
            <a:ext cx="34398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202122"/>
                </a:solidFill>
              </a:rPr>
              <a:t>Computer </a:t>
            </a:r>
            <a:r>
              <a:rPr lang="pt-BR" sz="2000" dirty="0" err="1">
                <a:solidFill>
                  <a:srgbClr val="202122"/>
                </a:solidFill>
              </a:rPr>
              <a:t>simulation</a:t>
            </a:r>
            <a:r>
              <a:rPr lang="pt-BR" sz="2000" dirty="0">
                <a:solidFill>
                  <a:srgbClr val="202122"/>
                </a:solidFill>
              </a:rPr>
              <a:t> for </a:t>
            </a:r>
            <a:r>
              <a:rPr lang="pt-BR" sz="2000" dirty="0" err="1">
                <a:solidFill>
                  <a:srgbClr val="202122"/>
                </a:solidFill>
              </a:rPr>
              <a:t>the</a:t>
            </a:r>
            <a:r>
              <a:rPr lang="pt-BR" sz="2000" dirty="0">
                <a:solidFill>
                  <a:srgbClr val="202122"/>
                </a:solidFill>
              </a:rPr>
              <a:t> Point P </a:t>
            </a:r>
            <a:r>
              <a:rPr lang="pt-BR" sz="2000" dirty="0" err="1">
                <a:solidFill>
                  <a:srgbClr val="202122"/>
                </a:solidFill>
              </a:rPr>
              <a:t>trajectory</a:t>
            </a:r>
            <a:r>
              <a:rPr lang="pt-BR" sz="2000" dirty="0">
                <a:solidFill>
                  <a:srgbClr val="202122"/>
                </a:solidFill>
              </a:rPr>
              <a:t>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371771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F25B9-3F3B-92E5-9550-D98EB4A64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FB1B3AD-0E66-5D51-9D86-2630E0A4C4C2}"/>
              </a:ext>
            </a:extLst>
          </p:cNvPr>
          <p:cNvCxnSpPr/>
          <p:nvPr/>
        </p:nvCxnSpPr>
        <p:spPr>
          <a:xfrm>
            <a:off x="1910541" y="685233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6C8FC4F-F03D-FB80-7BBE-FCA1077812B6}"/>
              </a:ext>
            </a:extLst>
          </p:cNvPr>
          <p:cNvSpPr txBox="1"/>
          <p:nvPr/>
        </p:nvSpPr>
        <p:spPr>
          <a:xfrm>
            <a:off x="2178698" y="88961"/>
            <a:ext cx="8024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Physics Concepts</a:t>
            </a:r>
            <a:endParaRPr lang="pt-BR" sz="3200" dirty="0"/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D8D5147B-2D94-DF90-E108-47500FB7DD15}"/>
              </a:ext>
            </a:extLst>
          </p:cNvPr>
          <p:cNvCxnSpPr>
            <a:cxnSpLocks/>
          </p:cNvCxnSpPr>
          <p:nvPr/>
        </p:nvCxnSpPr>
        <p:spPr>
          <a:xfrm flipV="1">
            <a:off x="326573" y="2286001"/>
            <a:ext cx="0" cy="36140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AE83D70B-A1F8-E314-427F-0D70DD7560EF}"/>
              </a:ext>
            </a:extLst>
          </p:cNvPr>
          <p:cNvCxnSpPr>
            <a:cxnSpLocks/>
          </p:cNvCxnSpPr>
          <p:nvPr/>
        </p:nvCxnSpPr>
        <p:spPr>
          <a:xfrm>
            <a:off x="326573" y="5889173"/>
            <a:ext cx="471351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ilindro 8">
            <a:extLst>
              <a:ext uri="{FF2B5EF4-FFF2-40B4-BE49-F238E27FC236}">
                <a16:creationId xmlns:a16="http://schemas.microsoft.com/office/drawing/2014/main" id="{7370327B-AEDD-2F65-4E7D-00BA020A8F92}"/>
              </a:ext>
            </a:extLst>
          </p:cNvPr>
          <p:cNvSpPr/>
          <p:nvPr/>
        </p:nvSpPr>
        <p:spPr>
          <a:xfrm rot="19742551">
            <a:off x="-113181" y="3942079"/>
            <a:ext cx="4689505" cy="8817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0B047CD7-BB8D-BE17-14D4-A07275B62B8A}"/>
              </a:ext>
            </a:extLst>
          </p:cNvPr>
          <p:cNvCxnSpPr>
            <a:cxnSpLocks/>
          </p:cNvCxnSpPr>
          <p:nvPr/>
        </p:nvCxnSpPr>
        <p:spPr>
          <a:xfrm flipV="1">
            <a:off x="2220684" y="1839686"/>
            <a:ext cx="0" cy="41274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F61202BC-4ABA-BCA9-439A-C7D1D143E79A}"/>
              </a:ext>
            </a:extLst>
          </p:cNvPr>
          <p:cNvCxnSpPr>
            <a:cxnSpLocks/>
          </p:cNvCxnSpPr>
          <p:nvPr/>
        </p:nvCxnSpPr>
        <p:spPr>
          <a:xfrm flipH="1" flipV="1">
            <a:off x="980131" y="1718150"/>
            <a:ext cx="1240553" cy="24293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: Curva para Cima 14">
            <a:extLst>
              <a:ext uri="{FF2B5EF4-FFF2-40B4-BE49-F238E27FC236}">
                <a16:creationId xmlns:a16="http://schemas.microsoft.com/office/drawing/2014/main" id="{082AAEFF-70E6-952D-CD3C-C0CA406777FD}"/>
              </a:ext>
            </a:extLst>
          </p:cNvPr>
          <p:cNvSpPr/>
          <p:nvPr/>
        </p:nvSpPr>
        <p:spPr>
          <a:xfrm>
            <a:off x="1844911" y="2320095"/>
            <a:ext cx="813841" cy="26101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6" name="Seta: Curva para Cima 15">
            <a:extLst>
              <a:ext uri="{FF2B5EF4-FFF2-40B4-BE49-F238E27FC236}">
                <a16:creationId xmlns:a16="http://schemas.microsoft.com/office/drawing/2014/main" id="{F66F70B5-3172-9660-565D-596EE7938FAF}"/>
              </a:ext>
            </a:extLst>
          </p:cNvPr>
          <p:cNvSpPr/>
          <p:nvPr/>
        </p:nvSpPr>
        <p:spPr>
          <a:xfrm rot="19688070">
            <a:off x="857449" y="1992675"/>
            <a:ext cx="680966" cy="24115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31E48F1D-9294-5074-85CE-8F79B2C28D92}"/>
                  </a:ext>
                </a:extLst>
              </p:cNvPr>
              <p:cNvSpPr txBox="1"/>
              <p:nvPr/>
            </p:nvSpPr>
            <p:spPr>
              <a:xfrm>
                <a:off x="2111409" y="1393979"/>
                <a:ext cx="41742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31E48F1D-9294-5074-85CE-8F79B2C28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409" y="1393979"/>
                <a:ext cx="417422" cy="369332"/>
              </a:xfrm>
              <a:prstGeom prst="rect">
                <a:avLst/>
              </a:prstGeom>
              <a:blipFill>
                <a:blip r:embed="rId3"/>
                <a:stretch>
                  <a:fillRect l="-17391" t="-18333" r="-42029" b="-1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B2A8F6EC-2493-103F-17FF-EDA056266FC7}"/>
                  </a:ext>
                </a:extLst>
              </p:cNvPr>
              <p:cNvSpPr txBox="1"/>
              <p:nvPr/>
            </p:nvSpPr>
            <p:spPr>
              <a:xfrm>
                <a:off x="771420" y="1267688"/>
                <a:ext cx="41658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B2A8F6EC-2493-103F-17FF-EDA056266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420" y="1267688"/>
                <a:ext cx="416589" cy="369332"/>
              </a:xfrm>
              <a:prstGeom prst="rect">
                <a:avLst/>
              </a:prstGeom>
              <a:blipFill>
                <a:blip r:embed="rId4"/>
                <a:stretch>
                  <a:fillRect l="-19118" t="-18033" r="-42647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E8983F08-B957-C654-696F-5BAC699E4D29}"/>
                  </a:ext>
                </a:extLst>
              </p:cNvPr>
              <p:cNvSpPr txBox="1"/>
              <p:nvPr/>
            </p:nvSpPr>
            <p:spPr>
              <a:xfrm>
                <a:off x="4839279" y="2415389"/>
                <a:ext cx="42370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E8983F08-B957-C654-696F-5BAC699E4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9279" y="2415389"/>
                <a:ext cx="423706" cy="369332"/>
              </a:xfrm>
              <a:prstGeom prst="rect">
                <a:avLst/>
              </a:prstGeom>
              <a:blipFill>
                <a:blip r:embed="rId5"/>
                <a:stretch>
                  <a:fillRect l="-18841" t="-16393" r="-40580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4E28601A-C3DE-5105-8652-81FCCEE7B45A}"/>
              </a:ext>
            </a:extLst>
          </p:cNvPr>
          <p:cNvCxnSpPr>
            <a:cxnSpLocks/>
          </p:cNvCxnSpPr>
          <p:nvPr/>
        </p:nvCxnSpPr>
        <p:spPr>
          <a:xfrm flipV="1">
            <a:off x="2247696" y="2424113"/>
            <a:ext cx="2564572" cy="17233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71AF5DB7-41AA-386F-045C-C1702E5D8825}"/>
                  </a:ext>
                </a:extLst>
              </p:cNvPr>
              <p:cNvSpPr txBox="1"/>
              <p:nvPr/>
            </p:nvSpPr>
            <p:spPr>
              <a:xfrm>
                <a:off x="575137" y="2087924"/>
                <a:ext cx="36740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71AF5DB7-41AA-386F-045C-C1702E5D8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137" y="2087924"/>
                <a:ext cx="367408" cy="369332"/>
              </a:xfrm>
              <a:prstGeom prst="rect">
                <a:avLst/>
              </a:prstGeom>
              <a:blipFill>
                <a:blip r:embed="rId6"/>
                <a:stretch>
                  <a:fillRect l="-1967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66D8812C-3200-3AEE-6FC3-1C12CC819D8D}"/>
                  </a:ext>
                </a:extLst>
              </p:cNvPr>
              <p:cNvSpPr txBox="1"/>
              <p:nvPr/>
            </p:nvSpPr>
            <p:spPr>
              <a:xfrm>
                <a:off x="2688276" y="2280039"/>
                <a:ext cx="34624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66D8812C-3200-3AEE-6FC3-1C12CC819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8276" y="2280039"/>
                <a:ext cx="346249" cy="369332"/>
              </a:xfrm>
              <a:prstGeom prst="rect">
                <a:avLst/>
              </a:prstGeom>
              <a:blipFill>
                <a:blip r:embed="rId7"/>
                <a:stretch>
                  <a:fillRect l="-31579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B3F51AC0-9324-5242-832E-78979C84CAC6}"/>
                  </a:ext>
                </a:extLst>
              </p:cNvPr>
              <p:cNvSpPr txBox="1"/>
              <p:nvPr/>
            </p:nvSpPr>
            <p:spPr>
              <a:xfrm>
                <a:off x="1103156" y="5498069"/>
                <a:ext cx="33150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B3F51AC0-9324-5242-832E-78979C84C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156" y="5498069"/>
                <a:ext cx="331501" cy="369332"/>
              </a:xfrm>
              <a:prstGeom prst="rect">
                <a:avLst/>
              </a:prstGeom>
              <a:blipFill>
                <a:blip r:embed="rId8"/>
                <a:stretch>
                  <a:fillRect l="-240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Elipse 29">
            <a:extLst>
              <a:ext uri="{FF2B5EF4-FFF2-40B4-BE49-F238E27FC236}">
                <a16:creationId xmlns:a16="http://schemas.microsoft.com/office/drawing/2014/main" id="{12F87F24-6368-2050-1334-2894F678CFA0}"/>
              </a:ext>
            </a:extLst>
          </p:cNvPr>
          <p:cNvSpPr/>
          <p:nvPr/>
        </p:nvSpPr>
        <p:spPr>
          <a:xfrm>
            <a:off x="317129" y="5781247"/>
            <a:ext cx="194077" cy="19407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120100F2-9A44-0336-584B-F9576843CB19}"/>
                  </a:ext>
                </a:extLst>
              </p:cNvPr>
              <p:cNvSpPr txBox="1"/>
              <p:nvPr/>
            </p:nvSpPr>
            <p:spPr>
              <a:xfrm>
                <a:off x="260370" y="6002510"/>
                <a:ext cx="3361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120100F2-9A44-0336-584B-F9576843C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70" y="6002510"/>
                <a:ext cx="336118" cy="369332"/>
              </a:xfrm>
              <a:prstGeom prst="rect">
                <a:avLst/>
              </a:prstGeom>
              <a:blipFill>
                <a:blip r:embed="rId9"/>
                <a:stretch>
                  <a:fillRect l="-3272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975E354C-1868-152E-7270-71DED5AD771F}"/>
                  </a:ext>
                </a:extLst>
              </p:cNvPr>
              <p:cNvSpPr txBox="1"/>
              <p:nvPr/>
            </p:nvSpPr>
            <p:spPr>
              <a:xfrm>
                <a:off x="1926769" y="3183057"/>
                <a:ext cx="33150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975E354C-1868-152E-7270-71DED5AD7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769" y="3183057"/>
                <a:ext cx="331501" cy="369332"/>
              </a:xfrm>
              <a:prstGeom prst="rect">
                <a:avLst/>
              </a:prstGeom>
              <a:blipFill>
                <a:blip r:embed="rId10"/>
                <a:stretch>
                  <a:fillRect l="-2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74AECEE3-6768-C78D-FDAE-4B1FD47416BD}"/>
                  </a:ext>
                </a:extLst>
              </p:cNvPr>
              <p:cNvSpPr txBox="1"/>
              <p:nvPr/>
            </p:nvSpPr>
            <p:spPr>
              <a:xfrm>
                <a:off x="3117329" y="3611133"/>
                <a:ext cx="33150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pt-BR" sz="2400" dirty="0"/>
                  <a:t>  </a:t>
                </a:r>
              </a:p>
            </p:txBody>
          </p:sp>
        </mc:Choice>
        <mc:Fallback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74AECEE3-6768-C78D-FDAE-4B1FD4741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329" y="3611133"/>
                <a:ext cx="331501" cy="369332"/>
              </a:xfrm>
              <a:prstGeom prst="rect">
                <a:avLst/>
              </a:prstGeom>
              <a:blipFill>
                <a:blip r:embed="rId11"/>
                <a:stretch>
                  <a:fillRect l="-30909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2A28AFEF-F802-1FE3-FB1A-8E02083CCD39}"/>
                  </a:ext>
                </a:extLst>
              </p:cNvPr>
              <p:cNvSpPr txBox="1"/>
              <p:nvPr/>
            </p:nvSpPr>
            <p:spPr>
              <a:xfrm>
                <a:off x="5816667" y="1011319"/>
                <a:ext cx="6114961" cy="55689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202122"/>
                    </a:solidFill>
                  </a:rPr>
                  <a:t>Rolling condition (no slip of point P)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pt-BR" sz="2400" b="0" i="0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>
                    <a:solidFill>
                      <a:srgbClr val="202122"/>
                    </a:solidFill>
                  </a:rPr>
                  <a:t>                                            (1)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rgbClr val="202122"/>
                  </a:solidFill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202122"/>
                    </a:solidFill>
                  </a:rPr>
                  <a:t>Total energy of the system is given by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rgbClr val="202122"/>
                  </a:solidFill>
                </a:endParaRPr>
              </a:p>
              <a:p>
                <a:pPr lvl="1" algn="just"/>
                <a14:m>
                  <m:oMath xmlns:m="http://schemas.openxmlformats.org/officeDocument/2006/math"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pt-B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𝑀𝑔𝑅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>
                    <a:solidFill>
                      <a:srgbClr val="202122"/>
                    </a:solidFill>
                  </a:rPr>
                  <a:t>.                                   (2)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rgbClr val="202122"/>
                  </a:solidFill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202122"/>
                    </a:solidFill>
                  </a:rPr>
                  <a:t>The precession frequency is given by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rgbClr val="202122"/>
                  </a:solidFill>
                </a:endParaRPr>
              </a:p>
              <a:p>
                <a:pPr lvl="1" algn="just"/>
                <a14:m>
                  <m:oMath xmlns:m="http://schemas.openxmlformats.org/officeDocument/2006/math">
                    <m:sSup>
                      <m:sSupPr>
                        <m:ctrlPr>
                          <a:rPr lang="pt-BR" sz="2400" b="0" i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pt-BR" sz="2400" b="0" i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pt-BR" sz="2400" b="0" i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=4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>
                    <a:solidFill>
                      <a:srgbClr val="202122"/>
                    </a:solidFill>
                  </a:rPr>
                  <a:t>.                                   (3)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rgbClr val="202122"/>
                  </a:solidFill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202122"/>
                    </a:solidFill>
                  </a:rPr>
                  <a:t>Rate of energy dissipation by air viscosity is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rgbClr val="202122"/>
                  </a:solidFill>
                </a:endParaRPr>
              </a:p>
              <a:p>
                <a:pPr lvl="1" algn="just"/>
                <a:r>
                  <a:rPr lang="en-US" sz="2400" dirty="0">
                    <a:solidFill>
                      <a:srgbClr val="2021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𝜋𝜇</m:t>
                    </m:r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sSupPr>
                        <m:ctrlPr>
                          <a:rPr lang="pt-B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pt-B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pt-B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pt-BR" sz="2400" b="0" i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pt-B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>
                    <a:solidFill>
                      <a:srgbClr val="202122"/>
                    </a:solidFill>
                  </a:rPr>
                  <a:t>                               (4)</a:t>
                </a:r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2A28AFEF-F802-1FE3-FB1A-8E02083CC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667" y="1011319"/>
                <a:ext cx="6114961" cy="5568960"/>
              </a:xfrm>
              <a:prstGeom prst="rect">
                <a:avLst/>
              </a:prstGeom>
              <a:blipFill>
                <a:blip r:embed="rId12"/>
                <a:stretch>
                  <a:fillRect l="-1296" t="-8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2687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942A0-F468-4E72-C638-437D447B2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C19141F6-6168-4D43-F8D0-1ACAC2FF4BCC}"/>
              </a:ext>
            </a:extLst>
          </p:cNvPr>
          <p:cNvCxnSpPr/>
          <p:nvPr/>
        </p:nvCxnSpPr>
        <p:spPr>
          <a:xfrm>
            <a:off x="1910541" y="685233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E6EFBAC-9CA5-4F34-881E-A5498EF34259}"/>
              </a:ext>
            </a:extLst>
          </p:cNvPr>
          <p:cNvSpPr txBox="1"/>
          <p:nvPr/>
        </p:nvSpPr>
        <p:spPr>
          <a:xfrm>
            <a:off x="2178698" y="88961"/>
            <a:ext cx="8024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Small Angle Approximation</a:t>
            </a:r>
            <a:endParaRPr lang="pt-BR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4D0A7E37-36BE-6783-AE8C-6867B335285B}"/>
                  </a:ext>
                </a:extLst>
              </p:cNvPr>
              <p:cNvSpPr txBox="1"/>
              <p:nvPr/>
            </p:nvSpPr>
            <p:spPr>
              <a:xfrm>
                <a:off x="3680730" y="1326239"/>
                <a:ext cx="3731278" cy="10608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sz="2400" i="1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pt-BR" sz="2400" i="1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i="1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𝑀𝑔𝑅</m:t>
                      </m:r>
                      <m:r>
                        <a:rPr lang="pt-BR" sz="2400" i="1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2400" i="1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sz="2400" i="1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400" b="0" i="1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pt-BR" sz="2400" i="1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pt-BR" sz="2400" i="1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i="1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𝑀𝑔𝑅</m:t>
                      </m:r>
                      <m:r>
                        <a:rPr lang="pt-BR" sz="2400" b="0" i="1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i="1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</p:txBody>
          </p:sp>
        </mc:Choice>
        <mc:Fallback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4D0A7E37-36BE-6783-AE8C-6867B3352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730" y="1326239"/>
                <a:ext cx="3731278" cy="10608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29557C43-1A52-5CF2-ADC4-D3B46B66F1BC}"/>
                  </a:ext>
                </a:extLst>
              </p:cNvPr>
              <p:cNvSpPr txBox="1"/>
              <p:nvPr/>
            </p:nvSpPr>
            <p:spPr>
              <a:xfrm>
                <a:off x="3830837" y="2810163"/>
                <a:ext cx="2552237" cy="5760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pt-BR" sz="2400" i="1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𝜋𝜇</m:t>
                        </m:r>
                        <m:r>
                          <a:rPr lang="pt-BR" sz="2400" i="1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sSup>
                          <m:sSupPr>
                            <m:ctrlPr>
                              <a:rPr lang="pt-BR" sz="2400" i="1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pt-BR" sz="2400" i="1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pt-BR" sz="2400" i="1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pt-BR" sz="2400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pt-BR" sz="2400" i="1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sz="2400" i="1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den>
                    </m:f>
                    <m:r>
                      <a:rPr lang="pt-B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pt-BR" sz="2400" i="1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𝜋𝜇</m:t>
                        </m:r>
                        <m:r>
                          <a:rPr lang="pt-BR" sz="2400" i="1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sSup>
                          <m:sSupPr>
                            <m:ctrlPr>
                              <a:rPr lang="pt-BR" sz="2400" i="1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pt-BR" sz="2400" i="1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pt-BR" sz="2400" b="0" i="1" smtClean="0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pt-BR" sz="2400" b="0" i="1" smtClean="0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pt-BR" sz="2400" dirty="0"/>
                  <a:t> </a:t>
                </a:r>
              </a:p>
            </p:txBody>
          </p:sp>
        </mc:Choice>
        <mc:Fallback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29557C43-1A52-5CF2-ADC4-D3B46B66F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837" y="2810163"/>
                <a:ext cx="2552237" cy="5760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637426B-FAB6-1BEE-CCCB-2B0F703FB44A}"/>
                  </a:ext>
                </a:extLst>
              </p:cNvPr>
              <p:cNvSpPr txBox="1"/>
              <p:nvPr/>
            </p:nvSpPr>
            <p:spPr>
              <a:xfrm>
                <a:off x="3830837" y="4049383"/>
                <a:ext cx="1374029" cy="701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pt-BR" sz="2400" i="1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2400" i="1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𝑑𝐸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637426B-FAB6-1BEE-CCCB-2B0F703FB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837" y="4049383"/>
                <a:ext cx="1374029" cy="7012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18192AD2-B5F7-AB69-007C-E491796FEC46}"/>
                  </a:ext>
                </a:extLst>
              </p:cNvPr>
              <p:cNvSpPr txBox="1"/>
              <p:nvPr/>
            </p:nvSpPr>
            <p:spPr>
              <a:xfrm>
                <a:off x="555170" y="838200"/>
                <a:ext cx="935082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/>
                  <a:t>For </a:t>
                </a:r>
                <a:r>
                  <a:rPr lang="pt-BR" sz="2000" dirty="0" err="1"/>
                  <a:t>small</a:t>
                </a:r>
                <a:r>
                  <a:rPr lang="pt-BR" sz="2000" dirty="0"/>
                  <a:t> </a:t>
                </a:r>
                <a:r>
                  <a:rPr lang="pt-BR" sz="2000" dirty="0" err="1"/>
                  <a:t>angle</a:t>
                </a:r>
                <a:r>
                  <a:rPr lang="pt-BR" sz="2000" dirty="0"/>
                  <a:t> </a:t>
                </a:r>
                <a:r>
                  <a:rPr lang="pt-BR" sz="2000" dirty="0" err="1"/>
                  <a:t>approximation</a:t>
                </a:r>
                <a:r>
                  <a:rPr lang="pt-BR" sz="2000" dirty="0"/>
                  <a:t> </a:t>
                </a:r>
                <a:r>
                  <a:rPr lang="pt-BR" sz="2000" dirty="0" err="1"/>
                  <a:t>where</a:t>
                </a:r>
                <a:r>
                  <a:rPr lang="pt-BR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00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pt-BR" sz="200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pt-BR" sz="20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pt-BR" sz="20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2000" dirty="0"/>
                  <a:t> </a:t>
                </a:r>
                <a:r>
                  <a:rPr lang="pt-BR" sz="2000" dirty="0" err="1"/>
                  <a:t>the</a:t>
                </a:r>
                <a:r>
                  <a:rPr lang="pt-BR" sz="2000" dirty="0"/>
                  <a:t> </a:t>
                </a:r>
                <a:r>
                  <a:rPr lang="pt-BR" sz="2000" dirty="0" err="1"/>
                  <a:t>energy</a:t>
                </a:r>
                <a:r>
                  <a:rPr lang="pt-BR" sz="2000" dirty="0"/>
                  <a:t> </a:t>
                </a:r>
                <a:r>
                  <a:rPr lang="pt-BR" sz="2000" dirty="0" err="1"/>
                  <a:t>of</a:t>
                </a:r>
                <a:r>
                  <a:rPr lang="pt-BR" sz="2000" dirty="0"/>
                  <a:t> </a:t>
                </a:r>
                <a:r>
                  <a:rPr lang="pt-BR" sz="2000" dirty="0" err="1"/>
                  <a:t>the</a:t>
                </a:r>
                <a:r>
                  <a:rPr lang="pt-BR" sz="2000" dirty="0"/>
                  <a:t> system </a:t>
                </a:r>
                <a:r>
                  <a:rPr lang="pt-BR" sz="2000" dirty="0" err="1"/>
                  <a:t>is</a:t>
                </a:r>
                <a:r>
                  <a:rPr lang="pt-BR" sz="2000" dirty="0"/>
                  <a:t> </a:t>
                </a:r>
                <a:r>
                  <a:rPr lang="pt-BR" sz="2000" dirty="0" err="1"/>
                  <a:t>given</a:t>
                </a:r>
                <a:r>
                  <a:rPr lang="pt-BR" sz="2000" dirty="0"/>
                  <a:t> </a:t>
                </a:r>
                <a:r>
                  <a:rPr lang="pt-BR" sz="2000" dirty="0" err="1"/>
                  <a:t>by</a:t>
                </a:r>
                <a:r>
                  <a:rPr lang="pt-BR" sz="2000" dirty="0"/>
                  <a:t> </a:t>
                </a:r>
              </a:p>
            </p:txBody>
          </p:sp>
        </mc:Choice>
        <mc:Fallback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18192AD2-B5F7-AB69-007C-E491796FE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70" y="838200"/>
                <a:ext cx="9350829" cy="400110"/>
              </a:xfrm>
              <a:prstGeom prst="rect">
                <a:avLst/>
              </a:prstGeom>
              <a:blipFill>
                <a:blip r:embed="rId6"/>
                <a:stretch>
                  <a:fillRect l="-652" t="-9231" b="-261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aixaDeTexto 12">
            <a:extLst>
              <a:ext uri="{FF2B5EF4-FFF2-40B4-BE49-F238E27FC236}">
                <a16:creationId xmlns:a16="http://schemas.microsoft.com/office/drawing/2014/main" id="{ACCC1811-0F71-6775-F736-55B144C38286}"/>
              </a:ext>
            </a:extLst>
          </p:cNvPr>
          <p:cNvSpPr txBox="1"/>
          <p:nvPr/>
        </p:nvSpPr>
        <p:spPr>
          <a:xfrm>
            <a:off x="10885715" y="1456530"/>
            <a:ext cx="5878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00" dirty="0"/>
              <a:t>(5)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E064F16-44C3-D733-19CE-FF3926CA9663}"/>
              </a:ext>
            </a:extLst>
          </p:cNvPr>
          <p:cNvSpPr txBox="1"/>
          <p:nvPr/>
        </p:nvSpPr>
        <p:spPr>
          <a:xfrm>
            <a:off x="555170" y="2185680"/>
            <a:ext cx="9350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err="1"/>
              <a:t>And</a:t>
            </a:r>
            <a:r>
              <a:rPr lang="pt-BR" sz="2000" dirty="0"/>
              <a:t> </a:t>
            </a:r>
            <a:r>
              <a:rPr lang="pt-BR" sz="2000" dirty="0" err="1"/>
              <a:t>the</a:t>
            </a:r>
            <a:r>
              <a:rPr lang="pt-BR" sz="2000" dirty="0"/>
              <a:t> rate </a:t>
            </a:r>
            <a:r>
              <a:rPr lang="pt-BR" sz="2000" dirty="0" err="1"/>
              <a:t>of</a:t>
            </a:r>
            <a:r>
              <a:rPr lang="pt-BR" sz="2000" dirty="0"/>
              <a:t> </a:t>
            </a:r>
            <a:r>
              <a:rPr lang="pt-BR" sz="2000" dirty="0" err="1"/>
              <a:t>energy</a:t>
            </a:r>
            <a:r>
              <a:rPr lang="pt-BR" sz="2000" dirty="0"/>
              <a:t> </a:t>
            </a:r>
            <a:r>
              <a:rPr lang="pt-BR" sz="2000" dirty="0" err="1"/>
              <a:t>dissipation</a:t>
            </a:r>
            <a:r>
              <a:rPr lang="pt-BR" sz="2000" dirty="0"/>
              <a:t> </a:t>
            </a:r>
            <a:r>
              <a:rPr lang="pt-BR" sz="2000" dirty="0" err="1"/>
              <a:t>is</a:t>
            </a:r>
            <a:r>
              <a:rPr lang="pt-BR" sz="2000" dirty="0"/>
              <a:t> </a:t>
            </a:r>
            <a:r>
              <a:rPr lang="pt-BR" sz="2000" dirty="0" err="1"/>
              <a:t>given</a:t>
            </a:r>
            <a:r>
              <a:rPr lang="pt-BR" sz="2000" dirty="0"/>
              <a:t> </a:t>
            </a:r>
            <a:r>
              <a:rPr lang="pt-BR" sz="2000" dirty="0" err="1"/>
              <a:t>by</a:t>
            </a:r>
            <a:endParaRPr lang="pt-BR" sz="200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2BD3FE8-BCE6-FC02-D3CF-037C9F0BD41F}"/>
              </a:ext>
            </a:extLst>
          </p:cNvPr>
          <p:cNvSpPr txBox="1"/>
          <p:nvPr/>
        </p:nvSpPr>
        <p:spPr>
          <a:xfrm>
            <a:off x="10885715" y="2810163"/>
            <a:ext cx="5878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00" dirty="0"/>
              <a:t>(6)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5B6E43D-7986-D789-1AFA-0A43F611896F}"/>
              </a:ext>
            </a:extLst>
          </p:cNvPr>
          <p:cNvSpPr txBox="1"/>
          <p:nvPr/>
        </p:nvSpPr>
        <p:spPr>
          <a:xfrm>
            <a:off x="555170" y="3565053"/>
            <a:ext cx="9350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The </a:t>
            </a:r>
            <a:r>
              <a:rPr lang="pt-BR" sz="2000" dirty="0" err="1"/>
              <a:t>relation</a:t>
            </a:r>
            <a:r>
              <a:rPr lang="pt-BR" sz="2000" dirty="0"/>
              <a:t> </a:t>
            </a:r>
            <a:r>
              <a:rPr lang="pt-BR" sz="2000" dirty="0" err="1"/>
              <a:t>between</a:t>
            </a:r>
            <a:r>
              <a:rPr lang="pt-BR" sz="2000" dirty="0"/>
              <a:t> rate </a:t>
            </a:r>
            <a:r>
              <a:rPr lang="pt-BR" sz="2000" dirty="0" err="1"/>
              <a:t>of</a:t>
            </a:r>
            <a:r>
              <a:rPr lang="pt-BR" sz="2000" dirty="0"/>
              <a:t> </a:t>
            </a:r>
            <a:r>
              <a:rPr lang="pt-BR" sz="2000" dirty="0" err="1"/>
              <a:t>energy</a:t>
            </a:r>
            <a:r>
              <a:rPr lang="pt-BR" sz="2000" dirty="0"/>
              <a:t> </a:t>
            </a:r>
            <a:r>
              <a:rPr lang="pt-BR" sz="2000" dirty="0" err="1"/>
              <a:t>dissipation</a:t>
            </a:r>
            <a:r>
              <a:rPr lang="pt-BR" sz="2000" dirty="0"/>
              <a:t> </a:t>
            </a:r>
            <a:r>
              <a:rPr lang="pt-BR" sz="2000" dirty="0" err="1"/>
              <a:t>and</a:t>
            </a:r>
            <a:r>
              <a:rPr lang="pt-BR" sz="2000" dirty="0"/>
              <a:t> </a:t>
            </a:r>
            <a:r>
              <a:rPr lang="pt-BR" sz="2000" dirty="0" err="1"/>
              <a:t>energy</a:t>
            </a:r>
            <a:r>
              <a:rPr lang="pt-BR" sz="2000" dirty="0"/>
              <a:t> </a:t>
            </a:r>
            <a:r>
              <a:rPr lang="pt-BR" sz="2000" dirty="0" err="1"/>
              <a:t>is</a:t>
            </a:r>
            <a:endParaRPr lang="pt-BR" sz="20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4D7242A-5D52-3142-2BBD-AB7654FDE4BF}"/>
              </a:ext>
            </a:extLst>
          </p:cNvPr>
          <p:cNvSpPr txBox="1"/>
          <p:nvPr/>
        </p:nvSpPr>
        <p:spPr>
          <a:xfrm>
            <a:off x="10885715" y="4272211"/>
            <a:ext cx="5878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00" dirty="0"/>
              <a:t>(7)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B462A59-0C00-7543-21AC-28A84F295AC0}"/>
              </a:ext>
            </a:extLst>
          </p:cNvPr>
          <p:cNvSpPr txBox="1"/>
          <p:nvPr/>
        </p:nvSpPr>
        <p:spPr>
          <a:xfrm>
            <a:off x="631370" y="4944426"/>
            <a:ext cx="9350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err="1"/>
              <a:t>Integration</a:t>
            </a:r>
            <a:r>
              <a:rPr lang="pt-BR" sz="2000" dirty="0"/>
              <a:t> leads </a:t>
            </a:r>
            <a:r>
              <a:rPr lang="pt-BR" sz="2000" dirty="0" err="1"/>
              <a:t>to</a:t>
            </a:r>
            <a:endParaRPr lang="pt-BR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6E7FC629-422C-8798-0CA5-FC3DAE97192B}"/>
                  </a:ext>
                </a:extLst>
              </p:cNvPr>
              <p:cNvSpPr txBox="1"/>
              <p:nvPr/>
            </p:nvSpPr>
            <p:spPr>
              <a:xfrm>
                <a:off x="3830837" y="5669191"/>
                <a:ext cx="1977272" cy="7275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pt-BR" sz="2400" b="0" i="1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rgbClr val="2021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rgbClr val="202122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rgbClr val="20212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B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rgbClr val="2021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rgbClr val="202122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rgbClr val="20212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6E7FC629-422C-8798-0CA5-FC3DAE971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837" y="5669191"/>
                <a:ext cx="1977272" cy="72757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CaixaDeTexto 20">
            <a:extLst>
              <a:ext uri="{FF2B5EF4-FFF2-40B4-BE49-F238E27FC236}">
                <a16:creationId xmlns:a16="http://schemas.microsoft.com/office/drawing/2014/main" id="{B595DE51-422F-80BF-974A-4534D6F41080}"/>
              </a:ext>
            </a:extLst>
          </p:cNvPr>
          <p:cNvSpPr txBox="1"/>
          <p:nvPr/>
        </p:nvSpPr>
        <p:spPr>
          <a:xfrm>
            <a:off x="10885715" y="5706859"/>
            <a:ext cx="5878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00" dirty="0"/>
              <a:t>(8)</a:t>
            </a:r>
          </a:p>
        </p:txBody>
      </p:sp>
    </p:spTree>
    <p:extLst>
      <p:ext uri="{BB962C8B-B14F-4D97-AF65-F5344CB8AC3E}">
        <p14:creationId xmlns:p14="http://schemas.microsoft.com/office/powerpoint/2010/main" val="49815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60E7D-F5D8-3BC9-0EFB-362D5AA3E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A59E7DF6-27A2-BE35-8794-99E0F7C594CD}"/>
              </a:ext>
            </a:extLst>
          </p:cNvPr>
          <p:cNvCxnSpPr/>
          <p:nvPr/>
        </p:nvCxnSpPr>
        <p:spPr>
          <a:xfrm>
            <a:off x="1910541" y="685233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2E68C2A-580D-C3FF-B8E6-9EDC28407C5C}"/>
              </a:ext>
            </a:extLst>
          </p:cNvPr>
          <p:cNvSpPr txBox="1"/>
          <p:nvPr/>
        </p:nvSpPr>
        <p:spPr>
          <a:xfrm>
            <a:off x="2178698" y="88961"/>
            <a:ext cx="8024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The Singularity</a:t>
            </a:r>
            <a:endParaRPr lang="pt-BR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450DD9DF-86AE-358B-0A88-452495913466}"/>
                  </a:ext>
                </a:extLst>
              </p:cNvPr>
              <p:cNvSpPr txBox="1"/>
              <p:nvPr/>
            </p:nvSpPr>
            <p:spPr>
              <a:xfrm>
                <a:off x="4666492" y="2937638"/>
                <a:ext cx="1094852" cy="7492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pt-B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450DD9DF-86AE-358B-0A88-452495913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492" y="2937638"/>
                <a:ext cx="1094852" cy="7492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028EAB9-7500-42B5-5F1D-063BBC00DAC5}"/>
                  </a:ext>
                </a:extLst>
              </p:cNvPr>
              <p:cNvSpPr txBox="1"/>
              <p:nvPr/>
            </p:nvSpPr>
            <p:spPr>
              <a:xfrm>
                <a:off x="4703568" y="1482723"/>
                <a:ext cx="1392432" cy="7478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pt-BR" sz="2400" b="0" i="1" smtClean="0">
                                  <a:solidFill>
                                    <a:srgbClr val="2021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solidFill>
                                    <a:srgbClr val="202122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rgbClr val="20212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pt-BR" sz="2400" b="0" i="1" smtClean="0">
                                  <a:solidFill>
                                    <a:srgbClr val="202122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</m:num>
                        <m:den>
                          <m:r>
                            <a:rPr lang="pt-B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sSub>
                        <m:sSubPr>
                          <m:ctrlPr>
                            <a:rPr lang="pt-B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028EAB9-7500-42B5-5F1D-063BBC00D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3568" y="1482723"/>
                <a:ext cx="1392432" cy="7478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23FE65BD-704B-99EB-66E5-DB40FE4732EF}"/>
                  </a:ext>
                </a:extLst>
              </p:cNvPr>
              <p:cNvSpPr txBox="1"/>
              <p:nvPr/>
            </p:nvSpPr>
            <p:spPr>
              <a:xfrm>
                <a:off x="631370" y="965791"/>
                <a:ext cx="100475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000" dirty="0"/>
                  <a:t> </a:t>
                </a:r>
                <a:r>
                  <a:rPr lang="pt-BR" sz="2000" dirty="0" err="1"/>
                  <a:t>is</a:t>
                </a:r>
                <a:r>
                  <a:rPr lang="pt-BR" sz="2000" dirty="0"/>
                  <a:t> a </a:t>
                </a:r>
                <a:r>
                  <a:rPr lang="pt-BR" sz="2000" dirty="0" err="1"/>
                  <a:t>constant</a:t>
                </a:r>
                <a:r>
                  <a:rPr lang="pt-BR" sz="2000" dirty="0"/>
                  <a:t> </a:t>
                </a:r>
                <a:r>
                  <a:rPr lang="pt-BR" sz="2000" dirty="0" err="1"/>
                  <a:t>of</a:t>
                </a:r>
                <a:r>
                  <a:rPr lang="pt-BR" sz="2000" dirty="0"/>
                  <a:t> </a:t>
                </a:r>
                <a:r>
                  <a:rPr lang="pt-BR" sz="2000" dirty="0" err="1"/>
                  <a:t>integration</a:t>
                </a:r>
                <a:r>
                  <a:rPr lang="pt-BR" sz="2000" dirty="0"/>
                  <a:t> </a:t>
                </a:r>
                <a:r>
                  <a:rPr lang="pt-BR" sz="2000" dirty="0" err="1"/>
                  <a:t>found</a:t>
                </a:r>
                <a:r>
                  <a:rPr lang="pt-BR" sz="2000" dirty="0"/>
                  <a:t> </a:t>
                </a:r>
                <a:r>
                  <a:rPr lang="pt-BR" sz="2000" dirty="0" err="1"/>
                  <a:t>at</a:t>
                </a:r>
                <a:r>
                  <a:rPr lang="pt-BR" sz="2000" dirty="0"/>
                  <a:t> </a:t>
                </a:r>
                <a:r>
                  <a:rPr lang="pt-BR" sz="2000" dirty="0" err="1"/>
                  <a:t>the</a:t>
                </a:r>
                <a:r>
                  <a:rPr lang="pt-BR" sz="2000" dirty="0"/>
                  <a:t> </a:t>
                </a:r>
                <a:r>
                  <a:rPr lang="pt-BR" sz="2000" dirty="0" err="1"/>
                  <a:t>initial</a:t>
                </a:r>
                <a:r>
                  <a:rPr lang="pt-BR" sz="2000" dirty="0"/>
                  <a:t> </a:t>
                </a:r>
                <a:r>
                  <a:rPr lang="pt-BR" sz="2000" dirty="0" err="1"/>
                  <a:t>condition</a:t>
                </a:r>
                <a:r>
                  <a:rPr lang="pt-BR" sz="2000" dirty="0"/>
                  <a:t>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sz="2000" dirty="0"/>
                  <a:t> and </a:t>
                </a: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000" dirty="0"/>
                  <a:t> </a:t>
                </a:r>
              </a:p>
            </p:txBody>
          </p:sp>
        </mc:Choice>
        <mc:Fallback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23FE65BD-704B-99EB-66E5-DB40FE473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70" y="965791"/>
                <a:ext cx="10047516" cy="400110"/>
              </a:xfrm>
              <a:prstGeom prst="rect">
                <a:avLst/>
              </a:prstGeom>
              <a:blipFill>
                <a:blip r:embed="rId5"/>
                <a:stretch>
                  <a:fillRect l="-667" t="-7576" b="-257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>
            <a:extLst>
              <a:ext uri="{FF2B5EF4-FFF2-40B4-BE49-F238E27FC236}">
                <a16:creationId xmlns:a16="http://schemas.microsoft.com/office/drawing/2014/main" id="{D60127EE-CCEA-E809-A566-B1BF97A167EE}"/>
              </a:ext>
            </a:extLst>
          </p:cNvPr>
          <p:cNvSpPr txBox="1"/>
          <p:nvPr/>
        </p:nvSpPr>
        <p:spPr>
          <a:xfrm>
            <a:off x="10885715" y="1456530"/>
            <a:ext cx="5878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(9)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4D6C6E4-925D-3C1E-7997-910DAD1C32CF}"/>
                  </a:ext>
                </a:extLst>
              </p:cNvPr>
              <p:cNvSpPr txBox="1"/>
              <p:nvPr/>
            </p:nvSpPr>
            <p:spPr>
              <a:xfrm>
                <a:off x="631370" y="2462962"/>
                <a:ext cx="100475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000" dirty="0" err="1"/>
                  <a:t>is</a:t>
                </a:r>
                <a:r>
                  <a:rPr lang="pt-BR" sz="2000" dirty="0"/>
                  <a:t> </a:t>
                </a:r>
                <a:r>
                  <a:rPr lang="pt-BR" sz="2000" dirty="0" err="1"/>
                  <a:t>given</a:t>
                </a:r>
                <a:r>
                  <a:rPr lang="pt-BR" sz="2000" dirty="0"/>
                  <a:t> </a:t>
                </a:r>
                <a:r>
                  <a:rPr lang="pt-BR" sz="2000" dirty="0" err="1"/>
                  <a:t>by</a:t>
                </a:r>
                <a:endParaRPr lang="pt-BR" sz="20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4D6C6E4-925D-3C1E-7997-910DAD1C3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70" y="2462962"/>
                <a:ext cx="10047516" cy="400110"/>
              </a:xfrm>
              <a:prstGeom prst="rect">
                <a:avLst/>
              </a:prstGeom>
              <a:blipFill>
                <a:blip r:embed="rId6"/>
                <a:stretch>
                  <a:fillRect l="-667" t="-7576" b="-257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C276E221-8EB9-9317-4198-F47C22ACF0A1}"/>
              </a:ext>
            </a:extLst>
          </p:cNvPr>
          <p:cNvSpPr txBox="1"/>
          <p:nvPr/>
        </p:nvSpPr>
        <p:spPr>
          <a:xfrm>
            <a:off x="10885715" y="3112205"/>
            <a:ext cx="6749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(10)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3FC85531-67D5-276D-79D1-3E6F3B563E9D}"/>
                  </a:ext>
                </a:extLst>
              </p:cNvPr>
              <p:cNvSpPr txBox="1"/>
              <p:nvPr/>
            </p:nvSpPr>
            <p:spPr>
              <a:xfrm>
                <a:off x="631369" y="4111762"/>
                <a:ext cx="103632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/>
                  <a:t>The </a:t>
                </a:r>
                <a:r>
                  <a:rPr lang="pt-BR" sz="2000" dirty="0" err="1"/>
                  <a:t>constant</a:t>
                </a:r>
                <a:r>
                  <a:rPr lang="pt-BR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000" dirty="0"/>
                  <a:t> </a:t>
                </a:r>
                <a:r>
                  <a:rPr lang="pt-BR" sz="2000" dirty="0" err="1"/>
                  <a:t>is</a:t>
                </a:r>
                <a:r>
                  <a:rPr lang="pt-BR" sz="2000" dirty="0"/>
                  <a:t> a </a:t>
                </a:r>
                <a:r>
                  <a:rPr lang="pt-BR" sz="2000" dirty="0" err="1"/>
                  <a:t>characteristic</a:t>
                </a:r>
                <a:r>
                  <a:rPr lang="pt-BR" sz="2000" dirty="0"/>
                  <a:t> time for </a:t>
                </a:r>
                <a:r>
                  <a:rPr lang="pt-BR" sz="2000" dirty="0" err="1"/>
                  <a:t>the</a:t>
                </a:r>
                <a:r>
                  <a:rPr lang="pt-BR" sz="2000" dirty="0"/>
                  <a:t> disk </a:t>
                </a:r>
                <a:r>
                  <a:rPr lang="pt-BR" sz="2000" dirty="0" err="1"/>
                  <a:t>rotation</a:t>
                </a:r>
                <a:r>
                  <a:rPr lang="pt-BR" sz="2000" dirty="0"/>
                  <a:t> </a:t>
                </a:r>
                <a:r>
                  <a:rPr lang="pt-BR" sz="2000" dirty="0" err="1"/>
                  <a:t>and</a:t>
                </a:r>
                <a:r>
                  <a:rPr lang="pt-BR" sz="2000" dirty="0"/>
                  <a:t> </a:t>
                </a:r>
                <a:r>
                  <a:rPr lang="pt-BR" sz="2000" dirty="0" err="1"/>
                  <a:t>the</a:t>
                </a:r>
                <a:r>
                  <a:rPr lang="pt-BR" sz="2000" dirty="0"/>
                  <a:t> disk </a:t>
                </a:r>
                <a:r>
                  <a:rPr lang="pt-BR" sz="2000" dirty="0" err="1"/>
                  <a:t>rotation</a:t>
                </a:r>
                <a:r>
                  <a:rPr lang="pt-BR" sz="2000" dirty="0"/>
                  <a:t> </a:t>
                </a:r>
                <a:r>
                  <a:rPr lang="pt-BR" sz="2000" dirty="0" err="1"/>
                  <a:t>is</a:t>
                </a:r>
                <a:r>
                  <a:rPr lang="pt-BR" sz="2000" dirty="0"/>
                  <a:t> </a:t>
                </a:r>
                <a:r>
                  <a:rPr lang="pt-BR" sz="2000" dirty="0" err="1"/>
                  <a:t>proportional</a:t>
                </a:r>
                <a:r>
                  <a:rPr lang="pt-BR" sz="2000" dirty="0"/>
                  <a:t> </a:t>
                </a:r>
                <a:r>
                  <a:rPr lang="pt-BR" sz="2000" dirty="0" err="1"/>
                  <a:t>to</a:t>
                </a:r>
                <a:endParaRPr lang="pt-BR" sz="2000" dirty="0"/>
              </a:p>
            </p:txBody>
          </p:sp>
        </mc:Choice>
        <mc:Fallback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3FC85531-67D5-276D-79D1-3E6F3B563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69" y="4111762"/>
                <a:ext cx="10363201" cy="400110"/>
              </a:xfrm>
              <a:prstGeom prst="rect">
                <a:avLst/>
              </a:prstGeom>
              <a:blipFill>
                <a:blip r:embed="rId7"/>
                <a:stretch>
                  <a:fillRect l="-647" t="-9231" r="-118" b="-2769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145DB8A-CCA5-1B37-ACF1-6EF1507B9C04}"/>
                  </a:ext>
                </a:extLst>
              </p:cNvPr>
              <p:cNvSpPr txBox="1"/>
              <p:nvPr/>
            </p:nvSpPr>
            <p:spPr>
              <a:xfrm>
                <a:off x="4666492" y="4736697"/>
                <a:ext cx="2061526" cy="7612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0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pt-BR" sz="2400" b="0" i="1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rgbClr val="2021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b="0" i="1" smtClean="0">
                                      <a:solidFill>
                                        <a:srgbClr val="20212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solidFill>
                                            <a:srgbClr val="20212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solidFill>
                                            <a:srgbClr val="20212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solidFill>
                                            <a:srgbClr val="20212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pt-BR" sz="2400" b="0" i="1" smtClean="0">
                                      <a:solidFill>
                                        <a:srgbClr val="20212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400" b="0" i="1" smtClean="0">
                                      <a:solidFill>
                                        <a:srgbClr val="202122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rgbClr val="202122"/>
                                  </a:solidFill>
                                  <a:latin typeface="Cambria Math" panose="02040503050406030204" pitchFamily="18" charset="0"/>
                                </a:rPr>
                                <m:t>1/6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D145DB8A-CCA5-1B37-ACF1-6EF1507B9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492" y="4736697"/>
                <a:ext cx="2061526" cy="7612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aixaDeTexto 10">
            <a:extLst>
              <a:ext uri="{FF2B5EF4-FFF2-40B4-BE49-F238E27FC236}">
                <a16:creationId xmlns:a16="http://schemas.microsoft.com/office/drawing/2014/main" id="{9716C038-3454-0995-ECB8-6D56C292B9AC}"/>
              </a:ext>
            </a:extLst>
          </p:cNvPr>
          <p:cNvSpPr txBox="1"/>
          <p:nvPr/>
        </p:nvSpPr>
        <p:spPr>
          <a:xfrm>
            <a:off x="631369" y="5858066"/>
            <a:ext cx="10363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err="1"/>
              <a:t>Which</a:t>
            </a:r>
            <a:r>
              <a:rPr lang="pt-BR" sz="2000" dirty="0"/>
              <a:t> </a:t>
            </a:r>
            <a:r>
              <a:rPr lang="pt-BR" sz="2000" dirty="0" err="1"/>
              <a:t>is</a:t>
            </a:r>
            <a:r>
              <a:rPr lang="pt-BR" sz="2000" dirty="0"/>
              <a:t> a </a:t>
            </a:r>
            <a:r>
              <a:rPr lang="pt-BR" sz="2000" dirty="0" err="1"/>
              <a:t>singularity</a:t>
            </a:r>
            <a:r>
              <a:rPr lang="pt-BR" sz="20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359621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D8F73-1B00-E8A2-F2C2-6005EE952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AE25F8F7-C199-43DC-105F-D0ED38263261}"/>
              </a:ext>
            </a:extLst>
          </p:cNvPr>
          <p:cNvCxnSpPr/>
          <p:nvPr/>
        </p:nvCxnSpPr>
        <p:spPr>
          <a:xfrm>
            <a:off x="1910541" y="685233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F0769BD-8183-0D5D-512A-8294E7A17A77}"/>
              </a:ext>
            </a:extLst>
          </p:cNvPr>
          <p:cNvSpPr txBox="1"/>
          <p:nvPr/>
        </p:nvSpPr>
        <p:spPr>
          <a:xfrm>
            <a:off x="2178698" y="88961"/>
            <a:ext cx="8024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References</a:t>
            </a:r>
            <a:endParaRPr lang="pt-BR" sz="32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8878A48-8F45-F4CF-8F2A-11F962F0DF63}"/>
              </a:ext>
            </a:extLst>
          </p:cNvPr>
          <p:cNvSpPr txBox="1"/>
          <p:nvPr/>
        </p:nvSpPr>
        <p:spPr>
          <a:xfrm>
            <a:off x="283029" y="936171"/>
            <a:ext cx="1163682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linkClick r:id="rId3"/>
              </a:rPr>
              <a:t>https://en.wikipedia.org/wiki/Euler%27s_Disk</a:t>
            </a:r>
            <a:endParaRPr lang="pt-BR" dirty="0"/>
          </a:p>
          <a:p>
            <a:endParaRPr lang="pt-BR" dirty="0"/>
          </a:p>
          <a:p>
            <a:r>
              <a:rPr lang="en-US" dirty="0"/>
              <a:t>Keady, G. (2007). The rolling of a disk on a horizontal plane and Euler's disk. </a:t>
            </a:r>
            <a:r>
              <a:rPr lang="en-US" i="1" dirty="0"/>
              <a:t>International Journal of Mathematical Education in Science &amp; Technology</a:t>
            </a:r>
            <a:r>
              <a:rPr lang="en-US" dirty="0"/>
              <a:t>, 38(3), 381–392.</a:t>
            </a:r>
          </a:p>
          <a:p>
            <a:r>
              <a:rPr lang="en-US" dirty="0"/>
              <a:t>Link: </a:t>
            </a:r>
            <a:r>
              <a:rPr lang="en-US" dirty="0">
                <a:hlinkClick r:id="rId4"/>
              </a:rPr>
              <a:t>https://citeseerx.ist.psu.edu/document?repid=rep1&amp;type=pdf&amp;doi=cbd51d985ca03a177d9ca8c9bc4ccfb3d6b5bebe</a:t>
            </a:r>
            <a:endParaRPr lang="en-US" dirty="0"/>
          </a:p>
          <a:p>
            <a:endParaRPr lang="en-US" dirty="0"/>
          </a:p>
          <a:p>
            <a:r>
              <a:rPr lang="en-US" dirty="0"/>
              <a:t>McDonald, A. J., &amp; McDonald, K. T. (2000). The rolling motion of a disk on a horizontal plane.</a:t>
            </a:r>
          </a:p>
          <a:p>
            <a:r>
              <a:rPr lang="pt-BR" dirty="0"/>
              <a:t>Link: </a:t>
            </a:r>
            <a:r>
              <a:rPr lang="pt-BR" dirty="0">
                <a:hlinkClick r:id="rId5"/>
              </a:rPr>
              <a:t>http://www.eulersdisk.com/rollingdisk.pdf</a:t>
            </a:r>
            <a:endParaRPr lang="pt-BR" dirty="0"/>
          </a:p>
          <a:p>
            <a:endParaRPr lang="pt-BR" dirty="0"/>
          </a:p>
          <a:p>
            <a:r>
              <a:rPr lang="en-US" dirty="0" err="1"/>
              <a:t>Darmendrail</a:t>
            </a:r>
            <a:r>
              <a:rPr lang="en-US" dirty="0"/>
              <a:t>, L., &amp; Müller, A. (2021). The Euler disk and its dynamic finite time singularity. </a:t>
            </a:r>
            <a:r>
              <a:rPr lang="en-US" i="1" dirty="0"/>
              <a:t>Advanced Science and Technology</a:t>
            </a:r>
            <a:r>
              <a:rPr lang="en-US" dirty="0"/>
              <a:t>, </a:t>
            </a:r>
            <a:r>
              <a:rPr lang="en-US" i="1" dirty="0"/>
              <a:t>42</a:t>
            </a:r>
            <a:r>
              <a:rPr lang="en-US" dirty="0"/>
              <a:t>(4), 2081–2090.</a:t>
            </a:r>
          </a:p>
          <a:p>
            <a:r>
              <a:rPr lang="en-US" dirty="0"/>
              <a:t>Link: </a:t>
            </a:r>
            <a:r>
              <a:rPr lang="en-US" dirty="0">
                <a:hlinkClick r:id="rId6"/>
              </a:rPr>
              <a:t>https://www.jstage.jst.go.jp/article/ast/42/4/42_E2081/_pdf/-char/ja</a:t>
            </a:r>
            <a:endParaRPr lang="en-US" dirty="0"/>
          </a:p>
          <a:p>
            <a:endParaRPr lang="en-US" dirty="0"/>
          </a:p>
          <a:p>
            <a:r>
              <a:rPr lang="en-US" dirty="0"/>
              <a:t>Kevin T. Kilty. Euler’s disc and its finite-time singularity.</a:t>
            </a:r>
          </a:p>
          <a:p>
            <a:r>
              <a:rPr lang="en-US" dirty="0"/>
              <a:t>Link: </a:t>
            </a:r>
            <a:r>
              <a:rPr lang="en-US" dirty="0">
                <a:hlinkClick r:id="rId7"/>
              </a:rPr>
              <a:t>https://www.kilty.com/pdfs/euler.pdf</a:t>
            </a:r>
            <a:endParaRPr lang="en-US" dirty="0"/>
          </a:p>
          <a:p>
            <a:endParaRPr lang="en-US" dirty="0"/>
          </a:p>
          <a:p>
            <a:r>
              <a:rPr lang="en-US" dirty="0"/>
              <a:t>Moffatt, H. K. (2000). Euler's disk and its finite-time singularity. </a:t>
            </a:r>
            <a:r>
              <a:rPr lang="en-US" i="1" dirty="0"/>
              <a:t>Nature</a:t>
            </a:r>
            <a:r>
              <a:rPr lang="en-US" dirty="0"/>
              <a:t>, 404(6780), 833–834. </a:t>
            </a:r>
          </a:p>
          <a:p>
            <a:r>
              <a:rPr lang="en-US" dirty="0"/>
              <a:t>Link: </a:t>
            </a:r>
            <a:r>
              <a:rPr lang="en-US" dirty="0">
                <a:hlinkClick r:id="rId8"/>
              </a:rPr>
              <a:t>https://www.nature.com/articles/35009017</a:t>
            </a:r>
            <a:endParaRPr lang="en-US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1552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13C99-46D6-D56E-E0E4-0D08461D6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ike Share Subscribe Vector Design Images, Youtube Logo With Subscribe Like  And Share, Subscribe, Like, Share PNG Image For Free Download">
            <a:extLst>
              <a:ext uri="{FF2B5EF4-FFF2-40B4-BE49-F238E27FC236}">
                <a16:creationId xmlns:a16="http://schemas.microsoft.com/office/drawing/2014/main" id="{38E30A02-774D-C6B9-A545-D5EABE332E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07" t="15788" r="12845" b="17735"/>
          <a:stretch/>
        </p:blipFill>
        <p:spPr bwMode="auto">
          <a:xfrm>
            <a:off x="3254829" y="903517"/>
            <a:ext cx="6096000" cy="5421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78710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27338</TotalTime>
  <Words>954</Words>
  <Application>Microsoft Office PowerPoint</Application>
  <PresentationFormat>Widescreen</PresentationFormat>
  <Paragraphs>161</Paragraphs>
  <Slides>14</Slides>
  <Notes>10</Notes>
  <HiddenSlides>3</HiddenSlides>
  <MMClips>1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Osvaldo Luiz Santos Pereira</dc:creator>
  <cp:lastModifiedBy>Osvaldo Luiz Santos Pereira</cp:lastModifiedBy>
  <cp:revision>50</cp:revision>
  <dcterms:created xsi:type="dcterms:W3CDTF">2023-06-05T09:47:36Z</dcterms:created>
  <dcterms:modified xsi:type="dcterms:W3CDTF">2025-03-11T22:56:01Z</dcterms:modified>
</cp:coreProperties>
</file>