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8" r:id="rId3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CA227D-4EA4-4245-8FAB-072EBAFFE4B2}" v="647" dt="2025-07-29T23:56:14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6" autoAdjust="0"/>
    <p:restoredTop sz="94660"/>
  </p:normalViewPr>
  <p:slideViewPr>
    <p:cSldViewPr snapToGrid="0">
      <p:cViewPr>
        <p:scale>
          <a:sx n="80" d="100"/>
          <a:sy n="80" d="100"/>
        </p:scale>
        <p:origin x="31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  <pc:spChg chg="add del mod">
          <ac:chgData name="Osvaldo Luiz Santos Pereira" userId="c308351cf5a860c7" providerId="LiveId" clId="{D0CA227D-4EA4-4245-8FAB-072EBAFFE4B2}" dt="2025-07-29T23:20:34.350" v="664" actId="478"/>
          <ac:spMkLst>
            <pc:docMk/>
            <pc:sldMk cId="3410455670" sldId="256"/>
            <ac:spMk id="78" creationId="{5C3C08FE-82C4-218D-C925-7588114DC86D}"/>
          </ac:spMkLst>
        </pc:spChg>
        <pc:spChg chg="add mod">
          <ac:chgData name="Osvaldo Luiz Santos Pereira" userId="c308351cf5a860c7" providerId="LiveId" clId="{D0CA227D-4EA4-4245-8FAB-072EBAFFE4B2}" dt="2025-07-29T23:20:23.054" v="663" actId="1076"/>
          <ac:spMkLst>
            <pc:docMk/>
            <pc:sldMk cId="3410455670" sldId="256"/>
            <ac:spMk id="79" creationId="{0C0A47D0-9848-1A3E-B82E-7ABB8D0FD56B}"/>
          </ac:spMkLst>
        </pc:spChg>
        <pc:spChg chg="add del mod">
          <ac:chgData name="Osvaldo Luiz Santos Pereira" userId="c308351cf5a860c7" providerId="LiveId" clId="{D0CA227D-4EA4-4245-8FAB-072EBAFFE4B2}" dt="2025-07-29T22:59:54.275" v="373" actId="478"/>
          <ac:spMkLst>
            <pc:docMk/>
            <pc:sldMk cId="3410455670" sldId="256"/>
            <ac:spMk id="80" creationId="{78A84335-39F8-8325-9E23-AFE4071FACE9}"/>
          </ac:spMkLst>
        </pc:spChg>
        <pc:spChg chg="add del mod">
          <ac:chgData name="Osvaldo Luiz Santos Pereira" userId="c308351cf5a860c7" providerId="LiveId" clId="{D0CA227D-4EA4-4245-8FAB-072EBAFFE4B2}" dt="2025-07-29T22:59:30.284" v="361" actId="478"/>
          <ac:spMkLst>
            <pc:docMk/>
            <pc:sldMk cId="3410455670" sldId="256"/>
            <ac:spMk id="81" creationId="{9D54F2F5-FFA9-1FE9-4862-9D7FE1DB8CC8}"/>
          </ac:spMkLst>
        </pc:spChg>
        <pc:spChg chg="add del mod">
          <ac:chgData name="Osvaldo Luiz Santos Pereira" userId="c308351cf5a860c7" providerId="LiveId" clId="{D0CA227D-4EA4-4245-8FAB-072EBAFFE4B2}" dt="2025-07-29T23:22:22.065" v="702" actId="478"/>
          <ac:spMkLst>
            <pc:docMk/>
            <pc:sldMk cId="3410455670" sldId="256"/>
            <ac:spMk id="82" creationId="{38AF3F79-2369-8F37-1896-BEB216C96502}"/>
          </ac:spMkLst>
        </pc:spChg>
        <pc:spChg chg="add del mod">
          <ac:chgData name="Osvaldo Luiz Santos Pereira" userId="c308351cf5a860c7" providerId="LiveId" clId="{D0CA227D-4EA4-4245-8FAB-072EBAFFE4B2}" dt="2025-07-29T23:22:22.065" v="702" actId="478"/>
          <ac:spMkLst>
            <pc:docMk/>
            <pc:sldMk cId="3410455670" sldId="256"/>
            <ac:spMk id="83" creationId="{3D002728-C4BD-DB19-9A75-E41D281AA89A}"/>
          </ac:spMkLst>
        </pc:spChg>
        <pc:spChg chg="add del mod">
          <ac:chgData name="Osvaldo Luiz Santos Pereira" userId="c308351cf5a860c7" providerId="LiveId" clId="{D0CA227D-4EA4-4245-8FAB-072EBAFFE4B2}" dt="2025-07-29T23:22:22.065" v="702" actId="478"/>
          <ac:spMkLst>
            <pc:docMk/>
            <pc:sldMk cId="3410455670" sldId="256"/>
            <ac:spMk id="84" creationId="{1776C51E-FAF4-C923-4F22-F039C8167123}"/>
          </ac:spMkLst>
        </pc:spChg>
        <pc:spChg chg="add del mod">
          <ac:chgData name="Osvaldo Luiz Santos Pereira" userId="c308351cf5a860c7" providerId="LiveId" clId="{D0CA227D-4EA4-4245-8FAB-072EBAFFE4B2}" dt="2025-07-29T23:22:22.065" v="702" actId="478"/>
          <ac:spMkLst>
            <pc:docMk/>
            <pc:sldMk cId="3410455670" sldId="256"/>
            <ac:spMk id="85" creationId="{F9C8B87C-210F-F98B-8A9F-048274E6FCA6}"/>
          </ac:spMkLst>
        </pc:spChg>
        <pc:spChg chg="add del mod">
          <ac:chgData name="Osvaldo Luiz Santos Pereira" userId="c308351cf5a860c7" providerId="LiveId" clId="{D0CA227D-4EA4-4245-8FAB-072EBAFFE4B2}" dt="2025-07-29T23:32:31.625" v="907" actId="164"/>
          <ac:spMkLst>
            <pc:docMk/>
            <pc:sldMk cId="3410455670" sldId="256"/>
            <ac:spMk id="86" creationId="{941853E9-06EA-4705-E381-5F0C7CB8CEFB}"/>
          </ac:spMkLst>
        </pc:spChg>
        <pc:spChg chg="add mod">
          <ac:chgData name="Osvaldo Luiz Santos Pereira" userId="c308351cf5a860c7" providerId="LiveId" clId="{D0CA227D-4EA4-4245-8FAB-072EBAFFE4B2}" dt="2025-07-29T23:38:34.191" v="935" actId="1076"/>
          <ac:spMkLst>
            <pc:docMk/>
            <pc:sldMk cId="3410455670" sldId="256"/>
            <ac:spMk id="87" creationId="{52F04640-CAE4-8E69-2FA8-784795072A88}"/>
          </ac:spMkLst>
        </pc:spChg>
        <pc:spChg chg="add mod">
          <ac:chgData name="Osvaldo Luiz Santos Pereira" userId="c308351cf5a860c7" providerId="LiveId" clId="{D0CA227D-4EA4-4245-8FAB-072EBAFFE4B2}" dt="2025-07-29T23:38:34.191" v="935" actId="1076"/>
          <ac:spMkLst>
            <pc:docMk/>
            <pc:sldMk cId="3410455670" sldId="256"/>
            <ac:spMk id="88" creationId="{F81060F0-D2F8-4E4F-509F-8A28DB7110B4}"/>
          </ac:spMkLst>
        </pc:spChg>
        <pc:spChg chg="add mod">
          <ac:chgData name="Osvaldo Luiz Santos Pereira" userId="c308351cf5a860c7" providerId="LiveId" clId="{D0CA227D-4EA4-4245-8FAB-072EBAFFE4B2}" dt="2025-07-29T23:38:34.191" v="935" actId="1076"/>
          <ac:spMkLst>
            <pc:docMk/>
            <pc:sldMk cId="3410455670" sldId="256"/>
            <ac:spMk id="89" creationId="{8834323A-27F2-DD4E-3686-F3771C0A3BB7}"/>
          </ac:spMkLst>
        </pc:spChg>
        <pc:spChg chg="add mod">
          <ac:chgData name="Osvaldo Luiz Santos Pereira" userId="c308351cf5a860c7" providerId="LiveId" clId="{D0CA227D-4EA4-4245-8FAB-072EBAFFE4B2}" dt="2025-07-29T23:38:34.191" v="935" actId="1076"/>
          <ac:spMkLst>
            <pc:docMk/>
            <pc:sldMk cId="3410455670" sldId="256"/>
            <ac:spMk id="90" creationId="{7F2626B6-1DD1-3435-FDD5-8B6998478E27}"/>
          </ac:spMkLst>
        </pc:spChg>
        <pc:spChg chg="add mod">
          <ac:chgData name="Osvaldo Luiz Santos Pereira" userId="c308351cf5a860c7" providerId="LiveId" clId="{D0CA227D-4EA4-4245-8FAB-072EBAFFE4B2}" dt="2025-07-29T23:38:34.191" v="935" actId="1076"/>
          <ac:spMkLst>
            <pc:docMk/>
            <pc:sldMk cId="3410455670" sldId="256"/>
            <ac:spMk id="91" creationId="{FE53CF7E-709A-AE95-8B0E-C39FF67295A0}"/>
          </ac:spMkLst>
        </pc:spChg>
        <pc:spChg chg="add mod">
          <ac:chgData name="Osvaldo Luiz Santos Pereira" userId="c308351cf5a860c7" providerId="LiveId" clId="{D0CA227D-4EA4-4245-8FAB-072EBAFFE4B2}" dt="2025-07-29T23:38:34.191" v="935" actId="1076"/>
          <ac:spMkLst>
            <pc:docMk/>
            <pc:sldMk cId="3410455670" sldId="256"/>
            <ac:spMk id="92" creationId="{4680C6B3-1DE0-02A4-2CC6-BE3D34586ACF}"/>
          </ac:spMkLst>
        </pc:spChg>
        <pc:spChg chg="add mod">
          <ac:chgData name="Osvaldo Luiz Santos Pereira" userId="c308351cf5a860c7" providerId="LiveId" clId="{D0CA227D-4EA4-4245-8FAB-072EBAFFE4B2}" dt="2025-07-29T23:32:31.625" v="907" actId="164"/>
          <ac:spMkLst>
            <pc:docMk/>
            <pc:sldMk cId="3410455670" sldId="256"/>
            <ac:spMk id="93" creationId="{9FA0FF24-DC8B-26CC-2E93-A2A55C634A3A}"/>
          </ac:spMkLst>
        </pc:spChg>
        <pc:spChg chg="add mod">
          <ac:chgData name="Osvaldo Luiz Santos Pereira" userId="c308351cf5a860c7" providerId="LiveId" clId="{D0CA227D-4EA4-4245-8FAB-072EBAFFE4B2}" dt="2025-07-29T23:33:45.226" v="918" actId="164"/>
          <ac:spMkLst>
            <pc:docMk/>
            <pc:sldMk cId="3410455670" sldId="256"/>
            <ac:spMk id="95" creationId="{0628F0E7-2EF4-C135-9D87-17B8C5BBB7A4}"/>
          </ac:spMkLst>
        </pc:spChg>
        <pc:spChg chg="add mod">
          <ac:chgData name="Osvaldo Luiz Santos Pereira" userId="c308351cf5a860c7" providerId="LiveId" clId="{D0CA227D-4EA4-4245-8FAB-072EBAFFE4B2}" dt="2025-07-29T23:33:45.226" v="918" actId="164"/>
          <ac:spMkLst>
            <pc:docMk/>
            <pc:sldMk cId="3410455670" sldId="256"/>
            <ac:spMk id="96" creationId="{A9CD4AE9-792D-755D-774E-4EAE27CE9867}"/>
          </ac:spMkLst>
        </pc:spChg>
        <pc:grpChg chg="del mod">
          <ac:chgData name="Osvaldo Luiz Santos Pereira" userId="c308351cf5a860c7" providerId="LiveId" clId="{D0CA227D-4EA4-4245-8FAB-072EBAFFE4B2}" dt="2025-07-29T22:44:57.156" v="117"/>
          <ac:grpSpMkLst>
            <pc:docMk/>
            <pc:sldMk cId="3410455670" sldId="256"/>
            <ac:grpSpMk id="14" creationId="{91F9C2F5-016E-51F7-ED1F-1F07057140B2}"/>
          </ac:grpSpMkLst>
        </pc:grpChg>
        <pc:grpChg chg="del mod">
          <ac:chgData name="Osvaldo Luiz Santos Pereira" userId="c308351cf5a860c7" providerId="LiveId" clId="{D0CA227D-4EA4-4245-8FAB-072EBAFFE4B2}" dt="2025-07-29T22:44:57.156" v="131"/>
          <ac:grpSpMkLst>
            <pc:docMk/>
            <pc:sldMk cId="3410455670" sldId="256"/>
            <ac:grpSpMk id="15" creationId="{5A87730B-537D-22C6-3F88-840EB34BEF26}"/>
          </ac:grpSpMkLst>
        </pc:grpChg>
        <pc:grpChg chg="del mod">
          <ac:chgData name="Osvaldo Luiz Santos Pereira" userId="c308351cf5a860c7" providerId="LiveId" clId="{D0CA227D-4EA4-4245-8FAB-072EBAFFE4B2}" dt="2025-07-29T22:44:57.156" v="127"/>
          <ac:grpSpMkLst>
            <pc:docMk/>
            <pc:sldMk cId="3410455670" sldId="256"/>
            <ac:grpSpMk id="18" creationId="{C0E692A5-AFD5-357F-BB5B-897EF5985DAB}"/>
          </ac:grpSpMkLst>
        </pc:grpChg>
        <pc:grpChg chg="del mod">
          <ac:chgData name="Osvaldo Luiz Santos Pereira" userId="c308351cf5a860c7" providerId="LiveId" clId="{D0CA227D-4EA4-4245-8FAB-072EBAFFE4B2}" dt="2025-07-29T22:44:57.156" v="118"/>
          <ac:grpSpMkLst>
            <pc:docMk/>
            <pc:sldMk cId="3410455670" sldId="256"/>
            <ac:grpSpMk id="23" creationId="{9561546F-7A9C-8285-F47A-EC85F25F08C4}"/>
          </ac:grpSpMkLst>
        </pc:grpChg>
        <pc:grpChg chg="del mod">
          <ac:chgData name="Osvaldo Luiz Santos Pereira" userId="c308351cf5a860c7" providerId="LiveId" clId="{D0CA227D-4EA4-4245-8FAB-072EBAFFE4B2}" dt="2025-07-29T22:39:01.253" v="35"/>
          <ac:grpSpMkLst>
            <pc:docMk/>
            <pc:sldMk cId="3410455670" sldId="256"/>
            <ac:grpSpMk id="31" creationId="{5B34E875-39AA-2BD8-0691-CF9AA5E1A9AC}"/>
          </ac:grpSpMkLst>
        </pc:grpChg>
        <pc:grpChg chg="del mod">
          <ac:chgData name="Osvaldo Luiz Santos Pereira" userId="c308351cf5a860c7" providerId="LiveId" clId="{D0CA227D-4EA4-4245-8FAB-072EBAFFE4B2}" dt="2025-07-29T22:44:57.156" v="135"/>
          <ac:grpSpMkLst>
            <pc:docMk/>
            <pc:sldMk cId="3410455670" sldId="256"/>
            <ac:grpSpMk id="37" creationId="{8E155DD8-3F95-5415-0279-0FDC5504562C}"/>
          </ac:grpSpMkLst>
        </pc:grpChg>
        <pc:grpChg chg="del mod">
          <ac:chgData name="Osvaldo Luiz Santos Pereira" userId="c308351cf5a860c7" providerId="LiveId" clId="{D0CA227D-4EA4-4245-8FAB-072EBAFFE4B2}" dt="2025-07-29T22:39:12.856" v="51"/>
          <ac:grpSpMkLst>
            <pc:docMk/>
            <pc:sldMk cId="3410455670" sldId="256"/>
            <ac:grpSpMk id="44" creationId="{62A79D5A-3929-0298-9D87-F36376D712D6}"/>
          </ac:grpSpMkLst>
        </pc:grpChg>
        <pc:grpChg chg="del mod">
          <ac:chgData name="Osvaldo Luiz Santos Pereira" userId="c308351cf5a860c7" providerId="LiveId" clId="{D0CA227D-4EA4-4245-8FAB-072EBAFFE4B2}" dt="2025-07-29T22:44:20.892" v="106"/>
          <ac:grpSpMkLst>
            <pc:docMk/>
            <pc:sldMk cId="3410455670" sldId="256"/>
            <ac:grpSpMk id="53" creationId="{73D64F85-B26D-7216-1265-D703F75A3F4B}"/>
          </ac:grpSpMkLst>
        </pc:grpChg>
        <pc:grpChg chg="del mod">
          <ac:chgData name="Osvaldo Luiz Santos Pereira" userId="c308351cf5a860c7" providerId="LiveId" clId="{D0CA227D-4EA4-4245-8FAB-072EBAFFE4B2}" dt="2025-07-29T22:39:19.474" v="61"/>
          <ac:grpSpMkLst>
            <pc:docMk/>
            <pc:sldMk cId="3410455670" sldId="256"/>
            <ac:grpSpMk id="61" creationId="{89597D7E-7C14-AB2E-6B29-8011E8669FAC}"/>
          </ac:grpSpMkLst>
        </pc:grpChg>
        <pc:grpChg chg="del mod">
          <ac:chgData name="Osvaldo Luiz Santos Pereira" userId="c308351cf5a860c7" providerId="LiveId" clId="{D0CA227D-4EA4-4245-8FAB-072EBAFFE4B2}" dt="2025-07-29T22:44:20.892" v="92"/>
          <ac:grpSpMkLst>
            <pc:docMk/>
            <pc:sldMk cId="3410455670" sldId="256"/>
            <ac:grpSpMk id="63" creationId="{88F1095A-27F7-5AA7-0196-C304D362A1AA}"/>
          </ac:grpSpMkLst>
        </pc:grpChg>
        <pc:grpChg chg="del mod">
          <ac:chgData name="Osvaldo Luiz Santos Pereira" userId="c308351cf5a860c7" providerId="LiveId" clId="{D0CA227D-4EA4-4245-8FAB-072EBAFFE4B2}" dt="2025-07-29T22:39:48.821" v="75"/>
          <ac:grpSpMkLst>
            <pc:docMk/>
            <pc:sldMk cId="3410455670" sldId="256"/>
            <ac:grpSpMk id="69" creationId="{584B2284-389F-EF65-9A96-717C5FFC6CD0}"/>
          </ac:grpSpMkLst>
        </pc:grpChg>
        <pc:grpChg chg="del mod">
          <ac:chgData name="Osvaldo Luiz Santos Pereira" userId="c308351cf5a860c7" providerId="LiveId" clId="{D0CA227D-4EA4-4245-8FAB-072EBAFFE4B2}" dt="2025-07-29T22:44:20.892" v="107"/>
          <ac:grpSpMkLst>
            <pc:docMk/>
            <pc:sldMk cId="3410455670" sldId="256"/>
            <ac:grpSpMk id="77" creationId="{9982CE25-3544-C498-41B2-21EA021FD8D8}"/>
          </ac:grpSpMkLst>
        </pc:grpChg>
        <pc:grpChg chg="add del mod">
          <ac:chgData name="Osvaldo Luiz Santos Pereira" userId="c308351cf5a860c7" providerId="LiveId" clId="{D0CA227D-4EA4-4245-8FAB-072EBAFFE4B2}" dt="2025-07-29T23:38:28.745" v="934" actId="478"/>
          <ac:grpSpMkLst>
            <pc:docMk/>
            <pc:sldMk cId="3410455670" sldId="256"/>
            <ac:grpSpMk id="94" creationId="{3AE2B4E3-91D0-B58C-3DD7-307995DD96EE}"/>
          </ac:grpSpMkLst>
        </pc:grpChg>
        <pc:grpChg chg="add mod">
          <ac:chgData name="Osvaldo Luiz Santos Pereira" userId="c308351cf5a860c7" providerId="LiveId" clId="{D0CA227D-4EA4-4245-8FAB-072EBAFFE4B2}" dt="2025-07-29T23:38:34.191" v="935" actId="1076"/>
          <ac:grpSpMkLst>
            <pc:docMk/>
            <pc:sldMk cId="3410455670" sldId="256"/>
            <ac:grpSpMk id="97" creationId="{6F4E6835-8085-2636-2DFE-3A96183582EC}"/>
          </ac:grpSpMkLst>
        </pc:grpChg>
        <pc:picChg chg="del">
          <ac:chgData name="Osvaldo Luiz Santos Pereira" userId="c308351cf5a860c7" providerId="LiveId" clId="{D0CA227D-4EA4-4245-8FAB-072EBAFFE4B2}" dt="2025-07-29T22:35:43.593" v="0" actId="478"/>
          <ac:picMkLst>
            <pc:docMk/>
            <pc:sldMk cId="3410455670" sldId="256"/>
            <ac:picMk id="7" creationId="{EAFA7A24-81D2-0FD6-D761-7973D792CA4F}"/>
          </ac:picMkLst>
        </pc:picChg>
        <pc:inkChg chg="add del">
          <ac:chgData name="Osvaldo Luiz Santos Pereira" userId="c308351cf5a860c7" providerId="LiveId" clId="{D0CA227D-4EA4-4245-8FAB-072EBAFFE4B2}" dt="2025-07-29T22:44:57.147" v="111"/>
          <ac:inkMkLst>
            <pc:docMk/>
            <pc:sldMk cId="3410455670" sldId="256"/>
            <ac:inkMk id="2" creationId="{AD1AFB50-6D36-2656-6216-626FA0F91794}"/>
          </ac:inkMkLst>
        </pc:inkChg>
        <pc:inkChg chg="add del">
          <ac:chgData name="Osvaldo Luiz Santos Pereira" userId="c308351cf5a860c7" providerId="LiveId" clId="{D0CA227D-4EA4-4245-8FAB-072EBAFFE4B2}" dt="2025-07-29T22:37:37.221" v="3" actId="9405"/>
          <ac:inkMkLst>
            <pc:docMk/>
            <pc:sldMk cId="3410455670" sldId="256"/>
            <ac:inkMk id="3" creationId="{C955B091-DADD-83E3-2FC6-A6A9723B46C2}"/>
          </ac:inkMkLst>
        </pc:inkChg>
        <pc:inkChg chg="add del mod">
          <ac:chgData name="Osvaldo Luiz Santos Pereira" userId="c308351cf5a860c7" providerId="LiveId" clId="{D0CA227D-4EA4-4245-8FAB-072EBAFFE4B2}" dt="2025-07-29T22:44:57.156" v="122"/>
          <ac:inkMkLst>
            <pc:docMk/>
            <pc:sldMk cId="3410455670" sldId="256"/>
            <ac:inkMk id="4" creationId="{8BE56B46-EDF9-EF5A-D6F9-B7601E82A052}"/>
          </ac:inkMkLst>
        </pc:inkChg>
        <pc:inkChg chg="add del mod">
          <ac:chgData name="Osvaldo Luiz Santos Pereira" userId="c308351cf5a860c7" providerId="LiveId" clId="{D0CA227D-4EA4-4245-8FAB-072EBAFFE4B2}" dt="2025-07-29T22:44:57.156" v="128"/>
          <ac:inkMkLst>
            <pc:docMk/>
            <pc:sldMk cId="3410455670" sldId="256"/>
            <ac:inkMk id="5" creationId="{6A560B6B-1596-8BF3-2E49-DB7B76D40702}"/>
          </ac:inkMkLst>
        </pc:inkChg>
        <pc:inkChg chg="add del mod">
          <ac:chgData name="Osvaldo Luiz Santos Pereira" userId="c308351cf5a860c7" providerId="LiveId" clId="{D0CA227D-4EA4-4245-8FAB-072EBAFFE4B2}" dt="2025-07-29T22:44:57.147" v="112"/>
          <ac:inkMkLst>
            <pc:docMk/>
            <pc:sldMk cId="3410455670" sldId="256"/>
            <ac:inkMk id="6" creationId="{EB9A1381-02C5-83FE-52BD-FFF5F38F0B20}"/>
          </ac:inkMkLst>
        </pc:inkChg>
        <pc:inkChg chg="add del mod">
          <ac:chgData name="Osvaldo Luiz Santos Pereira" userId="c308351cf5a860c7" providerId="LiveId" clId="{D0CA227D-4EA4-4245-8FAB-072EBAFFE4B2}" dt="2025-07-29T22:44:57.147" v="114"/>
          <ac:inkMkLst>
            <pc:docMk/>
            <pc:sldMk cId="3410455670" sldId="256"/>
            <ac:inkMk id="8" creationId="{16D3694F-1EE9-4C74-220D-A0B82BE77679}"/>
          </ac:inkMkLst>
        </pc:inkChg>
        <pc:inkChg chg="add del mod">
          <ac:chgData name="Osvaldo Luiz Santos Pereira" userId="c308351cf5a860c7" providerId="LiveId" clId="{D0CA227D-4EA4-4245-8FAB-072EBAFFE4B2}" dt="2025-07-29T22:44:57.156" v="131"/>
          <ac:inkMkLst>
            <pc:docMk/>
            <pc:sldMk cId="3410455670" sldId="256"/>
            <ac:inkMk id="9" creationId="{20A780DF-5457-E46E-5432-2578729AD287}"/>
          </ac:inkMkLst>
        </pc:inkChg>
        <pc:inkChg chg="add del mod">
          <ac:chgData name="Osvaldo Luiz Santos Pereira" userId="c308351cf5a860c7" providerId="LiveId" clId="{D0CA227D-4EA4-4245-8FAB-072EBAFFE4B2}" dt="2025-07-29T22:44:57.156" v="137"/>
          <ac:inkMkLst>
            <pc:docMk/>
            <pc:sldMk cId="3410455670" sldId="256"/>
            <ac:inkMk id="10" creationId="{0278A9A3-6AF0-40EC-E255-5DD83C78996E}"/>
          </ac:inkMkLst>
        </pc:inkChg>
        <pc:inkChg chg="add del mod">
          <ac:chgData name="Osvaldo Luiz Santos Pereira" userId="c308351cf5a860c7" providerId="LiveId" clId="{D0CA227D-4EA4-4245-8FAB-072EBAFFE4B2}" dt="2025-07-29T22:44:57.156" v="125"/>
          <ac:inkMkLst>
            <pc:docMk/>
            <pc:sldMk cId="3410455670" sldId="256"/>
            <ac:inkMk id="11" creationId="{8144EAA3-66D6-9095-144A-0E3279D97EB9}"/>
          </ac:inkMkLst>
        </pc:inkChg>
        <pc:inkChg chg="add del mod">
          <ac:chgData name="Osvaldo Luiz Santos Pereira" userId="c308351cf5a860c7" providerId="LiveId" clId="{D0CA227D-4EA4-4245-8FAB-072EBAFFE4B2}" dt="2025-07-29T22:44:57.156" v="119"/>
          <ac:inkMkLst>
            <pc:docMk/>
            <pc:sldMk cId="3410455670" sldId="256"/>
            <ac:inkMk id="12" creationId="{6CD47ABC-9646-DEAD-B0C8-D45D5E862296}"/>
          </ac:inkMkLst>
        </pc:inkChg>
        <pc:inkChg chg="add del mod">
          <ac:chgData name="Osvaldo Luiz Santos Pereira" userId="c308351cf5a860c7" providerId="LiveId" clId="{D0CA227D-4EA4-4245-8FAB-072EBAFFE4B2}" dt="2025-07-29T22:44:57.156" v="117"/>
          <ac:inkMkLst>
            <pc:docMk/>
            <pc:sldMk cId="3410455670" sldId="256"/>
            <ac:inkMk id="13" creationId="{D659DB2B-2029-D604-8DE1-518A1FE00566}"/>
          </ac:inkMkLst>
        </pc:inkChg>
        <pc:inkChg chg="add del mod">
          <ac:chgData name="Osvaldo Luiz Santos Pereira" userId="c308351cf5a860c7" providerId="LiveId" clId="{D0CA227D-4EA4-4245-8FAB-072EBAFFE4B2}" dt="2025-07-29T22:44:57.156" v="133"/>
          <ac:inkMkLst>
            <pc:docMk/>
            <pc:sldMk cId="3410455670" sldId="256"/>
            <ac:inkMk id="16" creationId="{DC799761-23C9-C4F4-B604-153CA18CDE02}"/>
          </ac:inkMkLst>
        </pc:inkChg>
        <pc:inkChg chg="add del mod">
          <ac:chgData name="Osvaldo Luiz Santos Pereira" userId="c308351cf5a860c7" providerId="LiveId" clId="{D0CA227D-4EA4-4245-8FAB-072EBAFFE4B2}" dt="2025-07-29T22:44:57.156" v="127"/>
          <ac:inkMkLst>
            <pc:docMk/>
            <pc:sldMk cId="3410455670" sldId="256"/>
            <ac:inkMk id="17" creationId="{07846060-0D04-C2B1-DD0C-1627462B6843}"/>
          </ac:inkMkLst>
        </pc:inkChg>
        <pc:inkChg chg="add del">
          <ac:chgData name="Osvaldo Luiz Santos Pereira" userId="c308351cf5a860c7" providerId="LiveId" clId="{D0CA227D-4EA4-4245-8FAB-072EBAFFE4B2}" dt="2025-07-29T22:44:57.156" v="116"/>
          <ac:inkMkLst>
            <pc:docMk/>
            <pc:sldMk cId="3410455670" sldId="256"/>
            <ac:inkMk id="19" creationId="{A3039427-89F8-38F3-4204-F0EC8326D87A}"/>
          </ac:inkMkLst>
        </pc:inkChg>
        <pc:inkChg chg="add del mod">
          <ac:chgData name="Osvaldo Luiz Santos Pereira" userId="c308351cf5a860c7" providerId="LiveId" clId="{D0CA227D-4EA4-4245-8FAB-072EBAFFE4B2}" dt="2025-07-29T22:44:57.156" v="123"/>
          <ac:inkMkLst>
            <pc:docMk/>
            <pc:sldMk cId="3410455670" sldId="256"/>
            <ac:inkMk id="20" creationId="{55AA160F-6D26-8ED4-6930-153C32236CF2}"/>
          </ac:inkMkLst>
        </pc:inkChg>
        <pc:inkChg chg="add del mod">
          <ac:chgData name="Osvaldo Luiz Santos Pereira" userId="c308351cf5a860c7" providerId="LiveId" clId="{D0CA227D-4EA4-4245-8FAB-072EBAFFE4B2}" dt="2025-07-29T22:44:57.147" v="113"/>
          <ac:inkMkLst>
            <pc:docMk/>
            <pc:sldMk cId="3410455670" sldId="256"/>
            <ac:inkMk id="21" creationId="{7EE20BB2-8B34-0ABB-F3F4-8AA4436BB53D}"/>
          </ac:inkMkLst>
        </pc:inkChg>
        <pc:inkChg chg="add del mod">
          <ac:chgData name="Osvaldo Luiz Santos Pereira" userId="c308351cf5a860c7" providerId="LiveId" clId="{D0CA227D-4EA4-4245-8FAB-072EBAFFE4B2}" dt="2025-07-29T22:44:57.156" v="118"/>
          <ac:inkMkLst>
            <pc:docMk/>
            <pc:sldMk cId="3410455670" sldId="256"/>
            <ac:inkMk id="22" creationId="{EB0215B9-962D-22EB-3D94-DA1580B41137}"/>
          </ac:inkMkLst>
        </pc:inkChg>
        <pc:inkChg chg="add del">
          <ac:chgData name="Osvaldo Luiz Santos Pereira" userId="c308351cf5a860c7" providerId="LiveId" clId="{D0CA227D-4EA4-4245-8FAB-072EBAFFE4B2}" dt="2025-07-29T22:44:57.156" v="129"/>
          <ac:inkMkLst>
            <pc:docMk/>
            <pc:sldMk cId="3410455670" sldId="256"/>
            <ac:inkMk id="24" creationId="{B56C05DE-4535-9175-9C34-00599AB11A9F}"/>
          </ac:inkMkLst>
        </pc:inkChg>
        <pc:inkChg chg="add del mod">
          <ac:chgData name="Osvaldo Luiz Santos Pereira" userId="c308351cf5a860c7" providerId="LiveId" clId="{D0CA227D-4EA4-4245-8FAB-072EBAFFE4B2}" dt="2025-07-29T22:44:57.147" v="110"/>
          <ac:inkMkLst>
            <pc:docMk/>
            <pc:sldMk cId="3410455670" sldId="256"/>
            <ac:inkMk id="25" creationId="{D5F33833-34B4-25D4-EF8C-A1A9E75FAB21}"/>
          </ac:inkMkLst>
        </pc:inkChg>
        <pc:inkChg chg="add del mod">
          <ac:chgData name="Osvaldo Luiz Santos Pereira" userId="c308351cf5a860c7" providerId="LiveId" clId="{D0CA227D-4EA4-4245-8FAB-072EBAFFE4B2}" dt="2025-07-29T22:44:57.156" v="134"/>
          <ac:inkMkLst>
            <pc:docMk/>
            <pc:sldMk cId="3410455670" sldId="256"/>
            <ac:inkMk id="26" creationId="{CE40573F-4F5A-9D58-0FF2-03B622BF3C9B}"/>
          </ac:inkMkLst>
        </pc:inkChg>
        <pc:inkChg chg="add del mod">
          <ac:chgData name="Osvaldo Luiz Santos Pereira" userId="c308351cf5a860c7" providerId="LiveId" clId="{D0CA227D-4EA4-4245-8FAB-072EBAFFE4B2}" dt="2025-07-29T22:44:57.156" v="124"/>
          <ac:inkMkLst>
            <pc:docMk/>
            <pc:sldMk cId="3410455670" sldId="256"/>
            <ac:inkMk id="27" creationId="{EC29D2FB-7746-6B5A-8784-3ECD2E494DB0}"/>
          </ac:inkMkLst>
        </pc:inkChg>
        <pc:inkChg chg="add del mod">
          <ac:chgData name="Osvaldo Luiz Santos Pereira" userId="c308351cf5a860c7" providerId="LiveId" clId="{D0CA227D-4EA4-4245-8FAB-072EBAFFE4B2}" dt="2025-07-29T22:44:57.147" v="115"/>
          <ac:inkMkLst>
            <pc:docMk/>
            <pc:sldMk cId="3410455670" sldId="256"/>
            <ac:inkMk id="28" creationId="{3E622382-D636-7164-88FC-E4D4C36060AB}"/>
          </ac:inkMkLst>
        </pc:inkChg>
        <pc:inkChg chg="add del mod">
          <ac:chgData name="Osvaldo Luiz Santos Pereira" userId="c308351cf5a860c7" providerId="LiveId" clId="{D0CA227D-4EA4-4245-8FAB-072EBAFFE4B2}" dt="2025-07-29T22:44:57.156" v="135"/>
          <ac:inkMkLst>
            <pc:docMk/>
            <pc:sldMk cId="3410455670" sldId="256"/>
            <ac:inkMk id="29" creationId="{31D17865-E24C-A208-E740-4AF7F8C19AD4}"/>
          </ac:inkMkLst>
        </pc:inkChg>
        <pc:inkChg chg="add del mod">
          <ac:chgData name="Osvaldo Luiz Santos Pereira" userId="c308351cf5a860c7" providerId="LiveId" clId="{D0CA227D-4EA4-4245-8FAB-072EBAFFE4B2}" dt="2025-07-29T22:44:57.156" v="126"/>
          <ac:inkMkLst>
            <pc:docMk/>
            <pc:sldMk cId="3410455670" sldId="256"/>
            <ac:inkMk id="30" creationId="{70C0388E-A8FF-BE1F-BA62-E2835388E06E}"/>
          </ac:inkMkLst>
        </pc:inkChg>
        <pc:inkChg chg="add del mod">
          <ac:chgData name="Osvaldo Luiz Santos Pereira" userId="c308351cf5a860c7" providerId="LiveId" clId="{D0CA227D-4EA4-4245-8FAB-072EBAFFE4B2}" dt="2025-07-29T22:44:57.156" v="130"/>
          <ac:inkMkLst>
            <pc:docMk/>
            <pc:sldMk cId="3410455670" sldId="256"/>
            <ac:inkMk id="32" creationId="{10FC5AB2-F849-C94C-E672-244F8D7D6B9F}"/>
          </ac:inkMkLst>
        </pc:inkChg>
        <pc:inkChg chg="add del mod">
          <ac:chgData name="Osvaldo Luiz Santos Pereira" userId="c308351cf5a860c7" providerId="LiveId" clId="{D0CA227D-4EA4-4245-8FAB-072EBAFFE4B2}" dt="2025-07-29T22:44:57.156" v="121"/>
          <ac:inkMkLst>
            <pc:docMk/>
            <pc:sldMk cId="3410455670" sldId="256"/>
            <ac:inkMk id="33" creationId="{0A8C3206-F1AA-389A-B5C0-0D4E0B5C3DFE}"/>
          </ac:inkMkLst>
        </pc:inkChg>
        <pc:inkChg chg="add del mod">
          <ac:chgData name="Osvaldo Luiz Santos Pereira" userId="c308351cf5a860c7" providerId="LiveId" clId="{D0CA227D-4EA4-4245-8FAB-072EBAFFE4B2}" dt="2025-07-29T22:44:57.156" v="136"/>
          <ac:inkMkLst>
            <pc:docMk/>
            <pc:sldMk cId="3410455670" sldId="256"/>
            <ac:inkMk id="34" creationId="{237631B3-F273-D552-80C4-80BBC328F72A}"/>
          </ac:inkMkLst>
        </pc:inkChg>
        <pc:inkChg chg="add del mod">
          <ac:chgData name="Osvaldo Luiz Santos Pereira" userId="c308351cf5a860c7" providerId="LiveId" clId="{D0CA227D-4EA4-4245-8FAB-072EBAFFE4B2}" dt="2025-07-29T22:44:57.156" v="120"/>
          <ac:inkMkLst>
            <pc:docMk/>
            <pc:sldMk cId="3410455670" sldId="256"/>
            <ac:inkMk id="35" creationId="{1F153567-A601-9B3C-B7C5-545AE1A4BEC1}"/>
          </ac:inkMkLst>
        </pc:inkChg>
        <pc:inkChg chg="add del mod">
          <ac:chgData name="Osvaldo Luiz Santos Pereira" userId="c308351cf5a860c7" providerId="LiveId" clId="{D0CA227D-4EA4-4245-8FAB-072EBAFFE4B2}" dt="2025-07-29T22:44:57.156" v="132"/>
          <ac:inkMkLst>
            <pc:docMk/>
            <pc:sldMk cId="3410455670" sldId="256"/>
            <ac:inkMk id="36" creationId="{9263F7A0-1B9D-0BE2-820B-F4517B4FDF3D}"/>
          </ac:inkMkLst>
        </pc:inkChg>
        <pc:inkChg chg="add del mod">
          <ac:chgData name="Osvaldo Luiz Santos Pereira" userId="c308351cf5a860c7" providerId="LiveId" clId="{D0CA227D-4EA4-4245-8FAB-072EBAFFE4B2}" dt="2025-07-29T22:44:20.892" v="100"/>
          <ac:inkMkLst>
            <pc:docMk/>
            <pc:sldMk cId="3410455670" sldId="256"/>
            <ac:inkMk id="38" creationId="{24F7CD05-FD40-1AF3-382D-D48A6A6DCF97}"/>
          </ac:inkMkLst>
        </pc:inkChg>
        <pc:inkChg chg="add del mod">
          <ac:chgData name="Osvaldo Luiz Santos Pereira" userId="c308351cf5a860c7" providerId="LiveId" clId="{D0CA227D-4EA4-4245-8FAB-072EBAFFE4B2}" dt="2025-07-29T22:44:20.892" v="82"/>
          <ac:inkMkLst>
            <pc:docMk/>
            <pc:sldMk cId="3410455670" sldId="256"/>
            <ac:inkMk id="39" creationId="{9EBF68FA-26DC-2E7C-8147-B68F3CEB226E}"/>
          </ac:inkMkLst>
        </pc:inkChg>
        <pc:inkChg chg="add del mod">
          <ac:chgData name="Osvaldo Luiz Santos Pereira" userId="c308351cf5a860c7" providerId="LiveId" clId="{D0CA227D-4EA4-4245-8FAB-072EBAFFE4B2}" dt="2025-07-29T22:44:20.892" v="83"/>
          <ac:inkMkLst>
            <pc:docMk/>
            <pc:sldMk cId="3410455670" sldId="256"/>
            <ac:inkMk id="40" creationId="{8C4FFF7A-287B-C959-B3AB-062A400A4DB1}"/>
          </ac:inkMkLst>
        </pc:inkChg>
        <pc:inkChg chg="add del mod">
          <ac:chgData name="Osvaldo Luiz Santos Pereira" userId="c308351cf5a860c7" providerId="LiveId" clId="{D0CA227D-4EA4-4245-8FAB-072EBAFFE4B2}" dt="2025-07-29T22:44:20.892" v="109"/>
          <ac:inkMkLst>
            <pc:docMk/>
            <pc:sldMk cId="3410455670" sldId="256"/>
            <ac:inkMk id="41" creationId="{B35F2024-FE6F-D751-1EB0-4EF1FA30C7DC}"/>
          </ac:inkMkLst>
        </pc:inkChg>
        <pc:inkChg chg="add del mod">
          <ac:chgData name="Osvaldo Luiz Santos Pereira" userId="c308351cf5a860c7" providerId="LiveId" clId="{D0CA227D-4EA4-4245-8FAB-072EBAFFE4B2}" dt="2025-07-29T22:44:20.892" v="95"/>
          <ac:inkMkLst>
            <pc:docMk/>
            <pc:sldMk cId="3410455670" sldId="256"/>
            <ac:inkMk id="42" creationId="{4A3A8E94-7634-F414-283B-834F77282D2A}"/>
          </ac:inkMkLst>
        </pc:inkChg>
        <pc:inkChg chg="add del mod">
          <ac:chgData name="Osvaldo Luiz Santos Pereira" userId="c308351cf5a860c7" providerId="LiveId" clId="{D0CA227D-4EA4-4245-8FAB-072EBAFFE4B2}" dt="2025-07-29T22:44:20.892" v="80"/>
          <ac:inkMkLst>
            <pc:docMk/>
            <pc:sldMk cId="3410455670" sldId="256"/>
            <ac:inkMk id="43" creationId="{9EB26A4B-A9C1-EB04-E0FC-E7C38863ECF0}"/>
          </ac:inkMkLst>
        </pc:inkChg>
        <pc:inkChg chg="add del mod">
          <ac:chgData name="Osvaldo Luiz Santos Pereira" userId="c308351cf5a860c7" providerId="LiveId" clId="{D0CA227D-4EA4-4245-8FAB-072EBAFFE4B2}" dt="2025-07-29T22:44:20.892" v="87"/>
          <ac:inkMkLst>
            <pc:docMk/>
            <pc:sldMk cId="3410455670" sldId="256"/>
            <ac:inkMk id="45" creationId="{D9D37BB0-941D-7970-F819-5AC7A4CFF1A4}"/>
          </ac:inkMkLst>
        </pc:inkChg>
        <pc:inkChg chg="add del mod">
          <ac:chgData name="Osvaldo Luiz Santos Pereira" userId="c308351cf5a860c7" providerId="LiveId" clId="{D0CA227D-4EA4-4245-8FAB-072EBAFFE4B2}" dt="2025-07-29T22:44:20.892" v="103"/>
          <ac:inkMkLst>
            <pc:docMk/>
            <pc:sldMk cId="3410455670" sldId="256"/>
            <ac:inkMk id="46" creationId="{BB9E7765-7D53-0339-E440-B64707904F2B}"/>
          </ac:inkMkLst>
        </pc:inkChg>
        <pc:inkChg chg="add del mod">
          <ac:chgData name="Osvaldo Luiz Santos Pereira" userId="c308351cf5a860c7" providerId="LiveId" clId="{D0CA227D-4EA4-4245-8FAB-072EBAFFE4B2}" dt="2025-07-29T22:44:20.880" v="77"/>
          <ac:inkMkLst>
            <pc:docMk/>
            <pc:sldMk cId="3410455670" sldId="256"/>
            <ac:inkMk id="47" creationId="{95685587-7DAD-0D68-32E7-1039B5D1D9E3}"/>
          </ac:inkMkLst>
        </pc:inkChg>
        <pc:inkChg chg="add del mod">
          <ac:chgData name="Osvaldo Luiz Santos Pereira" userId="c308351cf5a860c7" providerId="LiveId" clId="{D0CA227D-4EA4-4245-8FAB-072EBAFFE4B2}" dt="2025-07-29T22:44:20.892" v="101"/>
          <ac:inkMkLst>
            <pc:docMk/>
            <pc:sldMk cId="3410455670" sldId="256"/>
            <ac:inkMk id="48" creationId="{E08F11BE-9150-454E-136D-0EC4435EE374}"/>
          </ac:inkMkLst>
        </pc:inkChg>
        <pc:inkChg chg="add del">
          <ac:chgData name="Osvaldo Luiz Santos Pereira" userId="c308351cf5a860c7" providerId="LiveId" clId="{D0CA227D-4EA4-4245-8FAB-072EBAFFE4B2}" dt="2025-07-29T22:44:20.892" v="85"/>
          <ac:inkMkLst>
            <pc:docMk/>
            <pc:sldMk cId="3410455670" sldId="256"/>
            <ac:inkMk id="49" creationId="{6E1A6C91-1DDA-E7A4-4B33-9616382C58AD}"/>
          </ac:inkMkLst>
        </pc:inkChg>
        <pc:inkChg chg="add del mod">
          <ac:chgData name="Osvaldo Luiz Santos Pereira" userId="c308351cf5a860c7" providerId="LiveId" clId="{D0CA227D-4EA4-4245-8FAB-072EBAFFE4B2}" dt="2025-07-29T22:44:20.892" v="106"/>
          <ac:inkMkLst>
            <pc:docMk/>
            <pc:sldMk cId="3410455670" sldId="256"/>
            <ac:inkMk id="50" creationId="{2B358BA0-0A29-42AB-5790-563257E28413}"/>
          </ac:inkMkLst>
        </pc:inkChg>
        <pc:inkChg chg="add del mod">
          <ac:chgData name="Osvaldo Luiz Santos Pereira" userId="c308351cf5a860c7" providerId="LiveId" clId="{D0CA227D-4EA4-4245-8FAB-072EBAFFE4B2}" dt="2025-07-29T22:44:20.892" v="88"/>
          <ac:inkMkLst>
            <pc:docMk/>
            <pc:sldMk cId="3410455670" sldId="256"/>
            <ac:inkMk id="51" creationId="{6845937D-2EE0-BE03-4EB0-7A7D4540BA78}"/>
          </ac:inkMkLst>
        </pc:inkChg>
        <pc:inkChg chg="add del mod">
          <ac:chgData name="Osvaldo Luiz Santos Pereira" userId="c308351cf5a860c7" providerId="LiveId" clId="{D0CA227D-4EA4-4245-8FAB-072EBAFFE4B2}" dt="2025-07-29T22:44:20.892" v="104"/>
          <ac:inkMkLst>
            <pc:docMk/>
            <pc:sldMk cId="3410455670" sldId="256"/>
            <ac:inkMk id="52" creationId="{2679DC0B-531C-1E5E-E3CA-0FDE54D40939}"/>
          </ac:inkMkLst>
        </pc:inkChg>
        <pc:inkChg chg="add del mod">
          <ac:chgData name="Osvaldo Luiz Santos Pereira" userId="c308351cf5a860c7" providerId="LiveId" clId="{D0CA227D-4EA4-4245-8FAB-072EBAFFE4B2}" dt="2025-07-29T22:44:20.892" v="92"/>
          <ac:inkMkLst>
            <pc:docMk/>
            <pc:sldMk cId="3410455670" sldId="256"/>
            <ac:inkMk id="54" creationId="{B0091385-2056-B2DF-9010-FFCC1D43CDFF}"/>
          </ac:inkMkLst>
        </pc:inkChg>
        <pc:inkChg chg="add del mod">
          <ac:chgData name="Osvaldo Luiz Santos Pereira" userId="c308351cf5a860c7" providerId="LiveId" clId="{D0CA227D-4EA4-4245-8FAB-072EBAFFE4B2}" dt="2025-07-29T22:44:20.892" v="90"/>
          <ac:inkMkLst>
            <pc:docMk/>
            <pc:sldMk cId="3410455670" sldId="256"/>
            <ac:inkMk id="55" creationId="{5EF5F725-648A-F18A-8E91-B5F357815825}"/>
          </ac:inkMkLst>
        </pc:inkChg>
        <pc:inkChg chg="add del mod">
          <ac:chgData name="Osvaldo Luiz Santos Pereira" userId="c308351cf5a860c7" providerId="LiveId" clId="{D0CA227D-4EA4-4245-8FAB-072EBAFFE4B2}" dt="2025-07-29T22:44:20.892" v="91"/>
          <ac:inkMkLst>
            <pc:docMk/>
            <pc:sldMk cId="3410455670" sldId="256"/>
            <ac:inkMk id="56" creationId="{EC00A255-46F6-92B6-502E-AF022D19B971}"/>
          </ac:inkMkLst>
        </pc:inkChg>
        <pc:inkChg chg="add del mod">
          <ac:chgData name="Osvaldo Luiz Santos Pereira" userId="c308351cf5a860c7" providerId="LiveId" clId="{D0CA227D-4EA4-4245-8FAB-072EBAFFE4B2}" dt="2025-07-29T22:44:20.892" v="86"/>
          <ac:inkMkLst>
            <pc:docMk/>
            <pc:sldMk cId="3410455670" sldId="256"/>
            <ac:inkMk id="57" creationId="{08AF574F-7FAB-0006-12B7-23C931E43BC4}"/>
          </ac:inkMkLst>
        </pc:inkChg>
        <pc:inkChg chg="add del mod">
          <ac:chgData name="Osvaldo Luiz Santos Pereira" userId="c308351cf5a860c7" providerId="LiveId" clId="{D0CA227D-4EA4-4245-8FAB-072EBAFFE4B2}" dt="2025-07-29T22:44:20.880" v="78"/>
          <ac:inkMkLst>
            <pc:docMk/>
            <pc:sldMk cId="3410455670" sldId="256"/>
            <ac:inkMk id="58" creationId="{F817A9AB-9422-C2A5-99AF-6B34BB749DBF}"/>
          </ac:inkMkLst>
        </pc:inkChg>
        <pc:inkChg chg="add del mod">
          <ac:chgData name="Osvaldo Luiz Santos Pereira" userId="c308351cf5a860c7" providerId="LiveId" clId="{D0CA227D-4EA4-4245-8FAB-072EBAFFE4B2}" dt="2025-07-29T22:44:20.892" v="97"/>
          <ac:inkMkLst>
            <pc:docMk/>
            <pc:sldMk cId="3410455670" sldId="256"/>
            <ac:inkMk id="59" creationId="{84ADDB1D-3234-0BC6-82DF-1F5919F9DFFD}"/>
          </ac:inkMkLst>
        </pc:inkChg>
        <pc:inkChg chg="add del mod">
          <ac:chgData name="Osvaldo Luiz Santos Pereira" userId="c308351cf5a860c7" providerId="LiveId" clId="{D0CA227D-4EA4-4245-8FAB-072EBAFFE4B2}" dt="2025-07-29T22:44:20.892" v="89"/>
          <ac:inkMkLst>
            <pc:docMk/>
            <pc:sldMk cId="3410455670" sldId="256"/>
            <ac:inkMk id="60" creationId="{A545DD5F-0FF7-AE59-9CB8-0D51952B504B}"/>
          </ac:inkMkLst>
        </pc:inkChg>
        <pc:inkChg chg="add del mod">
          <ac:chgData name="Osvaldo Luiz Santos Pereira" userId="c308351cf5a860c7" providerId="LiveId" clId="{D0CA227D-4EA4-4245-8FAB-072EBAFFE4B2}" dt="2025-07-29T22:44:20.880" v="76"/>
          <ac:inkMkLst>
            <pc:docMk/>
            <pc:sldMk cId="3410455670" sldId="256"/>
            <ac:inkMk id="62" creationId="{1AD18EE6-06F4-B53C-FBE1-1FF59B983144}"/>
          </ac:inkMkLst>
        </pc:inkChg>
        <pc:inkChg chg="add del mod">
          <ac:chgData name="Osvaldo Luiz Santos Pereira" userId="c308351cf5a860c7" providerId="LiveId" clId="{D0CA227D-4EA4-4245-8FAB-072EBAFFE4B2}" dt="2025-07-29T22:44:20.892" v="102"/>
          <ac:inkMkLst>
            <pc:docMk/>
            <pc:sldMk cId="3410455670" sldId="256"/>
            <ac:inkMk id="64" creationId="{CCA1938D-A0CD-71CE-18A0-8099782B5C52}"/>
          </ac:inkMkLst>
        </pc:inkChg>
        <pc:inkChg chg="add del mod">
          <ac:chgData name="Osvaldo Luiz Santos Pereira" userId="c308351cf5a860c7" providerId="LiveId" clId="{D0CA227D-4EA4-4245-8FAB-072EBAFFE4B2}" dt="2025-07-29T22:44:20.892" v="81"/>
          <ac:inkMkLst>
            <pc:docMk/>
            <pc:sldMk cId="3410455670" sldId="256"/>
            <ac:inkMk id="65" creationId="{AB7C4409-31D8-5C71-32C3-7B8945CDC1DD}"/>
          </ac:inkMkLst>
        </pc:inkChg>
        <pc:inkChg chg="add del mod">
          <ac:chgData name="Osvaldo Luiz Santos Pereira" userId="c308351cf5a860c7" providerId="LiveId" clId="{D0CA227D-4EA4-4245-8FAB-072EBAFFE4B2}" dt="2025-07-29T22:44:20.892" v="84"/>
          <ac:inkMkLst>
            <pc:docMk/>
            <pc:sldMk cId="3410455670" sldId="256"/>
            <ac:inkMk id="66" creationId="{B8FE3371-D608-BD00-7643-9D796A16DF9F}"/>
          </ac:inkMkLst>
        </pc:inkChg>
        <pc:inkChg chg="add del mod">
          <ac:chgData name="Osvaldo Luiz Santos Pereira" userId="c308351cf5a860c7" providerId="LiveId" clId="{D0CA227D-4EA4-4245-8FAB-072EBAFFE4B2}" dt="2025-07-29T22:44:20.892" v="107"/>
          <ac:inkMkLst>
            <pc:docMk/>
            <pc:sldMk cId="3410455670" sldId="256"/>
            <ac:inkMk id="67" creationId="{E9AC8514-C14D-EE7F-5014-68113A310F1E}"/>
          </ac:inkMkLst>
        </pc:inkChg>
        <pc:inkChg chg="add del mod">
          <ac:chgData name="Osvaldo Luiz Santos Pereira" userId="c308351cf5a860c7" providerId="LiveId" clId="{D0CA227D-4EA4-4245-8FAB-072EBAFFE4B2}" dt="2025-07-29T22:44:20.892" v="105"/>
          <ac:inkMkLst>
            <pc:docMk/>
            <pc:sldMk cId="3410455670" sldId="256"/>
            <ac:inkMk id="68" creationId="{CBF2D88D-3504-DB14-9D1B-0BD0B774FF09}"/>
          </ac:inkMkLst>
        </pc:inkChg>
        <pc:inkChg chg="add del mod">
          <ac:chgData name="Osvaldo Luiz Santos Pereira" userId="c308351cf5a860c7" providerId="LiveId" clId="{D0CA227D-4EA4-4245-8FAB-072EBAFFE4B2}" dt="2025-07-29T22:44:20.892" v="93"/>
          <ac:inkMkLst>
            <pc:docMk/>
            <pc:sldMk cId="3410455670" sldId="256"/>
            <ac:inkMk id="70" creationId="{49616DD9-11C8-6137-8C75-7534E72642E5}"/>
          </ac:inkMkLst>
        </pc:inkChg>
        <pc:inkChg chg="add">
          <ac:chgData name="Osvaldo Luiz Santos Pereira" userId="c308351cf5a860c7" providerId="LiveId" clId="{D0CA227D-4EA4-4245-8FAB-072EBAFFE4B2}" dt="2025-07-29T22:39:46.057" v="69" actId="9405"/>
          <ac:inkMkLst>
            <pc:docMk/>
            <pc:sldMk cId="3410455670" sldId="256"/>
            <ac:inkMk id="71" creationId="{57D026E5-296F-2EC0-8A9E-6B480EA9D434}"/>
          </ac:inkMkLst>
        </pc:inkChg>
        <pc:inkChg chg="add del mod">
          <ac:chgData name="Osvaldo Luiz Santos Pereira" userId="c308351cf5a860c7" providerId="LiveId" clId="{D0CA227D-4EA4-4245-8FAB-072EBAFFE4B2}" dt="2025-07-29T22:44:20.892" v="96"/>
          <ac:inkMkLst>
            <pc:docMk/>
            <pc:sldMk cId="3410455670" sldId="256"/>
            <ac:inkMk id="72" creationId="{0E2512DD-FB31-30A7-68B7-4845366BFEF0}"/>
          </ac:inkMkLst>
        </pc:inkChg>
        <pc:inkChg chg="add del mod">
          <ac:chgData name="Osvaldo Luiz Santos Pereira" userId="c308351cf5a860c7" providerId="LiveId" clId="{D0CA227D-4EA4-4245-8FAB-072EBAFFE4B2}" dt="2025-07-29T22:44:20.892" v="98"/>
          <ac:inkMkLst>
            <pc:docMk/>
            <pc:sldMk cId="3410455670" sldId="256"/>
            <ac:inkMk id="73" creationId="{6710E046-4FF0-244C-E1BB-71BABC97B252}"/>
          </ac:inkMkLst>
        </pc:inkChg>
        <pc:inkChg chg="add del mod">
          <ac:chgData name="Osvaldo Luiz Santos Pereira" userId="c308351cf5a860c7" providerId="LiveId" clId="{D0CA227D-4EA4-4245-8FAB-072EBAFFE4B2}" dt="2025-07-29T22:44:20.892" v="94"/>
          <ac:inkMkLst>
            <pc:docMk/>
            <pc:sldMk cId="3410455670" sldId="256"/>
            <ac:inkMk id="74" creationId="{1E15CF58-270F-C32B-62D5-CFDE9DC03F5C}"/>
          </ac:inkMkLst>
        </pc:inkChg>
        <pc:inkChg chg="add del mod">
          <ac:chgData name="Osvaldo Luiz Santos Pereira" userId="c308351cf5a860c7" providerId="LiveId" clId="{D0CA227D-4EA4-4245-8FAB-072EBAFFE4B2}" dt="2025-07-29T22:44:20.892" v="108"/>
          <ac:inkMkLst>
            <pc:docMk/>
            <pc:sldMk cId="3410455670" sldId="256"/>
            <ac:inkMk id="75" creationId="{5FE73299-6D4E-263B-919E-0EDC11AD8F7F}"/>
          </ac:inkMkLst>
        </pc:inkChg>
        <pc:inkChg chg="add del mod">
          <ac:chgData name="Osvaldo Luiz Santos Pereira" userId="c308351cf5a860c7" providerId="LiveId" clId="{D0CA227D-4EA4-4245-8FAB-072EBAFFE4B2}" dt="2025-07-29T22:44:20.892" v="99"/>
          <ac:inkMkLst>
            <pc:docMk/>
            <pc:sldMk cId="3410455670" sldId="256"/>
            <ac:inkMk id="76" creationId="{34AE6C15-3768-327E-3186-33C0D2865E58}"/>
          </ac:inkMkLst>
        </pc:inkChg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  <pc:spChg chg="add del mod">
          <ac:chgData name="Osvaldo Luiz Santos Pereira" userId="c308351cf5a860c7" providerId="LiveId" clId="{D0CA227D-4EA4-4245-8FAB-072EBAFFE4B2}" dt="2025-07-29T23:18:54.189" v="655" actId="21"/>
          <ac:spMkLst>
            <pc:docMk/>
            <pc:sldMk cId="43532862" sldId="257"/>
            <ac:spMk id="2" creationId="{38AF3F79-2369-8F37-1896-BEB216C96502}"/>
          </ac:spMkLst>
        </pc:spChg>
        <pc:spChg chg="add del mod">
          <ac:chgData name="Osvaldo Luiz Santos Pereira" userId="c308351cf5a860c7" providerId="LiveId" clId="{D0CA227D-4EA4-4245-8FAB-072EBAFFE4B2}" dt="2025-07-29T23:01:32.488" v="416" actId="478"/>
          <ac:spMkLst>
            <pc:docMk/>
            <pc:sldMk cId="43532862" sldId="257"/>
            <ac:spMk id="3" creationId="{E3C3032F-E1EB-380E-038B-19BE5D92C74C}"/>
          </ac:spMkLst>
        </pc:spChg>
        <pc:spChg chg="add del">
          <ac:chgData name="Osvaldo Luiz Santos Pereira" userId="c308351cf5a860c7" providerId="LiveId" clId="{D0CA227D-4EA4-4245-8FAB-072EBAFFE4B2}" dt="2025-07-29T23:01:52.033" v="418" actId="478"/>
          <ac:spMkLst>
            <pc:docMk/>
            <pc:sldMk cId="43532862" sldId="257"/>
            <ac:spMk id="4" creationId="{51ABE486-FFE0-7C83-D23D-60260C580519}"/>
          </ac:spMkLst>
        </pc:spChg>
        <pc:spChg chg="add del mod">
          <ac:chgData name="Osvaldo Luiz Santos Pereira" userId="c308351cf5a860c7" providerId="LiveId" clId="{D0CA227D-4EA4-4245-8FAB-072EBAFFE4B2}" dt="2025-07-29T23:18:54.189" v="655" actId="21"/>
          <ac:spMkLst>
            <pc:docMk/>
            <pc:sldMk cId="43532862" sldId="257"/>
            <ac:spMk id="5" creationId="{3D002728-C4BD-DB19-9A75-E41D281AA89A}"/>
          </ac:spMkLst>
        </pc:spChg>
        <pc:spChg chg="add del mod">
          <ac:chgData name="Osvaldo Luiz Santos Pereira" userId="c308351cf5a860c7" providerId="LiveId" clId="{D0CA227D-4EA4-4245-8FAB-072EBAFFE4B2}" dt="2025-07-29T23:10:17.465" v="465" actId="478"/>
          <ac:spMkLst>
            <pc:docMk/>
            <pc:sldMk cId="43532862" sldId="257"/>
            <ac:spMk id="6" creationId="{E6BAAB79-406A-9852-51BB-64F7C36F6F8D}"/>
          </ac:spMkLst>
        </pc:spChg>
        <pc:spChg chg="add del mod">
          <ac:chgData name="Osvaldo Luiz Santos Pereira" userId="c308351cf5a860c7" providerId="LiveId" clId="{D0CA227D-4EA4-4245-8FAB-072EBAFFE4B2}" dt="2025-07-29T23:18:54.189" v="655" actId="21"/>
          <ac:spMkLst>
            <pc:docMk/>
            <pc:sldMk cId="43532862" sldId="257"/>
            <ac:spMk id="7" creationId="{1776C51E-FAF4-C923-4F22-F039C8167123}"/>
          </ac:spMkLst>
        </pc:spChg>
        <pc:spChg chg="add del mod">
          <ac:chgData name="Osvaldo Luiz Santos Pereira" userId="c308351cf5a860c7" providerId="LiveId" clId="{D0CA227D-4EA4-4245-8FAB-072EBAFFE4B2}" dt="2025-07-29T23:11:55.305" v="510" actId="478"/>
          <ac:spMkLst>
            <pc:docMk/>
            <pc:sldMk cId="43532862" sldId="257"/>
            <ac:spMk id="8" creationId="{86C7C694-25DE-92B2-BF7F-760BE1E647D5}"/>
          </ac:spMkLst>
        </pc:spChg>
        <pc:spChg chg="add mod">
          <ac:chgData name="Osvaldo Luiz Santos Pereira" userId="c308351cf5a860c7" providerId="LiveId" clId="{D0CA227D-4EA4-4245-8FAB-072EBAFFE4B2}" dt="2025-07-29T23:18:13.256" v="654" actId="20577"/>
          <ac:spMkLst>
            <pc:docMk/>
            <pc:sldMk cId="43532862" sldId="257"/>
            <ac:spMk id="9" creationId="{DC1A623C-BF90-52B5-3791-4290495A69DE}"/>
          </ac:spMkLst>
        </pc:spChg>
        <pc:spChg chg="add mod">
          <ac:chgData name="Osvaldo Luiz Santos Pereira" userId="c308351cf5a860c7" providerId="LiveId" clId="{D0CA227D-4EA4-4245-8FAB-072EBAFFE4B2}" dt="2025-07-29T23:17:40.551" v="614" actId="1076"/>
          <ac:spMkLst>
            <pc:docMk/>
            <pc:sldMk cId="43532862" sldId="257"/>
            <ac:spMk id="10" creationId="{CD9B6D12-00BE-4488-BD80-7F36EB31CD07}"/>
          </ac:spMkLst>
        </pc:spChg>
        <pc:spChg chg="mod">
          <ac:chgData name="Osvaldo Luiz Santos Pereira" userId="c308351cf5a860c7" providerId="LiveId" clId="{D0CA227D-4EA4-4245-8FAB-072EBAFFE4B2}" dt="2025-07-29T23:11:44.222" v="505" actId="12788"/>
          <ac:spMkLst>
            <pc:docMk/>
            <pc:sldMk cId="43532862" sldId="257"/>
            <ac:spMk id="79" creationId="{DD08D8D1-A233-1A53-1257-B5BCCD9ACFA7}"/>
          </ac:spMkLst>
        </pc:spChg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  <pc:spChg chg="add del mod">
          <ac:chgData name="Osvaldo Luiz Santos Pereira" userId="c308351cf5a860c7" providerId="LiveId" clId="{D0CA227D-4EA4-4245-8FAB-072EBAFFE4B2}" dt="2025-07-29T22:56:14.442" v="205" actId="478"/>
          <ac:spMkLst>
            <pc:docMk/>
            <pc:sldMk cId="3898747450" sldId="257"/>
            <ac:spMk id="2" creationId="{A23B1C86-723C-835B-B4E2-D2868CDF0284}"/>
          </ac:spMkLst>
        </pc:spChg>
        <pc:spChg chg="add del mod ord">
          <ac:chgData name="Osvaldo Luiz Santos Pereira" userId="c308351cf5a860c7" providerId="LiveId" clId="{D0CA227D-4EA4-4245-8FAB-072EBAFFE4B2}" dt="2025-07-29T22:59:18.235" v="358" actId="478"/>
          <ac:spMkLst>
            <pc:docMk/>
            <pc:sldMk cId="3898747450" sldId="257"/>
            <ac:spMk id="3" creationId="{3C806AC0-3F16-29B4-81E6-F60D9F8B5FF8}"/>
          </ac:spMkLst>
        </pc:spChg>
        <pc:spChg chg="add del mod">
          <ac:chgData name="Osvaldo Luiz Santos Pereira" userId="c308351cf5a860c7" providerId="LiveId" clId="{D0CA227D-4EA4-4245-8FAB-072EBAFFE4B2}" dt="2025-07-29T22:59:18.235" v="358" actId="478"/>
          <ac:spMkLst>
            <pc:docMk/>
            <pc:sldMk cId="3898747450" sldId="257"/>
            <ac:spMk id="4" creationId="{4CA3FF1B-08D0-1F5F-F05F-B76EEDB50F2E}"/>
          </ac:spMkLst>
        </pc:spChg>
        <pc:spChg chg="del">
          <ac:chgData name="Osvaldo Luiz Santos Pereira" userId="c308351cf5a860c7" providerId="LiveId" clId="{D0CA227D-4EA4-4245-8FAB-072EBAFFE4B2}" dt="2025-07-29T22:57:27.299" v="328" actId="478"/>
          <ac:spMkLst>
            <pc:docMk/>
            <pc:sldMk cId="3898747450" sldId="257"/>
            <ac:spMk id="78" creationId="{60184612-BDD0-8E99-21ED-73F0AE8F62A6}"/>
          </ac:spMkLst>
        </pc:spChg>
        <pc:spChg chg="del">
          <ac:chgData name="Osvaldo Luiz Santos Pereira" userId="c308351cf5a860c7" providerId="LiveId" clId="{D0CA227D-4EA4-4245-8FAB-072EBAFFE4B2}" dt="2025-07-29T22:49:55.872" v="171" actId="478"/>
          <ac:spMkLst>
            <pc:docMk/>
            <pc:sldMk cId="3898747450" sldId="257"/>
            <ac:spMk id="79" creationId="{9B65174D-9F5A-06E5-FCA5-9FA7A48A98FF}"/>
          </ac:spMkLst>
        </pc:spChg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  <pc:spChg chg="add del mod">
          <ac:chgData name="Osvaldo Luiz Santos Pereira" userId="c308351cf5a860c7" providerId="LiveId" clId="{D0CA227D-4EA4-4245-8FAB-072EBAFFE4B2}" dt="2025-07-29T23:31:12.953" v="894" actId="21"/>
          <ac:spMkLst>
            <pc:docMk/>
            <pc:sldMk cId="3035553506" sldId="258"/>
            <ac:spMk id="2" creationId="{7F2626B6-1DD1-3435-FDD5-8B6998478E27}"/>
          </ac:spMkLst>
        </pc:spChg>
        <pc:spChg chg="add del mod">
          <ac:chgData name="Osvaldo Luiz Santos Pereira" userId="c308351cf5a860c7" providerId="LiveId" clId="{D0CA227D-4EA4-4245-8FAB-072EBAFFE4B2}" dt="2025-07-29T23:29:26.555" v="818" actId="478"/>
          <ac:spMkLst>
            <pc:docMk/>
            <pc:sldMk cId="3035553506" sldId="258"/>
            <ac:spMk id="3" creationId="{BCA7E3A1-07AB-888C-A98B-265845C6BA45}"/>
          </ac:spMkLst>
        </pc:spChg>
        <pc:spChg chg="add del mod">
          <ac:chgData name="Osvaldo Luiz Santos Pereira" userId="c308351cf5a860c7" providerId="LiveId" clId="{D0CA227D-4EA4-4245-8FAB-072EBAFFE4B2}" dt="2025-07-29T23:29:29.324" v="819" actId="478"/>
          <ac:spMkLst>
            <pc:docMk/>
            <pc:sldMk cId="3035553506" sldId="258"/>
            <ac:spMk id="4" creationId="{56E2A62F-37A5-6D68-0561-667E456BED33}"/>
          </ac:spMkLst>
        </pc:spChg>
        <pc:spChg chg="add del mod">
          <ac:chgData name="Osvaldo Luiz Santos Pereira" userId="c308351cf5a860c7" providerId="LiveId" clId="{D0CA227D-4EA4-4245-8FAB-072EBAFFE4B2}" dt="2025-07-29T23:31:12.953" v="894" actId="21"/>
          <ac:spMkLst>
            <pc:docMk/>
            <pc:sldMk cId="3035553506" sldId="258"/>
            <ac:spMk id="5" creationId="{FE53CF7E-709A-AE95-8B0E-C39FF67295A0}"/>
          </ac:spMkLst>
        </pc:spChg>
        <pc:spChg chg="add del mod">
          <ac:chgData name="Osvaldo Luiz Santos Pereira" userId="c308351cf5a860c7" providerId="LiveId" clId="{D0CA227D-4EA4-4245-8FAB-072EBAFFE4B2}" dt="2025-07-29T23:31:12.953" v="894" actId="21"/>
          <ac:spMkLst>
            <pc:docMk/>
            <pc:sldMk cId="3035553506" sldId="258"/>
            <ac:spMk id="6" creationId="{4680C6B3-1DE0-02A4-2CC6-BE3D34586ACF}"/>
          </ac:spMkLst>
        </pc:spChg>
        <pc:spChg chg="add mod">
          <ac:chgData name="Osvaldo Luiz Santos Pereira" userId="c308351cf5a860c7" providerId="LiveId" clId="{D0CA227D-4EA4-4245-8FAB-072EBAFFE4B2}" dt="2025-07-29T23:40:50.504" v="948" actId="20577"/>
          <ac:spMkLst>
            <pc:docMk/>
            <pc:sldMk cId="3035553506" sldId="258"/>
            <ac:spMk id="7" creationId="{FFF9443B-308A-7FC2-D363-E4D9A3FA5B9F}"/>
          </ac:spMkLst>
        </pc:spChg>
        <pc:spChg chg="del mod">
          <ac:chgData name="Osvaldo Luiz Santos Pereira" userId="c308351cf5a860c7" providerId="LiveId" clId="{D0CA227D-4EA4-4245-8FAB-072EBAFFE4B2}" dt="2025-07-29T23:31:12.953" v="894" actId="21"/>
          <ac:spMkLst>
            <pc:docMk/>
            <pc:sldMk cId="3035553506" sldId="258"/>
            <ac:spMk id="82" creationId="{52F04640-CAE4-8E69-2FA8-784795072A88}"/>
          </ac:spMkLst>
        </pc:spChg>
        <pc:spChg chg="del mod">
          <ac:chgData name="Osvaldo Luiz Santos Pereira" userId="c308351cf5a860c7" providerId="LiveId" clId="{D0CA227D-4EA4-4245-8FAB-072EBAFFE4B2}" dt="2025-07-29T23:31:12.953" v="894" actId="21"/>
          <ac:spMkLst>
            <pc:docMk/>
            <pc:sldMk cId="3035553506" sldId="258"/>
            <ac:spMk id="83" creationId="{F81060F0-D2F8-4E4F-509F-8A28DB7110B4}"/>
          </ac:spMkLst>
        </pc:spChg>
        <pc:spChg chg="del mod">
          <ac:chgData name="Osvaldo Luiz Santos Pereira" userId="c308351cf5a860c7" providerId="LiveId" clId="{D0CA227D-4EA4-4245-8FAB-072EBAFFE4B2}" dt="2025-07-29T23:31:12.953" v="894" actId="21"/>
          <ac:spMkLst>
            <pc:docMk/>
            <pc:sldMk cId="3035553506" sldId="258"/>
            <ac:spMk id="84" creationId="{8834323A-27F2-DD4E-3686-F3771C0A3BB7}"/>
          </ac:spMkLst>
        </pc:spChg>
        <pc:spChg chg="del mod">
          <ac:chgData name="Osvaldo Luiz Santos Pereira" userId="c308351cf5a860c7" providerId="LiveId" clId="{D0CA227D-4EA4-4245-8FAB-072EBAFFE4B2}" dt="2025-07-29T23:26:15.952" v="723" actId="478"/>
          <ac:spMkLst>
            <pc:docMk/>
            <pc:sldMk cId="3035553506" sldId="258"/>
            <ac:spMk id="85" creationId="{B6C62B46-68F5-752E-0F86-8FF50194C53A}"/>
          </ac:spMkLst>
        </pc:spChg>
        <pc:spChg chg="del">
          <ac:chgData name="Osvaldo Luiz Santos Pereira" userId="c308351cf5a860c7" providerId="LiveId" clId="{D0CA227D-4EA4-4245-8FAB-072EBAFFE4B2}" dt="2025-07-29T23:22:49.804" v="707" actId="478"/>
          <ac:spMkLst>
            <pc:docMk/>
            <pc:sldMk cId="3035553506" sldId="258"/>
            <ac:spMk id="86" creationId="{3E3D037F-7A95-BC7A-76D5-B8401F58A2F7}"/>
          </ac:spMkLst>
        </pc:spChg>
        <pc:picChg chg="add mod">
          <ac:chgData name="Osvaldo Luiz Santos Pereira" userId="c308351cf5a860c7" providerId="LiveId" clId="{D0CA227D-4EA4-4245-8FAB-072EBAFFE4B2}" dt="2025-07-29T23:41:02.501" v="950" actId="14100"/>
          <ac:picMkLst>
            <pc:docMk/>
            <pc:sldMk cId="3035553506" sldId="258"/>
            <ac:picMk id="1026" creationId="{7AC087E8-7588-8224-0C0D-6C823EFFACEF}"/>
          </ac:picMkLst>
        </pc:picChg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29/07/2025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29/07/2025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29/07/2025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29/07/2025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29/07/2025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0C0A47D0-9848-1A3E-B82E-7ABB8D0FD56B}"/>
                  </a:ext>
                </a:extLst>
              </p:cNvPr>
              <p:cNvSpPr txBox="1"/>
              <p:nvPr/>
            </p:nvSpPr>
            <p:spPr>
              <a:xfrm>
                <a:off x="1665341" y="253688"/>
                <a:ext cx="18144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0C0A47D0-9848-1A3E-B82E-7ABB8D0FD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341" y="253688"/>
                <a:ext cx="1814406" cy="369332"/>
              </a:xfrm>
              <a:prstGeom prst="rect">
                <a:avLst/>
              </a:prstGeom>
              <a:blipFill>
                <a:blip r:embed="rId2"/>
                <a:stretch>
                  <a:fillRect l="-2013" t="-1667" r="-402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CaixaDeTexto 86">
                <a:extLst>
                  <a:ext uri="{FF2B5EF4-FFF2-40B4-BE49-F238E27FC236}">
                    <a16:creationId xmlns:a16="http://schemas.microsoft.com/office/drawing/2014/main" id="{52F04640-CAE4-8E69-2FA8-784795072A88}"/>
                  </a:ext>
                </a:extLst>
              </p:cNvPr>
              <p:cNvSpPr txBox="1"/>
              <p:nvPr/>
            </p:nvSpPr>
            <p:spPr>
              <a:xfrm>
                <a:off x="1482310" y="1931564"/>
                <a:ext cx="21804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−4=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87" name="CaixaDeTexto 86">
                <a:extLst>
                  <a:ext uri="{FF2B5EF4-FFF2-40B4-BE49-F238E27FC236}">
                    <a16:creationId xmlns:a16="http://schemas.microsoft.com/office/drawing/2014/main" id="{52F04640-CAE4-8E69-2FA8-784795072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310" y="1931564"/>
                <a:ext cx="2180469" cy="369332"/>
              </a:xfrm>
              <a:prstGeom prst="rect">
                <a:avLst/>
              </a:prstGeom>
              <a:blipFill>
                <a:blip r:embed="rId3"/>
                <a:stretch>
                  <a:fillRect l="-1397" r="-307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id="{F81060F0-D2F8-4E4F-509F-8A28DB7110B4}"/>
                  </a:ext>
                </a:extLst>
              </p:cNvPr>
              <p:cNvSpPr txBox="1"/>
              <p:nvPr/>
            </p:nvSpPr>
            <p:spPr>
              <a:xfrm>
                <a:off x="1482310" y="1175756"/>
                <a:ext cx="21804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=4+8</m:t>
                      </m:r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id="{F81060F0-D2F8-4E4F-509F-8A28DB711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310" y="1175756"/>
                <a:ext cx="2180469" cy="369332"/>
              </a:xfrm>
              <a:prstGeom prst="rect">
                <a:avLst/>
              </a:prstGeom>
              <a:blipFill>
                <a:blip r:embed="rId4"/>
                <a:stretch>
                  <a:fillRect l="-1397" r="-307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CaixaDeTexto 88">
                <a:extLst>
                  <a:ext uri="{FF2B5EF4-FFF2-40B4-BE49-F238E27FC236}">
                    <a16:creationId xmlns:a16="http://schemas.microsoft.com/office/drawing/2014/main" id="{8834323A-27F2-DD4E-3686-F3771C0A3BB7}"/>
                  </a:ext>
                </a:extLst>
              </p:cNvPr>
              <p:cNvSpPr txBox="1"/>
              <p:nvPr/>
            </p:nvSpPr>
            <p:spPr>
              <a:xfrm>
                <a:off x="0" y="2723467"/>
                <a:ext cx="5181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−2)=(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+2)(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+4)</m:t>
                      </m:r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89" name="CaixaDeTexto 88">
                <a:extLst>
                  <a:ext uri="{FF2B5EF4-FFF2-40B4-BE49-F238E27FC236}">
                    <a16:creationId xmlns:a16="http://schemas.microsoft.com/office/drawing/2014/main" id="{8834323A-27F2-DD4E-3686-F3771C0A3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23467"/>
                <a:ext cx="5181611" cy="369332"/>
              </a:xfrm>
              <a:prstGeom prst="rect">
                <a:avLst/>
              </a:prstGeom>
              <a:blipFill>
                <a:blip r:embed="rId5"/>
                <a:stretch>
                  <a:fillRect r="-1647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CaixaDeTexto 89">
                <a:extLst>
                  <a:ext uri="{FF2B5EF4-FFF2-40B4-BE49-F238E27FC236}">
                    <a16:creationId xmlns:a16="http://schemas.microsoft.com/office/drawing/2014/main" id="{7F2626B6-1DD1-3435-FDD5-8B6998478E27}"/>
                  </a:ext>
                </a:extLst>
              </p:cNvPr>
              <p:cNvSpPr txBox="1"/>
              <p:nvPr/>
            </p:nvSpPr>
            <p:spPr>
              <a:xfrm>
                <a:off x="1046748" y="3601773"/>
                <a:ext cx="34199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+6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90" name="CaixaDeTexto 89">
                <a:extLst>
                  <a:ext uri="{FF2B5EF4-FFF2-40B4-BE49-F238E27FC236}">
                    <a16:creationId xmlns:a16="http://schemas.microsoft.com/office/drawing/2014/main" id="{7F2626B6-1DD1-3435-FDD5-8B6998478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748" y="3601773"/>
                <a:ext cx="3419975" cy="369332"/>
              </a:xfrm>
              <a:prstGeom prst="rect">
                <a:avLst/>
              </a:prstGeom>
              <a:blipFill>
                <a:blip r:embed="rId6"/>
                <a:stretch>
                  <a:fillRect r="-178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CaixaDeTexto 90">
                <a:extLst>
                  <a:ext uri="{FF2B5EF4-FFF2-40B4-BE49-F238E27FC236}">
                    <a16:creationId xmlns:a16="http://schemas.microsoft.com/office/drawing/2014/main" id="{FE53CF7E-709A-AE95-8B0E-C39FF67295A0}"/>
                  </a:ext>
                </a:extLst>
              </p:cNvPr>
              <p:cNvSpPr txBox="1"/>
              <p:nvPr/>
            </p:nvSpPr>
            <p:spPr>
              <a:xfrm>
                <a:off x="1046748" y="4543744"/>
                <a:ext cx="13624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sz="24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91" name="CaixaDeTexto 90">
                <a:extLst>
                  <a:ext uri="{FF2B5EF4-FFF2-40B4-BE49-F238E27FC236}">
                    <a16:creationId xmlns:a16="http://schemas.microsoft.com/office/drawing/2014/main" id="{FE53CF7E-709A-AE95-8B0E-C39FF6729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748" y="4543744"/>
                <a:ext cx="1362489" cy="369332"/>
              </a:xfrm>
              <a:prstGeom prst="rect">
                <a:avLst/>
              </a:prstGeom>
              <a:blipFill>
                <a:blip r:embed="rId7"/>
                <a:stretch>
                  <a:fillRect l="-3587" r="-5381" b="-49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CaixaDeTexto 91">
                <a:extLst>
                  <a:ext uri="{FF2B5EF4-FFF2-40B4-BE49-F238E27FC236}">
                    <a16:creationId xmlns:a16="http://schemas.microsoft.com/office/drawing/2014/main" id="{4680C6B3-1DE0-02A4-2CC6-BE3D34586ACF}"/>
                  </a:ext>
                </a:extLst>
              </p:cNvPr>
              <p:cNvSpPr txBox="1"/>
              <p:nvPr/>
            </p:nvSpPr>
            <p:spPr>
              <a:xfrm>
                <a:off x="1046748" y="5389463"/>
                <a:ext cx="33488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pt-BR" sz="24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sz="24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+6=0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92" name="CaixaDeTexto 91">
                <a:extLst>
                  <a:ext uri="{FF2B5EF4-FFF2-40B4-BE49-F238E27FC236}">
                    <a16:creationId xmlns:a16="http://schemas.microsoft.com/office/drawing/2014/main" id="{4680C6B3-1DE0-02A4-2CC6-BE3D34586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748" y="5389463"/>
                <a:ext cx="3348865" cy="369332"/>
              </a:xfrm>
              <a:prstGeom prst="rect">
                <a:avLst/>
              </a:prstGeom>
              <a:blipFill>
                <a:blip r:embed="rId8"/>
                <a:stretch>
                  <a:fillRect l="-911" r="-1821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Agrupar 96">
            <a:extLst>
              <a:ext uri="{FF2B5EF4-FFF2-40B4-BE49-F238E27FC236}">
                <a16:creationId xmlns:a16="http://schemas.microsoft.com/office/drawing/2014/main" id="{6F4E6835-8085-2636-2DFE-3A96183582EC}"/>
              </a:ext>
            </a:extLst>
          </p:cNvPr>
          <p:cNvGrpSpPr/>
          <p:nvPr/>
        </p:nvGrpSpPr>
        <p:grpSpPr>
          <a:xfrm>
            <a:off x="1482310" y="6235182"/>
            <a:ext cx="1754186" cy="909384"/>
            <a:chOff x="1482310" y="7557314"/>
            <a:chExt cx="1754186" cy="9093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" name="CaixaDeTexto 94">
                  <a:extLst>
                    <a:ext uri="{FF2B5EF4-FFF2-40B4-BE49-F238E27FC236}">
                      <a16:creationId xmlns:a16="http://schemas.microsoft.com/office/drawing/2014/main" id="{0628F0E7-2EF4-C135-9D87-17B8C5BBB7A4}"/>
                    </a:ext>
                  </a:extLst>
                </p:cNvPr>
                <p:cNvSpPr txBox="1"/>
                <p:nvPr/>
              </p:nvSpPr>
              <p:spPr>
                <a:xfrm>
                  <a:off x="1903778" y="7827340"/>
                  <a:ext cx="101091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pt-BR" sz="2400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pt-BR" sz="2400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=−2</m:t>
                        </m:r>
                      </m:oMath>
                    </m:oMathPara>
                  </a14:m>
                  <a:endParaRPr lang="pt-BR" sz="24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>
            <p:sp>
              <p:nvSpPr>
                <p:cNvPr id="95" name="CaixaDeTexto 94">
                  <a:extLst>
                    <a:ext uri="{FF2B5EF4-FFF2-40B4-BE49-F238E27FC236}">
                      <a16:creationId xmlns:a16="http://schemas.microsoft.com/office/drawing/2014/main" id="{0628F0E7-2EF4-C135-9D87-17B8C5BBB7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3778" y="7827340"/>
                  <a:ext cx="1010918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3614" r="-7229" b="-491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Retângulo 95">
              <a:extLst>
                <a:ext uri="{FF2B5EF4-FFF2-40B4-BE49-F238E27FC236}">
                  <a16:creationId xmlns:a16="http://schemas.microsoft.com/office/drawing/2014/main" id="{A9CD4AE9-792D-755D-774E-4EAE27CE9867}"/>
                </a:ext>
              </a:extLst>
            </p:cNvPr>
            <p:cNvSpPr/>
            <p:nvPr/>
          </p:nvSpPr>
          <p:spPr>
            <a:xfrm>
              <a:off x="1482310" y="7557314"/>
              <a:ext cx="1754186" cy="909384"/>
            </a:xfrm>
            <a:prstGeom prst="rect">
              <a:avLst/>
            </a:prstGeom>
            <a:noFill/>
            <a:ln w="57150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  <p:bldP spid="89" grpId="0"/>
      <p:bldP spid="90" grpId="0"/>
      <p:bldP spid="91" grpId="0"/>
      <p:bldP spid="9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5B2BA-439F-32F6-83A6-97C91BCA0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179FFADB-767D-F863-C04C-A60FFF5FCC08}"/>
                  </a:ext>
                </a:extLst>
              </p:cNvPr>
              <p:cNvSpPr txBox="1"/>
              <p:nvPr/>
            </p:nvSpPr>
            <p:spPr>
              <a:xfrm>
                <a:off x="1665341" y="253688"/>
                <a:ext cx="18144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179FFADB-767D-F863-C04C-A60FFF5FC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341" y="253688"/>
                <a:ext cx="1814406" cy="369332"/>
              </a:xfrm>
              <a:prstGeom prst="rect">
                <a:avLst/>
              </a:prstGeom>
              <a:blipFill>
                <a:blip r:embed="rId2"/>
                <a:stretch>
                  <a:fillRect l="-2013" t="-1667" r="-402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m resultante">
            <a:extLst>
              <a:ext uri="{FF2B5EF4-FFF2-40B4-BE49-F238E27FC236}">
                <a16:creationId xmlns:a16="http://schemas.microsoft.com/office/drawing/2014/main" id="{7AC087E8-7588-8224-0C0D-6C823EFFA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40" y="2568324"/>
            <a:ext cx="4784274" cy="3254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FF9443B-308A-7FC2-D363-E4D9A3FA5B9F}"/>
                  </a:ext>
                </a:extLst>
              </p:cNvPr>
              <p:cNvSpPr txBox="1"/>
              <p:nvPr/>
            </p:nvSpPr>
            <p:spPr>
              <a:xfrm>
                <a:off x="1127007" y="1226340"/>
                <a:ext cx="28217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−12</m:t>
                      </m:r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FF9443B-308A-7FC2-D363-E4D9A3FA5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007" y="1226340"/>
                <a:ext cx="2821798" cy="369332"/>
              </a:xfrm>
              <a:prstGeom prst="rect">
                <a:avLst/>
              </a:prstGeom>
              <a:blipFill>
                <a:blip r:embed="rId4"/>
                <a:stretch>
                  <a:fillRect l="-3024" r="-1728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5553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</TotalTime>
  <Words>69</Words>
  <Application>Microsoft Office PowerPoint</Application>
  <PresentationFormat>Personalizar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2025-07-29T23:56:16Z</dcterms:modified>
</cp:coreProperties>
</file>