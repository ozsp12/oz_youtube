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69" r:id="rId4"/>
    <p:sldId id="256" r:id="rId5"/>
    <p:sldId id="264" r:id="rId6"/>
    <p:sldId id="261" r:id="rId7"/>
    <p:sldId id="263" r:id="rId8"/>
    <p:sldId id="262" r:id="rId9"/>
    <p:sldId id="257" r:id="rId10"/>
    <p:sldId id="267" r:id="rId11"/>
    <p:sldId id="266" r:id="rId12"/>
    <p:sldId id="268" r:id="rId13"/>
    <p:sldId id="277" r:id="rId14"/>
    <p:sldId id="281" r:id="rId15"/>
    <p:sldId id="278" r:id="rId16"/>
    <p:sldId id="282" r:id="rId17"/>
    <p:sldId id="279" r:id="rId18"/>
    <p:sldId id="283" r:id="rId19"/>
    <p:sldId id="280" r:id="rId20"/>
    <p:sldId id="284" r:id="rId21"/>
    <p:sldId id="288" r:id="rId22"/>
    <p:sldId id="259" r:id="rId23"/>
    <p:sldId id="260" r:id="rId24"/>
    <p:sldId id="285" r:id="rId25"/>
    <p:sldId id="28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361E1-BC1A-4F89-B9C8-1F2ABAB4673E}" v="695" dt="2025-03-24T00:21:43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E89361E1-BC1A-4F89-B9C8-1F2ABAB4673E}"/>
    <pc:docChg chg="undo custSel addSld delSld modSld sldOrd">
      <pc:chgData name="Osvaldo Luiz Santos Pereira" userId="c308351cf5a860c7" providerId="LiveId" clId="{E89361E1-BC1A-4F89-B9C8-1F2ABAB4673E}" dt="2025-03-24T00:22:58.072" v="1192"/>
      <pc:docMkLst>
        <pc:docMk/>
      </pc:docMkLst>
      <pc:sldChg chg="addSp delSp modSp new mod setBg">
        <pc:chgData name="Osvaldo Luiz Santos Pereira" userId="c308351cf5a860c7" providerId="LiveId" clId="{E89361E1-BC1A-4F89-B9C8-1F2ABAB4673E}" dt="2025-03-23T21:01:17.955" v="692" actId="26606"/>
        <pc:sldMkLst>
          <pc:docMk/>
          <pc:sldMk cId="312736328" sldId="256"/>
        </pc:sldMkLst>
        <pc:spChg chg="del">
          <ac:chgData name="Osvaldo Luiz Santos Pereira" userId="c308351cf5a860c7" providerId="LiveId" clId="{E89361E1-BC1A-4F89-B9C8-1F2ABAB4673E}" dt="2025-03-23T19:25:02.999" v="1" actId="478"/>
          <ac:spMkLst>
            <pc:docMk/>
            <pc:sldMk cId="312736328" sldId="256"/>
            <ac:spMk id="2" creationId="{9EC10FEA-EFA5-13EA-A9E0-6E8CA0816788}"/>
          </ac:spMkLst>
        </pc:spChg>
        <pc:spChg chg="del">
          <ac:chgData name="Osvaldo Luiz Santos Pereira" userId="c308351cf5a860c7" providerId="LiveId" clId="{E89361E1-BC1A-4F89-B9C8-1F2ABAB4673E}" dt="2025-03-23T19:25:02.999" v="1" actId="478"/>
          <ac:spMkLst>
            <pc:docMk/>
            <pc:sldMk cId="312736328" sldId="256"/>
            <ac:spMk id="3" creationId="{5BC7DC23-C406-FA0E-D88F-9859E73CD7CF}"/>
          </ac:spMkLst>
        </pc:spChg>
        <pc:spChg chg="add del mod">
          <ac:chgData name="Osvaldo Luiz Santos Pereira" userId="c308351cf5a860c7" providerId="LiveId" clId="{E89361E1-BC1A-4F89-B9C8-1F2ABAB4673E}" dt="2025-03-23T19:25:07.609" v="5" actId="22"/>
          <ac:spMkLst>
            <pc:docMk/>
            <pc:sldMk cId="312736328" sldId="256"/>
            <ac:spMk id="5" creationId="{72803AEB-4ADC-2A14-2729-91A2CFE0F5BB}"/>
          </ac:spMkLst>
        </pc:spChg>
        <pc:spChg chg="add del">
          <ac:chgData name="Osvaldo Luiz Santos Pereira" userId="c308351cf5a860c7" providerId="LiveId" clId="{E89361E1-BC1A-4F89-B9C8-1F2ABAB4673E}" dt="2025-03-23T21:01:17.955" v="692" actId="26606"/>
          <ac:spMkLst>
            <pc:docMk/>
            <pc:sldMk cId="312736328" sldId="256"/>
            <ac:spMk id="13319" creationId="{42A4FC2C-047E-45A5-965D-8E1E3BF09BC6}"/>
          </ac:spMkLst>
        </pc:spChg>
        <pc:picChg chg="add mod">
          <ac:chgData name="Osvaldo Luiz Santos Pereira" userId="c308351cf5a860c7" providerId="LiveId" clId="{E89361E1-BC1A-4F89-B9C8-1F2ABAB4673E}" dt="2025-03-23T21:01:17.955" v="692" actId="26606"/>
          <ac:picMkLst>
            <pc:docMk/>
            <pc:sldMk cId="312736328" sldId="256"/>
            <ac:picMk id="13314" creationId="{A95D823D-3B17-479B-9CB7-40E1C6661D9D}"/>
          </ac:picMkLst>
        </pc:picChg>
      </pc:sldChg>
      <pc:sldChg chg="addSp delSp modSp add mod ord">
        <pc:chgData name="Osvaldo Luiz Santos Pereira" userId="c308351cf5a860c7" providerId="LiveId" clId="{E89361E1-BC1A-4F89-B9C8-1F2ABAB4673E}" dt="2025-03-23T20:28:48.700" v="199" actId="478"/>
        <pc:sldMkLst>
          <pc:docMk/>
          <pc:sldMk cId="4243124741" sldId="257"/>
        </pc:sldMkLst>
        <pc:spChg chg="add">
          <ac:chgData name="Osvaldo Luiz Santos Pereira" userId="c308351cf5a860c7" providerId="LiveId" clId="{E89361E1-BC1A-4F89-B9C8-1F2ABAB4673E}" dt="2025-03-23T20:17:07.698" v="16"/>
          <ac:spMkLst>
            <pc:docMk/>
            <pc:sldMk cId="4243124741" sldId="257"/>
            <ac:spMk id="2" creationId="{C7426C83-01FF-42FC-E8EB-8D6BA33A1120}"/>
          </ac:spMkLst>
        </pc:spChg>
        <pc:spChg chg="add mod">
          <ac:chgData name="Osvaldo Luiz Santos Pereira" userId="c308351cf5a860c7" providerId="LiveId" clId="{E89361E1-BC1A-4F89-B9C8-1F2ABAB4673E}" dt="2025-03-23T20:26:36.960" v="175" actId="1076"/>
          <ac:spMkLst>
            <pc:docMk/>
            <pc:sldMk cId="4243124741" sldId="257"/>
            <ac:spMk id="17" creationId="{50946BF5-B0E7-5E6B-C5ED-EB2E91AFE70A}"/>
          </ac:spMkLst>
        </pc:spChg>
        <pc:spChg chg="add mod">
          <ac:chgData name="Osvaldo Luiz Santos Pereira" userId="c308351cf5a860c7" providerId="LiveId" clId="{E89361E1-BC1A-4F89-B9C8-1F2ABAB4673E}" dt="2025-03-23T20:27:16.882" v="182" actId="1076"/>
          <ac:spMkLst>
            <pc:docMk/>
            <pc:sldMk cId="4243124741" sldId="257"/>
            <ac:spMk id="18" creationId="{65745BEA-B9C4-4A8D-B2BB-B0FC1BDAB36D}"/>
          </ac:spMkLst>
        </pc:spChg>
        <pc:spChg chg="add mod">
          <ac:chgData name="Osvaldo Luiz Santos Pereira" userId="c308351cf5a860c7" providerId="LiveId" clId="{E89361E1-BC1A-4F89-B9C8-1F2ABAB4673E}" dt="2025-03-23T20:27:10.195" v="181" actId="1076"/>
          <ac:spMkLst>
            <pc:docMk/>
            <pc:sldMk cId="4243124741" sldId="257"/>
            <ac:spMk id="19" creationId="{00545EBF-AEF8-A4C7-E360-EAD4EFE837C2}"/>
          </ac:spMkLst>
        </pc:spChg>
        <pc:spChg chg="add del mod">
          <ac:chgData name="Osvaldo Luiz Santos Pereira" userId="c308351cf5a860c7" providerId="LiveId" clId="{E89361E1-BC1A-4F89-B9C8-1F2ABAB4673E}" dt="2025-03-23T20:28:48.700" v="199" actId="478"/>
          <ac:spMkLst>
            <pc:docMk/>
            <pc:sldMk cId="4243124741" sldId="257"/>
            <ac:spMk id="20" creationId="{2B963166-A013-1645-52CD-9A5B85CB23F7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21" creationId="{21D243C8-4C45-0950-35F0-9FB66237B1CB}"/>
          </ac:spMkLst>
        </pc:spChg>
        <pc:spChg chg="add mod">
          <ac:chgData name="Osvaldo Luiz Santos Pereira" userId="c308351cf5a860c7" providerId="LiveId" clId="{E89361E1-BC1A-4F89-B9C8-1F2ABAB4673E}" dt="2025-03-23T20:27:10.195" v="181" actId="1076"/>
          <ac:spMkLst>
            <pc:docMk/>
            <pc:sldMk cId="4243124741" sldId="257"/>
            <ac:spMk id="22" creationId="{38DA26D6-266F-7D50-9DA6-34BB95AA3A21}"/>
          </ac:spMkLst>
        </pc:spChg>
        <pc:spChg chg="add del mod">
          <ac:chgData name="Osvaldo Luiz Santos Pereira" userId="c308351cf5a860c7" providerId="LiveId" clId="{E89361E1-BC1A-4F89-B9C8-1F2ABAB4673E}" dt="2025-03-23T20:22:41.798" v="129" actId="478"/>
          <ac:spMkLst>
            <pc:docMk/>
            <pc:sldMk cId="4243124741" sldId="257"/>
            <ac:spMk id="23" creationId="{039D7643-152D-A25D-8240-844E781E187C}"/>
          </ac:spMkLst>
        </pc:spChg>
        <pc:spChg chg="add del mod">
          <ac:chgData name="Osvaldo Luiz Santos Pereira" userId="c308351cf5a860c7" providerId="LiveId" clId="{E89361E1-BC1A-4F89-B9C8-1F2ABAB4673E}" dt="2025-03-23T20:23:06.305" v="133" actId="478"/>
          <ac:spMkLst>
            <pc:docMk/>
            <pc:sldMk cId="4243124741" sldId="257"/>
            <ac:spMk id="24" creationId="{A5742836-FFA8-DE6B-FCB0-9E595937C445}"/>
          </ac:spMkLst>
        </pc:spChg>
        <pc:spChg chg="add mod">
          <ac:chgData name="Osvaldo Luiz Santos Pereira" userId="c308351cf5a860c7" providerId="LiveId" clId="{E89361E1-BC1A-4F89-B9C8-1F2ABAB4673E}" dt="2025-03-23T20:27:10.195" v="181" actId="1076"/>
          <ac:spMkLst>
            <pc:docMk/>
            <pc:sldMk cId="4243124741" sldId="257"/>
            <ac:spMk id="25" creationId="{E507261B-BC37-5C8E-BE12-B07BDC051AD7}"/>
          </ac:spMkLst>
        </pc:spChg>
        <pc:spChg chg="add del mod">
          <ac:chgData name="Osvaldo Luiz Santos Pereira" userId="c308351cf5a860c7" providerId="LiveId" clId="{E89361E1-BC1A-4F89-B9C8-1F2ABAB4673E}" dt="2025-03-23T20:28:48.700" v="199" actId="478"/>
          <ac:spMkLst>
            <pc:docMk/>
            <pc:sldMk cId="4243124741" sldId="257"/>
            <ac:spMk id="26" creationId="{CA44248F-8B13-8CE6-ACC2-57A79264B68B}"/>
          </ac:spMkLst>
        </pc:spChg>
        <pc:spChg chg="add del mod">
          <ac:chgData name="Osvaldo Luiz Santos Pereira" userId="c308351cf5a860c7" providerId="LiveId" clId="{E89361E1-BC1A-4F89-B9C8-1F2ABAB4673E}" dt="2025-03-23T20:28:48.700" v="199" actId="478"/>
          <ac:spMkLst>
            <pc:docMk/>
            <pc:sldMk cId="4243124741" sldId="257"/>
            <ac:spMk id="27" creationId="{C62D7142-A011-DC4E-0334-8D89F5F28302}"/>
          </ac:spMkLst>
        </pc:spChg>
        <pc:spChg chg="add del mod">
          <ac:chgData name="Osvaldo Luiz Santos Pereira" userId="c308351cf5a860c7" providerId="LiveId" clId="{E89361E1-BC1A-4F89-B9C8-1F2ABAB4673E}" dt="2025-03-23T20:28:48.700" v="199" actId="478"/>
          <ac:spMkLst>
            <pc:docMk/>
            <pc:sldMk cId="4243124741" sldId="257"/>
            <ac:spMk id="28" creationId="{113958C6-1750-06AA-8610-90D89D910FDF}"/>
          </ac:spMkLst>
        </pc:spChg>
        <pc:spChg chg="add del mod">
          <ac:chgData name="Osvaldo Luiz Santos Pereira" userId="c308351cf5a860c7" providerId="LiveId" clId="{E89361E1-BC1A-4F89-B9C8-1F2ABAB4673E}" dt="2025-03-23T20:28:48.700" v="199" actId="478"/>
          <ac:spMkLst>
            <pc:docMk/>
            <pc:sldMk cId="4243124741" sldId="257"/>
            <ac:spMk id="29" creationId="{FC7C9CDF-8EBB-9E60-CB47-E6C5A8CED06B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0" creationId="{AE9E9BB1-25D7-633D-8661-A972DFB4A9B5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1" creationId="{03EC6C50-5930-7368-5D0C-682128AFE6E3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2" creationId="{3F95399D-7D97-7DF2-F8F6-A1C88D670301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3" creationId="{E056B006-2774-4ED8-9FB8-E45F1FD1F096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4" creationId="{432C8108-29BE-4E2B-D256-9FD7A6A0169B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5" creationId="{040A4FBA-A841-E6D6-56DA-17D24B3C9E92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6" creationId="{808E6657-9866-2678-CF5D-67D650F416D1}"/>
          </ac:spMkLst>
        </pc:spChg>
        <pc:spChg chg="add del mod">
          <ac:chgData name="Osvaldo Luiz Santos Pereira" userId="c308351cf5a860c7" providerId="LiveId" clId="{E89361E1-BC1A-4F89-B9C8-1F2ABAB4673E}" dt="2025-03-23T20:28:35.634" v="197" actId="478"/>
          <ac:spMkLst>
            <pc:docMk/>
            <pc:sldMk cId="4243124741" sldId="257"/>
            <ac:spMk id="37" creationId="{03C43C1A-1FC0-992C-B854-B07E2E1D9534}"/>
          </ac:spMkLst>
        </pc:spChg>
        <pc:picChg chg="add mod">
          <ac:chgData name="Osvaldo Luiz Santos Pereira" userId="c308351cf5a860c7" providerId="LiveId" clId="{E89361E1-BC1A-4F89-B9C8-1F2ABAB4673E}" dt="2025-03-23T20:27:10.195" v="181" actId="1076"/>
          <ac:picMkLst>
            <pc:docMk/>
            <pc:sldMk cId="4243124741" sldId="257"/>
            <ac:picMk id="3" creationId="{A9D1CA8B-0922-349B-001F-D4E9499FDD9C}"/>
          </ac:picMkLst>
        </pc:picChg>
        <pc:picChg chg="add mod">
          <ac:chgData name="Osvaldo Luiz Santos Pereira" userId="c308351cf5a860c7" providerId="LiveId" clId="{E89361E1-BC1A-4F89-B9C8-1F2ABAB4673E}" dt="2025-03-23T20:27:10.195" v="181" actId="1076"/>
          <ac:picMkLst>
            <pc:docMk/>
            <pc:sldMk cId="4243124741" sldId="257"/>
            <ac:picMk id="4" creationId="{9EE461EB-14F5-FA7F-8736-4190E95A2F64}"/>
          </ac:picMkLst>
        </pc:picChg>
        <pc:picChg chg="add mod">
          <ac:chgData name="Osvaldo Luiz Santos Pereira" userId="c308351cf5a860c7" providerId="LiveId" clId="{E89361E1-BC1A-4F89-B9C8-1F2ABAB4673E}" dt="2025-03-23T20:26:59.581" v="179" actId="1076"/>
          <ac:picMkLst>
            <pc:docMk/>
            <pc:sldMk cId="4243124741" sldId="257"/>
            <ac:picMk id="5" creationId="{8BA8772E-323F-C633-F561-3EF494D2C33A}"/>
          </ac:picMkLst>
        </pc:picChg>
        <pc:picChg chg="add mod">
          <ac:chgData name="Osvaldo Luiz Santos Pereira" userId="c308351cf5a860c7" providerId="LiveId" clId="{E89361E1-BC1A-4F89-B9C8-1F2ABAB4673E}" dt="2025-03-23T20:26:59.581" v="179" actId="1076"/>
          <ac:picMkLst>
            <pc:docMk/>
            <pc:sldMk cId="4243124741" sldId="257"/>
            <ac:picMk id="6" creationId="{603E53B2-0956-03BF-F77E-96BA84ABAB35}"/>
          </ac:picMkLst>
        </pc:picChg>
        <pc:picChg chg="add mod">
          <ac:chgData name="Osvaldo Luiz Santos Pereira" userId="c308351cf5a860c7" providerId="LiveId" clId="{E89361E1-BC1A-4F89-B9C8-1F2ABAB4673E}" dt="2025-03-23T20:26:59.581" v="179" actId="1076"/>
          <ac:picMkLst>
            <pc:docMk/>
            <pc:sldMk cId="4243124741" sldId="257"/>
            <ac:picMk id="7" creationId="{B0D27727-23A2-AAF8-7EF5-1309679DF78B}"/>
          </ac:picMkLst>
        </pc:picChg>
        <pc:picChg chg="add mod">
          <ac:chgData name="Osvaldo Luiz Santos Pereira" userId="c308351cf5a860c7" providerId="LiveId" clId="{E89361E1-BC1A-4F89-B9C8-1F2ABAB4673E}" dt="2025-03-23T20:26:59.581" v="179" actId="1076"/>
          <ac:picMkLst>
            <pc:docMk/>
            <pc:sldMk cId="4243124741" sldId="257"/>
            <ac:picMk id="8" creationId="{AA6D2399-26F7-C38A-CC39-E355157661DC}"/>
          </ac:picMkLst>
        </pc:picChg>
        <pc:picChg chg="add mod">
          <ac:chgData name="Osvaldo Luiz Santos Pereira" userId="c308351cf5a860c7" providerId="LiveId" clId="{E89361E1-BC1A-4F89-B9C8-1F2ABAB4673E}" dt="2025-03-23T20:25:56.088" v="168" actId="1076"/>
          <ac:picMkLst>
            <pc:docMk/>
            <pc:sldMk cId="4243124741" sldId="257"/>
            <ac:picMk id="9" creationId="{7546A4BA-FF50-2090-9433-01ED1E1FB68A}"/>
          </ac:picMkLst>
        </pc:picChg>
        <pc:picChg chg="add mod">
          <ac:chgData name="Osvaldo Luiz Santos Pereira" userId="c308351cf5a860c7" providerId="LiveId" clId="{E89361E1-BC1A-4F89-B9C8-1F2ABAB4673E}" dt="2025-03-23T20:25:59.914" v="169" actId="1076"/>
          <ac:picMkLst>
            <pc:docMk/>
            <pc:sldMk cId="4243124741" sldId="257"/>
            <ac:picMk id="10" creationId="{12B10371-FF00-1FBE-B3A4-A53611D94B8C}"/>
          </ac:picMkLst>
        </pc:picChg>
        <pc:picChg chg="add del mod">
          <ac:chgData name="Osvaldo Luiz Santos Pereira" userId="c308351cf5a860c7" providerId="LiveId" clId="{E89361E1-BC1A-4F89-B9C8-1F2ABAB4673E}" dt="2025-03-23T20:28:35.634" v="197" actId="478"/>
          <ac:picMkLst>
            <pc:docMk/>
            <pc:sldMk cId="4243124741" sldId="257"/>
            <ac:picMk id="11" creationId="{D7C0FE71-E471-A2FD-A345-F3260BC48C42}"/>
          </ac:picMkLst>
        </pc:picChg>
        <pc:picChg chg="add mod">
          <ac:chgData name="Osvaldo Luiz Santos Pereira" userId="c308351cf5a860c7" providerId="LiveId" clId="{E89361E1-BC1A-4F89-B9C8-1F2ABAB4673E}" dt="2025-03-23T20:26:49.883" v="177" actId="1076"/>
          <ac:picMkLst>
            <pc:docMk/>
            <pc:sldMk cId="4243124741" sldId="257"/>
            <ac:picMk id="12" creationId="{C8C0592B-49C4-03B2-9CC3-3A1F7B6642D4}"/>
          </ac:picMkLst>
        </pc:picChg>
        <pc:picChg chg="add mod">
          <ac:chgData name="Osvaldo Luiz Santos Pereira" userId="c308351cf5a860c7" providerId="LiveId" clId="{E89361E1-BC1A-4F89-B9C8-1F2ABAB4673E}" dt="2025-03-23T20:23:22.478" v="135" actId="1076"/>
          <ac:picMkLst>
            <pc:docMk/>
            <pc:sldMk cId="4243124741" sldId="257"/>
            <ac:picMk id="13" creationId="{32FD310A-AE93-1B19-67F1-A12A0879C38F}"/>
          </ac:picMkLst>
        </pc:picChg>
        <pc:picChg chg="add mod">
          <ac:chgData name="Osvaldo Luiz Santos Pereira" userId="c308351cf5a860c7" providerId="LiveId" clId="{E89361E1-BC1A-4F89-B9C8-1F2ABAB4673E}" dt="2025-03-23T20:23:22.478" v="135" actId="1076"/>
          <ac:picMkLst>
            <pc:docMk/>
            <pc:sldMk cId="4243124741" sldId="257"/>
            <ac:picMk id="14" creationId="{9181FA31-D4B1-84ED-7C95-84BA63320FB6}"/>
          </ac:picMkLst>
        </pc:picChg>
        <pc:picChg chg="add mod">
          <ac:chgData name="Osvaldo Luiz Santos Pereira" userId="c308351cf5a860c7" providerId="LiveId" clId="{E89361E1-BC1A-4F89-B9C8-1F2ABAB4673E}" dt="2025-03-23T20:23:22.478" v="135" actId="1076"/>
          <ac:picMkLst>
            <pc:docMk/>
            <pc:sldMk cId="4243124741" sldId="257"/>
            <ac:picMk id="15" creationId="{84BDCB71-82CC-43E5-D156-6DE29EB51781}"/>
          </ac:picMkLst>
        </pc:picChg>
        <pc:picChg chg="add mod">
          <ac:chgData name="Osvaldo Luiz Santos Pereira" userId="c308351cf5a860c7" providerId="LiveId" clId="{E89361E1-BC1A-4F89-B9C8-1F2ABAB4673E}" dt="2025-03-23T20:23:22.478" v="135" actId="1076"/>
          <ac:picMkLst>
            <pc:docMk/>
            <pc:sldMk cId="4243124741" sldId="257"/>
            <ac:picMk id="16" creationId="{8CC0AAC9-47D1-1E09-C5ED-4FD1FDBCD9E2}"/>
          </ac:picMkLst>
        </pc:picChg>
        <pc:picChg chg="add del mod">
          <ac:chgData name="Osvaldo Luiz Santos Pereira" userId="c308351cf5a860c7" providerId="LiveId" clId="{E89361E1-BC1A-4F89-B9C8-1F2ABAB4673E}" dt="2025-03-23T20:16:44.502" v="15" actId="478"/>
          <ac:picMkLst>
            <pc:docMk/>
            <pc:sldMk cId="4243124741" sldId="257"/>
            <ac:picMk id="1026" creationId="{FBD7B4CC-4DF5-F7F1-50A0-5D77E11E77FD}"/>
          </ac:picMkLst>
        </pc:picChg>
        <pc:picChg chg="add mod">
          <ac:chgData name="Osvaldo Luiz Santos Pereira" userId="c308351cf5a860c7" providerId="LiveId" clId="{E89361E1-BC1A-4F89-B9C8-1F2ABAB4673E}" dt="2025-03-23T20:23:32.515" v="137" actId="1076"/>
          <ac:picMkLst>
            <pc:docMk/>
            <pc:sldMk cId="4243124741" sldId="257"/>
            <ac:picMk id="1030" creationId="{A73E083A-71EA-A239-137A-D0D19EA6521C}"/>
          </ac:picMkLst>
        </pc:picChg>
      </pc:sldChg>
      <pc:sldChg chg="addSp delSp modSp add del mod">
        <pc:chgData name="Osvaldo Luiz Santos Pereira" userId="c308351cf5a860c7" providerId="LiveId" clId="{E89361E1-BC1A-4F89-B9C8-1F2ABAB4673E}" dt="2025-03-23T20:56:38.889" v="598" actId="47"/>
        <pc:sldMkLst>
          <pc:docMk/>
          <pc:sldMk cId="3209464903" sldId="258"/>
        </pc:sldMkLst>
        <pc:spChg chg="add del mod">
          <ac:chgData name="Osvaldo Luiz Santos Pereira" userId="c308351cf5a860c7" providerId="LiveId" clId="{E89361E1-BC1A-4F89-B9C8-1F2ABAB4673E}" dt="2025-03-23T20:50:30.061" v="350" actId="478"/>
          <ac:spMkLst>
            <pc:docMk/>
            <pc:sldMk cId="3209464903" sldId="258"/>
            <ac:spMk id="2" creationId="{231005D1-67C6-81A2-A2EB-6DB54A3EC73E}"/>
          </ac:spMkLst>
        </pc:spChg>
        <pc:spChg chg="add mod">
          <ac:chgData name="Osvaldo Luiz Santos Pereira" userId="c308351cf5a860c7" providerId="LiveId" clId="{E89361E1-BC1A-4F89-B9C8-1F2ABAB4673E}" dt="2025-03-23T20:45:07.066" v="332" actId="1076"/>
          <ac:spMkLst>
            <pc:docMk/>
            <pc:sldMk cId="3209464903" sldId="258"/>
            <ac:spMk id="3" creationId="{FAFDB626-7C89-940B-406D-82DE158CDE5C}"/>
          </ac:spMkLst>
        </pc:spChg>
        <pc:spChg chg="add del mod">
          <ac:chgData name="Osvaldo Luiz Santos Pereira" userId="c308351cf5a860c7" providerId="LiveId" clId="{E89361E1-BC1A-4F89-B9C8-1F2ABAB4673E}" dt="2025-03-23T20:50:30.061" v="350" actId="478"/>
          <ac:spMkLst>
            <pc:docMk/>
            <pc:sldMk cId="3209464903" sldId="258"/>
            <ac:spMk id="4" creationId="{0AD72D2F-C01F-0E2F-3FC7-412C2EDACD86}"/>
          </ac:spMkLst>
        </pc:spChg>
        <pc:spChg chg="add del mod">
          <ac:chgData name="Osvaldo Luiz Santos Pereira" userId="c308351cf5a860c7" providerId="LiveId" clId="{E89361E1-BC1A-4F89-B9C8-1F2ABAB4673E}" dt="2025-03-23T20:50:32.726" v="351" actId="478"/>
          <ac:spMkLst>
            <pc:docMk/>
            <pc:sldMk cId="3209464903" sldId="258"/>
            <ac:spMk id="5" creationId="{B4F1F844-384D-6488-4E18-A501766391D4}"/>
          </ac:spMkLst>
        </pc:spChg>
      </pc:sldChg>
      <pc:sldChg chg="addSp delSp modSp add mod setBg">
        <pc:chgData name="Osvaldo Luiz Santos Pereira" userId="c308351cf5a860c7" providerId="LiveId" clId="{E89361E1-BC1A-4F89-B9C8-1F2ABAB4673E}" dt="2025-03-23T23:33:15.581" v="770" actId="14100"/>
        <pc:sldMkLst>
          <pc:docMk/>
          <pc:sldMk cId="601483155" sldId="259"/>
        </pc:sldMkLst>
        <pc:spChg chg="add">
          <ac:chgData name="Osvaldo Luiz Santos Pereira" userId="c308351cf5a860c7" providerId="LiveId" clId="{E89361E1-BC1A-4F89-B9C8-1F2ABAB4673E}" dt="2025-03-23T23:28:07.388" v="735" actId="26606"/>
          <ac:spMkLst>
            <pc:docMk/>
            <pc:sldMk cId="601483155" sldId="259"/>
            <ac:spMk id="14343" creationId="{7C1E5815-D54C-487F-A054-6D4930ADE3DF}"/>
          </ac:spMkLst>
        </pc:spChg>
        <pc:spChg chg="add">
          <ac:chgData name="Osvaldo Luiz Santos Pereira" userId="c308351cf5a860c7" providerId="LiveId" clId="{E89361E1-BC1A-4F89-B9C8-1F2ABAB4673E}" dt="2025-03-23T23:28:07.388" v="735" actId="26606"/>
          <ac:spMkLst>
            <pc:docMk/>
            <pc:sldMk cId="601483155" sldId="259"/>
            <ac:spMk id="14345" creationId="{736F0DFD-0954-464F-BF12-DD2E6F6E0380}"/>
          </ac:spMkLst>
        </pc:spChg>
        <pc:picChg chg="add del mod">
          <ac:chgData name="Osvaldo Luiz Santos Pereira" userId="c308351cf5a860c7" providerId="LiveId" clId="{E89361E1-BC1A-4F89-B9C8-1F2ABAB4673E}" dt="2025-03-23T23:33:05.122" v="765" actId="478"/>
          <ac:picMkLst>
            <pc:docMk/>
            <pc:sldMk cId="601483155" sldId="259"/>
            <ac:picMk id="14338" creationId="{0F39A64A-B5C9-91FB-0EC1-5E040E59CFD3}"/>
          </ac:picMkLst>
        </pc:picChg>
        <pc:picChg chg="add del mod">
          <ac:chgData name="Osvaldo Luiz Santos Pereira" userId="c308351cf5a860c7" providerId="LiveId" clId="{E89361E1-BC1A-4F89-B9C8-1F2ABAB4673E}" dt="2025-03-23T23:27:32.027" v="718" actId="21"/>
          <ac:picMkLst>
            <pc:docMk/>
            <pc:sldMk cId="601483155" sldId="259"/>
            <ac:picMk id="14340" creationId="{B08C7F05-E72B-6AF0-026E-21C874F7360F}"/>
          </ac:picMkLst>
        </pc:picChg>
        <pc:picChg chg="add del mod">
          <ac:chgData name="Osvaldo Luiz Santos Pereira" userId="c308351cf5a860c7" providerId="LiveId" clId="{E89361E1-BC1A-4F89-B9C8-1F2ABAB4673E}" dt="2025-03-23T23:27:35.842" v="720" actId="21"/>
          <ac:picMkLst>
            <pc:docMk/>
            <pc:sldMk cId="601483155" sldId="259"/>
            <ac:picMk id="14342" creationId="{FE568333-718C-9F33-8036-3049B380AF6C}"/>
          </ac:picMkLst>
        </pc:picChg>
        <pc:picChg chg="add mod">
          <ac:chgData name="Osvaldo Luiz Santos Pereira" userId="c308351cf5a860c7" providerId="LiveId" clId="{E89361E1-BC1A-4F89-B9C8-1F2ABAB4673E}" dt="2025-03-23T23:33:15.581" v="770" actId="14100"/>
          <ac:picMkLst>
            <pc:docMk/>
            <pc:sldMk cId="601483155" sldId="259"/>
            <ac:picMk id="14344" creationId="{E29CC6C4-79DE-B602-9693-E0ACA3A2B5AE}"/>
          </ac:picMkLst>
        </pc:picChg>
      </pc:sldChg>
      <pc:sldChg chg="addSp delSp modSp add mod setBg">
        <pc:chgData name="Osvaldo Luiz Santos Pereira" userId="c308351cf5a860c7" providerId="LiveId" clId="{E89361E1-BC1A-4F89-B9C8-1F2ABAB4673E}" dt="2025-03-23T23:33:32.937" v="776" actId="14100"/>
        <pc:sldMkLst>
          <pc:docMk/>
          <pc:sldMk cId="3681530207" sldId="260"/>
        </pc:sldMkLst>
        <pc:spChg chg="add del">
          <ac:chgData name="Osvaldo Luiz Santos Pereira" userId="c308351cf5a860c7" providerId="LiveId" clId="{E89361E1-BC1A-4F89-B9C8-1F2ABAB4673E}" dt="2025-03-23T23:27:46.533" v="725" actId="26606"/>
          <ac:spMkLst>
            <pc:docMk/>
            <pc:sldMk cId="3681530207" sldId="260"/>
            <ac:spMk id="14345" creationId="{42A4FC2C-047E-45A5-965D-8E1E3BF09BC6}"/>
          </ac:spMkLst>
        </pc:spChg>
        <pc:spChg chg="add del">
          <ac:chgData name="Osvaldo Luiz Santos Pereira" userId="c308351cf5a860c7" providerId="LiveId" clId="{E89361E1-BC1A-4F89-B9C8-1F2ABAB4673E}" dt="2025-03-23T23:27:48.648" v="727" actId="26606"/>
          <ac:spMkLst>
            <pc:docMk/>
            <pc:sldMk cId="3681530207" sldId="260"/>
            <ac:spMk id="14347" creationId="{42A4FC2C-047E-45A5-965D-8E1E3BF09BC6}"/>
          </ac:spMkLst>
        </pc:spChg>
        <pc:picChg chg="add del mod">
          <ac:chgData name="Osvaldo Luiz Santos Pereira" userId="c308351cf5a860c7" providerId="LiveId" clId="{E89361E1-BC1A-4F89-B9C8-1F2ABAB4673E}" dt="2025-03-23T23:33:24.028" v="771" actId="478"/>
          <ac:picMkLst>
            <pc:docMk/>
            <pc:sldMk cId="3681530207" sldId="260"/>
            <ac:picMk id="14340" creationId="{B08C7F05-E72B-6AF0-026E-21C874F7360F}"/>
          </ac:picMkLst>
        </pc:picChg>
        <pc:picChg chg="add mod">
          <ac:chgData name="Osvaldo Luiz Santos Pereira" userId="c308351cf5a860c7" providerId="LiveId" clId="{E89361E1-BC1A-4F89-B9C8-1F2ABAB4673E}" dt="2025-03-23T23:33:32.937" v="776" actId="14100"/>
          <ac:picMkLst>
            <pc:docMk/>
            <pc:sldMk cId="3681530207" sldId="260"/>
            <ac:picMk id="17410" creationId="{B0BE3F68-5D0B-27DA-BE5D-ED82BD6B4F1D}"/>
          </ac:picMkLst>
        </pc:picChg>
      </pc:sldChg>
      <pc:sldChg chg="delSp add mod">
        <pc:chgData name="Osvaldo Luiz Santos Pereira" userId="c308351cf5a860c7" providerId="LiveId" clId="{E89361E1-BC1A-4F89-B9C8-1F2ABAB4673E}" dt="2025-03-23T20:27:57.165" v="190" actId="478"/>
        <pc:sldMkLst>
          <pc:docMk/>
          <pc:sldMk cId="2400940489" sldId="261"/>
        </pc:sldMkLst>
        <pc:spChg chg="del">
          <ac:chgData name="Osvaldo Luiz Santos Pereira" userId="c308351cf5a860c7" providerId="LiveId" clId="{E89361E1-BC1A-4F89-B9C8-1F2ABAB4673E}" dt="2025-03-23T20:27:40.420" v="186" actId="478"/>
          <ac:spMkLst>
            <pc:docMk/>
            <pc:sldMk cId="2400940489" sldId="261"/>
            <ac:spMk id="19" creationId="{55CC1388-E18E-89D9-8D3A-4A3B351EA57D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20" creationId="{DBCB6A91-B89D-3581-D99C-6CBAA31B1459}"/>
          </ac:spMkLst>
        </pc:spChg>
        <pc:spChg chg="del">
          <ac:chgData name="Osvaldo Luiz Santos Pereira" userId="c308351cf5a860c7" providerId="LiveId" clId="{E89361E1-BC1A-4F89-B9C8-1F2ABAB4673E}" dt="2025-03-23T20:27:40.420" v="186" actId="478"/>
          <ac:spMkLst>
            <pc:docMk/>
            <pc:sldMk cId="2400940489" sldId="261"/>
            <ac:spMk id="22" creationId="{B499E91C-D91C-A643-CB54-03B48C75B7EF}"/>
          </ac:spMkLst>
        </pc:spChg>
        <pc:spChg chg="del">
          <ac:chgData name="Osvaldo Luiz Santos Pereira" userId="c308351cf5a860c7" providerId="LiveId" clId="{E89361E1-BC1A-4F89-B9C8-1F2ABAB4673E}" dt="2025-03-23T20:27:40.420" v="186" actId="478"/>
          <ac:spMkLst>
            <pc:docMk/>
            <pc:sldMk cId="2400940489" sldId="261"/>
            <ac:spMk id="25" creationId="{B483017B-1062-6788-5D2C-970060CD493D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26" creationId="{C7F818BD-2AE6-A39D-86A1-D692F458B538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28" creationId="{3494CA1E-73E4-350E-D503-CB8D0D255C23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29" creationId="{9F4D4DA9-C677-DEC4-FFEC-D078F219F006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31" creationId="{7BAE245A-D4DA-4291-9ABD-BF93BAB2036F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32" creationId="{526C646B-D536-11EF-F8E2-34B2A2F85E66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33" creationId="{96598252-7E4E-D8BA-F9A7-A2578BAE0317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35" creationId="{F76A467F-5378-AFB4-EEF7-6F0B77EA4C1B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36" creationId="{6DC2EFB6-1E41-0AE1-FEBD-4AED33F7F284}"/>
          </ac:spMkLst>
        </pc:spChg>
        <pc:spChg chg="del">
          <ac:chgData name="Osvaldo Luiz Santos Pereira" userId="c308351cf5a860c7" providerId="LiveId" clId="{E89361E1-BC1A-4F89-B9C8-1F2ABAB4673E}" dt="2025-03-23T20:27:30.577" v="184" actId="478"/>
          <ac:spMkLst>
            <pc:docMk/>
            <pc:sldMk cId="2400940489" sldId="261"/>
            <ac:spMk id="37" creationId="{27C2F54B-6C2B-539F-13D3-F35E072F7C3F}"/>
          </ac:spMkLst>
        </pc:spChg>
        <pc:picChg chg="del">
          <ac:chgData name="Osvaldo Luiz Santos Pereira" userId="c308351cf5a860c7" providerId="LiveId" clId="{E89361E1-BC1A-4F89-B9C8-1F2ABAB4673E}" dt="2025-03-23T20:27:57.165" v="190" actId="478"/>
          <ac:picMkLst>
            <pc:docMk/>
            <pc:sldMk cId="2400940489" sldId="261"/>
            <ac:picMk id="3" creationId="{F9FE0748-093F-1CCC-0D4A-7E4C9ECE7B67}"/>
          </ac:picMkLst>
        </pc:picChg>
        <pc:picChg chg="del">
          <ac:chgData name="Osvaldo Luiz Santos Pereira" userId="c308351cf5a860c7" providerId="LiveId" clId="{E89361E1-BC1A-4F89-B9C8-1F2ABAB4673E}" dt="2025-03-23T20:27:57.165" v="190" actId="478"/>
          <ac:picMkLst>
            <pc:docMk/>
            <pc:sldMk cId="2400940489" sldId="261"/>
            <ac:picMk id="4" creationId="{8683C73C-0553-112E-0540-315005A63E38}"/>
          </ac:picMkLst>
        </pc:picChg>
      </pc:sldChg>
      <pc:sldChg chg="add">
        <pc:chgData name="Osvaldo Luiz Santos Pereira" userId="c308351cf5a860c7" providerId="LiveId" clId="{E89361E1-BC1A-4F89-B9C8-1F2ABAB4673E}" dt="2025-03-23T20:27:35.466" v="185"/>
        <pc:sldMkLst>
          <pc:docMk/>
          <pc:sldMk cId="4101517781" sldId="262"/>
        </pc:sldMkLst>
      </pc:sldChg>
      <pc:sldChg chg="add">
        <pc:chgData name="Osvaldo Luiz Santos Pereira" userId="c308351cf5a860c7" providerId="LiveId" clId="{E89361E1-BC1A-4F89-B9C8-1F2ABAB4673E}" dt="2025-03-23T20:27:52.468" v="189"/>
        <pc:sldMkLst>
          <pc:docMk/>
          <pc:sldMk cId="2489972450" sldId="263"/>
        </pc:sldMkLst>
      </pc:sldChg>
      <pc:sldChg chg="delSp add mod ord">
        <pc:chgData name="Osvaldo Luiz Santos Pereira" userId="c308351cf5a860c7" providerId="LiveId" clId="{E89361E1-BC1A-4F89-B9C8-1F2ABAB4673E}" dt="2025-03-23T20:28:12.688" v="194"/>
        <pc:sldMkLst>
          <pc:docMk/>
          <pc:sldMk cId="1987759016" sldId="264"/>
        </pc:sldMkLst>
        <pc:spChg chg="del">
          <ac:chgData name="Osvaldo Luiz Santos Pereira" userId="c308351cf5a860c7" providerId="LiveId" clId="{E89361E1-BC1A-4F89-B9C8-1F2ABAB4673E}" dt="2025-03-23T20:28:03.761" v="192" actId="478"/>
          <ac:spMkLst>
            <pc:docMk/>
            <pc:sldMk cId="1987759016" sldId="264"/>
            <ac:spMk id="17" creationId="{B0E2446B-1393-2AF8-D1FD-D82595A26BA8}"/>
          </ac:spMkLst>
        </pc:spChg>
        <pc:spChg chg="del">
          <ac:chgData name="Osvaldo Luiz Santos Pereira" userId="c308351cf5a860c7" providerId="LiveId" clId="{E89361E1-BC1A-4F89-B9C8-1F2ABAB4673E}" dt="2025-03-23T20:28:03.761" v="192" actId="478"/>
          <ac:spMkLst>
            <pc:docMk/>
            <pc:sldMk cId="1987759016" sldId="264"/>
            <ac:spMk id="18" creationId="{5565D344-D703-4BCB-7839-98EF3C3E1F83}"/>
          </ac:spMkLst>
        </pc:spChg>
      </pc:sldChg>
      <pc:sldChg chg="add del">
        <pc:chgData name="Osvaldo Luiz Santos Pereira" userId="c308351cf5a860c7" providerId="LiveId" clId="{E89361E1-BC1A-4F89-B9C8-1F2ABAB4673E}" dt="2025-03-24T00:11:59.533" v="792" actId="47"/>
        <pc:sldMkLst>
          <pc:docMk/>
          <pc:sldMk cId="1056379046" sldId="265"/>
        </pc:sldMkLst>
      </pc:sldChg>
      <pc:sldChg chg="delSp modSp add mod">
        <pc:chgData name="Osvaldo Luiz Santos Pereira" userId="c308351cf5a860c7" providerId="LiveId" clId="{E89361E1-BC1A-4F89-B9C8-1F2ABAB4673E}" dt="2025-03-23T20:29:06.070" v="202" actId="478"/>
        <pc:sldMkLst>
          <pc:docMk/>
          <pc:sldMk cId="1952240786" sldId="266"/>
        </pc:sldMkLst>
        <pc:spChg chg="del mod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21" creationId="{0DDEDE5B-860A-E33C-F1EA-D04D64DE653F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0" creationId="{991729C9-FD33-5CF3-3B99-BF90F47E3E2D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1" creationId="{C41F5A63-92B3-8FB0-91F8-4CFB1E9DD681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2" creationId="{525F12C1-561A-1D4C-3BDF-58ACBBBF802E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3" creationId="{919AEF67-8C80-119E-3422-12FD6FB60704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4" creationId="{0F19C5F1-781C-DB78-BC82-F59746C86186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5" creationId="{1C4979E4-F552-53E7-A425-C4C2CB6C0979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6" creationId="{2ACDC447-D418-D863-6B69-CCD27639F3B4}"/>
          </ac:spMkLst>
        </pc:spChg>
        <pc:spChg chg="del">
          <ac:chgData name="Osvaldo Luiz Santos Pereira" userId="c308351cf5a860c7" providerId="LiveId" clId="{E89361E1-BC1A-4F89-B9C8-1F2ABAB4673E}" dt="2025-03-23T20:29:06.070" v="202" actId="478"/>
          <ac:spMkLst>
            <pc:docMk/>
            <pc:sldMk cId="1952240786" sldId="266"/>
            <ac:spMk id="37" creationId="{D2209461-785E-3617-77E5-1DCB2F5C4C14}"/>
          </ac:spMkLst>
        </pc:spChg>
      </pc:sldChg>
      <pc:sldChg chg="add">
        <pc:chgData name="Osvaldo Luiz Santos Pereira" userId="c308351cf5a860c7" providerId="LiveId" clId="{E89361E1-BC1A-4F89-B9C8-1F2ABAB4673E}" dt="2025-03-23T20:28:42.707" v="198"/>
        <pc:sldMkLst>
          <pc:docMk/>
          <pc:sldMk cId="1910604445" sldId="267"/>
        </pc:sldMkLst>
      </pc:sldChg>
      <pc:sldChg chg="modSp add mod">
        <pc:chgData name="Osvaldo Luiz Santos Pereira" userId="c308351cf5a860c7" providerId="LiveId" clId="{E89361E1-BC1A-4F89-B9C8-1F2ABAB4673E}" dt="2025-03-23T20:29:13.537" v="203" actId="1076"/>
        <pc:sldMkLst>
          <pc:docMk/>
          <pc:sldMk cId="2413623883" sldId="268"/>
        </pc:sldMkLst>
        <pc:spChg chg="mod">
          <ac:chgData name="Osvaldo Luiz Santos Pereira" userId="c308351cf5a860c7" providerId="LiveId" clId="{E89361E1-BC1A-4F89-B9C8-1F2ABAB4673E}" dt="2025-03-23T20:29:13.537" v="203" actId="1076"/>
          <ac:spMkLst>
            <pc:docMk/>
            <pc:sldMk cId="2413623883" sldId="268"/>
            <ac:spMk id="21" creationId="{973682D7-5FB8-D1CD-4C71-0D84E727BE29}"/>
          </ac:spMkLst>
        </pc:spChg>
      </pc:sldChg>
      <pc:sldChg chg="addSp add ord">
        <pc:chgData name="Osvaldo Luiz Santos Pereira" userId="c308351cf5a860c7" providerId="LiveId" clId="{E89361E1-BC1A-4F89-B9C8-1F2ABAB4673E}" dt="2025-03-24T00:22:58.072" v="1192"/>
        <pc:sldMkLst>
          <pc:docMk/>
          <pc:sldMk cId="3642363558" sldId="269"/>
        </pc:sldMkLst>
        <pc:picChg chg="add">
          <ac:chgData name="Osvaldo Luiz Santos Pereira" userId="c308351cf5a860c7" providerId="LiveId" clId="{E89361E1-BC1A-4F89-B9C8-1F2ABAB4673E}" dt="2025-03-23T20:32:41.630" v="205"/>
          <ac:picMkLst>
            <pc:docMk/>
            <pc:sldMk cId="3642363558" sldId="269"/>
            <ac:picMk id="2050" creationId="{365478CE-B3F3-BF4B-2745-091E2094675E}"/>
          </ac:picMkLst>
        </pc:picChg>
      </pc:sldChg>
      <pc:sldChg chg="addSp modSp add ord">
        <pc:chgData name="Osvaldo Luiz Santos Pereira" userId="c308351cf5a860c7" providerId="LiveId" clId="{E89361E1-BC1A-4F89-B9C8-1F2ABAB4673E}" dt="2025-03-23T20:48:22.745" v="344"/>
        <pc:sldMkLst>
          <pc:docMk/>
          <pc:sldMk cId="769245088" sldId="270"/>
        </pc:sldMkLst>
        <pc:picChg chg="add mod">
          <ac:chgData name="Osvaldo Luiz Santos Pereira" userId="c308351cf5a860c7" providerId="LiveId" clId="{E89361E1-BC1A-4F89-B9C8-1F2ABAB4673E}" dt="2025-03-23T20:34:11.171" v="211" actId="14100"/>
          <ac:picMkLst>
            <pc:docMk/>
            <pc:sldMk cId="769245088" sldId="270"/>
            <ac:picMk id="12290" creationId="{FBDF3302-1C2D-2018-BC80-06CCFFFEACCD}"/>
          </ac:picMkLst>
        </pc:picChg>
      </pc:sldChg>
      <pc:sldChg chg="addSp add ord">
        <pc:chgData name="Osvaldo Luiz Santos Pereira" userId="c308351cf5a860c7" providerId="LiveId" clId="{E89361E1-BC1A-4F89-B9C8-1F2ABAB4673E}" dt="2025-03-23T20:48:24.689" v="346"/>
        <pc:sldMkLst>
          <pc:docMk/>
          <pc:sldMk cId="673185930" sldId="271"/>
        </pc:sldMkLst>
        <pc:picChg chg="add">
          <ac:chgData name="Osvaldo Luiz Santos Pereira" userId="c308351cf5a860c7" providerId="LiveId" clId="{E89361E1-BC1A-4F89-B9C8-1F2ABAB4673E}" dt="2025-03-23T20:33:12.778" v="208"/>
          <ac:picMkLst>
            <pc:docMk/>
            <pc:sldMk cId="673185930" sldId="271"/>
            <ac:picMk id="11266" creationId="{8D62D439-FF9F-C41B-B0D2-90B1B06DF98F}"/>
          </ac:picMkLst>
        </pc:picChg>
      </pc:sldChg>
      <pc:sldChg chg="add del">
        <pc:chgData name="Osvaldo Luiz Santos Pereira" userId="c308351cf5a860c7" providerId="LiveId" clId="{E89361E1-BC1A-4F89-B9C8-1F2ABAB4673E}" dt="2025-03-23T23:38:14.151" v="791" actId="47"/>
        <pc:sldMkLst>
          <pc:docMk/>
          <pc:sldMk cId="1449306810" sldId="272"/>
        </pc:sldMkLst>
      </pc:sldChg>
      <pc:sldChg chg="delSp add del mod">
        <pc:chgData name="Osvaldo Luiz Santos Pereira" userId="c308351cf5a860c7" providerId="LiveId" clId="{E89361E1-BC1A-4F89-B9C8-1F2ABAB4673E}" dt="2025-03-23T20:56:34.209" v="596" actId="47"/>
        <pc:sldMkLst>
          <pc:docMk/>
          <pc:sldMk cId="4017116167" sldId="273"/>
        </pc:sldMkLst>
        <pc:spChg chg="del">
          <ac:chgData name="Osvaldo Luiz Santos Pereira" userId="c308351cf5a860c7" providerId="LiveId" clId="{E89361E1-BC1A-4F89-B9C8-1F2ABAB4673E}" dt="2025-03-23T20:50:41.192" v="353" actId="478"/>
          <ac:spMkLst>
            <pc:docMk/>
            <pc:sldMk cId="4017116167" sldId="273"/>
            <ac:spMk id="5" creationId="{94C25A5A-9FE8-C042-BD7A-649350094125}"/>
          </ac:spMkLst>
        </pc:spChg>
      </pc:sldChg>
      <pc:sldChg chg="addSp delSp modSp add del mod">
        <pc:chgData name="Osvaldo Luiz Santos Pereira" userId="c308351cf5a860c7" providerId="LiveId" clId="{E89361E1-BC1A-4F89-B9C8-1F2ABAB4673E}" dt="2025-03-23T20:56:36.428" v="597" actId="47"/>
        <pc:sldMkLst>
          <pc:docMk/>
          <pc:sldMk cId="1466578777" sldId="274"/>
        </pc:sldMkLst>
        <pc:spChg chg="mod">
          <ac:chgData name="Osvaldo Luiz Santos Pereira" userId="c308351cf5a860c7" providerId="LiveId" clId="{E89361E1-BC1A-4F89-B9C8-1F2ABAB4673E}" dt="2025-03-23T20:51:25.236" v="434" actId="20577"/>
          <ac:spMkLst>
            <pc:docMk/>
            <pc:sldMk cId="1466578777" sldId="274"/>
            <ac:spMk id="5" creationId="{C5C18B14-7BF0-38E3-7EF5-DA1DB48E7F9B}"/>
          </ac:spMkLst>
        </pc:spChg>
        <pc:spChg chg="add del mod">
          <ac:chgData name="Osvaldo Luiz Santos Pereira" userId="c308351cf5a860c7" providerId="LiveId" clId="{E89361E1-BC1A-4F89-B9C8-1F2ABAB4673E}" dt="2025-03-23T20:53:00.560" v="478" actId="478"/>
          <ac:spMkLst>
            <pc:docMk/>
            <pc:sldMk cId="1466578777" sldId="274"/>
            <ac:spMk id="6" creationId="{64CCB9F1-1648-DCF1-AA09-796F49394BC9}"/>
          </ac:spMkLst>
        </pc:spChg>
        <pc:spChg chg="add del mod">
          <ac:chgData name="Osvaldo Luiz Santos Pereira" userId="c308351cf5a860c7" providerId="LiveId" clId="{E89361E1-BC1A-4F89-B9C8-1F2ABAB4673E}" dt="2025-03-23T20:53:00.560" v="478" actId="478"/>
          <ac:spMkLst>
            <pc:docMk/>
            <pc:sldMk cId="1466578777" sldId="274"/>
            <ac:spMk id="7" creationId="{82D8A474-5664-F6AA-F3E5-E25504BF0AAD}"/>
          </ac:spMkLst>
        </pc:spChg>
      </pc:sldChg>
      <pc:sldChg chg="add del">
        <pc:chgData name="Osvaldo Luiz Santos Pereira" userId="c308351cf5a860c7" providerId="LiveId" clId="{E89361E1-BC1A-4F89-B9C8-1F2ABAB4673E}" dt="2025-03-23T20:56:40.721" v="599" actId="47"/>
        <pc:sldMkLst>
          <pc:docMk/>
          <pc:sldMk cId="3311292227" sldId="275"/>
        </pc:sldMkLst>
      </pc:sldChg>
      <pc:sldChg chg="addSp delSp modSp add del mod">
        <pc:chgData name="Osvaldo Luiz Santos Pereira" userId="c308351cf5a860c7" providerId="LiveId" clId="{E89361E1-BC1A-4F89-B9C8-1F2ABAB4673E}" dt="2025-03-23T20:56:44.001" v="600" actId="47"/>
        <pc:sldMkLst>
          <pc:docMk/>
          <pc:sldMk cId="2488754126" sldId="276"/>
        </pc:sldMkLst>
        <pc:spChg chg="add mod">
          <ac:chgData name="Osvaldo Luiz Santos Pereira" userId="c308351cf5a860c7" providerId="LiveId" clId="{E89361E1-BC1A-4F89-B9C8-1F2ABAB4673E}" dt="2025-03-23T20:53:40.813" v="503" actId="20577"/>
          <ac:spMkLst>
            <pc:docMk/>
            <pc:sldMk cId="2488754126" sldId="276"/>
            <ac:spMk id="8" creationId="{707445E9-2996-7DD7-CA10-C29D71F818C0}"/>
          </ac:spMkLst>
        </pc:spChg>
        <pc:spChg chg="add del mod">
          <ac:chgData name="Osvaldo Luiz Santos Pereira" userId="c308351cf5a860c7" providerId="LiveId" clId="{E89361E1-BC1A-4F89-B9C8-1F2ABAB4673E}" dt="2025-03-23T20:53:55.159" v="506" actId="478"/>
          <ac:spMkLst>
            <pc:docMk/>
            <pc:sldMk cId="2488754126" sldId="276"/>
            <ac:spMk id="9" creationId="{6FFA0FC0-A617-57D8-46B9-1CE13D6AB3FF}"/>
          </ac:spMkLst>
        </pc:spChg>
        <pc:spChg chg="add del mod">
          <ac:chgData name="Osvaldo Luiz Santos Pereira" userId="c308351cf5a860c7" providerId="LiveId" clId="{E89361E1-BC1A-4F89-B9C8-1F2ABAB4673E}" dt="2025-03-23T20:53:55.159" v="506" actId="478"/>
          <ac:spMkLst>
            <pc:docMk/>
            <pc:sldMk cId="2488754126" sldId="276"/>
            <ac:spMk id="10" creationId="{78DA8459-2BF8-C672-9410-3305FB2EC965}"/>
          </ac:spMkLst>
        </pc:spChg>
      </pc:sldChg>
      <pc:sldChg chg="addSp delSp modSp add mod">
        <pc:chgData name="Osvaldo Luiz Santos Pereira" userId="c308351cf5a860c7" providerId="LiveId" clId="{E89361E1-BC1A-4F89-B9C8-1F2ABAB4673E}" dt="2025-03-23T20:58:15.481" v="673" actId="478"/>
        <pc:sldMkLst>
          <pc:docMk/>
          <pc:sldMk cId="3961070380" sldId="277"/>
        </pc:sldMkLst>
        <pc:spChg chg="del mod">
          <ac:chgData name="Osvaldo Luiz Santos Pereira" userId="c308351cf5a860c7" providerId="LiveId" clId="{E89361E1-BC1A-4F89-B9C8-1F2ABAB4673E}" dt="2025-03-23T20:58:15.481" v="673" actId="478"/>
          <ac:spMkLst>
            <pc:docMk/>
            <pc:sldMk cId="3961070380" sldId="277"/>
            <ac:spMk id="2" creationId="{6C8EEEB0-B0A1-A30E-B3F8-FC701F7E7E7A}"/>
          </ac:spMkLst>
        </pc:spChg>
        <pc:spChg chg="mod">
          <ac:chgData name="Osvaldo Luiz Santos Pereira" userId="c308351cf5a860c7" providerId="LiveId" clId="{E89361E1-BC1A-4F89-B9C8-1F2ABAB4673E}" dt="2025-03-23T20:56:03.598" v="586" actId="1076"/>
          <ac:spMkLst>
            <pc:docMk/>
            <pc:sldMk cId="3961070380" sldId="277"/>
            <ac:spMk id="3" creationId="{94B0B063-FC1A-FB62-7825-EFF2F016ED1D}"/>
          </ac:spMkLst>
        </pc:spChg>
        <pc:spChg chg="del mod">
          <ac:chgData name="Osvaldo Luiz Santos Pereira" userId="c308351cf5a860c7" providerId="LiveId" clId="{E89361E1-BC1A-4F89-B9C8-1F2ABAB4673E}" dt="2025-03-23T20:58:15.481" v="673" actId="478"/>
          <ac:spMkLst>
            <pc:docMk/>
            <pc:sldMk cId="3961070380" sldId="277"/>
            <ac:spMk id="4" creationId="{AA8CFCFA-C495-C1F1-13E0-33F0E3DAB207}"/>
          </ac:spMkLst>
        </pc:spChg>
        <pc:spChg chg="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5" creationId="{B2F1C3A9-7BA9-5267-B740-EE3B3C9C3C83}"/>
          </ac:spMkLst>
        </pc:spChg>
        <pc:spChg chg="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6" creationId="{D1D8A8A6-DB36-38DB-B54A-9051E6115485}"/>
          </ac:spMkLst>
        </pc:spChg>
        <pc:spChg chg="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7" creationId="{1CBF3A65-70D0-8EEF-EB6A-2F2F29C3AEA4}"/>
          </ac:spMkLst>
        </pc:spChg>
        <pc:spChg chg="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8" creationId="{004682F5-0C50-5438-A6A0-BF80C52176CB}"/>
          </ac:spMkLst>
        </pc:spChg>
        <pc:spChg chg="del mod">
          <ac:chgData name="Osvaldo Luiz Santos Pereira" userId="c308351cf5a860c7" providerId="LiveId" clId="{E89361E1-BC1A-4F89-B9C8-1F2ABAB4673E}" dt="2025-03-23T20:54:50.911" v="543" actId="478"/>
          <ac:spMkLst>
            <pc:docMk/>
            <pc:sldMk cId="3961070380" sldId="277"/>
            <ac:spMk id="9" creationId="{D994D808-6F2D-A23A-D985-48CC9C8CB1D7}"/>
          </ac:spMkLst>
        </pc:spChg>
        <pc:spChg chg="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10" creationId="{FE9B9545-7352-BA01-8FF7-DA839BCAB204}"/>
          </ac:spMkLst>
        </pc:spChg>
        <pc:spChg chg="add 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11" creationId="{3EE2C9DD-F670-10B2-E473-236E16A6F03F}"/>
          </ac:spMkLst>
        </pc:spChg>
        <pc:spChg chg="add 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12" creationId="{07CE1374-BEA8-AF8E-22EF-DA3D20DD8A2D}"/>
          </ac:spMkLst>
        </pc:spChg>
        <pc:spChg chg="add 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13" creationId="{04B373CC-394F-7DA5-CE6E-2AD214BBCE23}"/>
          </ac:spMkLst>
        </pc:spChg>
        <pc:spChg chg="add del mod">
          <ac:chgData name="Osvaldo Luiz Santos Pereira" userId="c308351cf5a860c7" providerId="LiveId" clId="{E89361E1-BC1A-4F89-B9C8-1F2ABAB4673E}" dt="2025-03-23T20:58:08.233" v="671" actId="478"/>
          <ac:spMkLst>
            <pc:docMk/>
            <pc:sldMk cId="3961070380" sldId="277"/>
            <ac:spMk id="14" creationId="{A5F75AF1-D648-6C66-E565-920BF169E752}"/>
          </ac:spMkLst>
        </pc:spChg>
      </pc:sldChg>
      <pc:sldChg chg="addSp delSp add mod">
        <pc:chgData name="Osvaldo Luiz Santos Pereira" userId="c308351cf5a860c7" providerId="LiveId" clId="{E89361E1-BC1A-4F89-B9C8-1F2ABAB4673E}" dt="2025-03-23T20:58:44.670" v="678" actId="478"/>
        <pc:sldMkLst>
          <pc:docMk/>
          <pc:sldMk cId="3159671596" sldId="278"/>
        </pc:sldMkLst>
        <pc:spChg chg="add del">
          <ac:chgData name="Osvaldo Luiz Santos Pereira" userId="c308351cf5a860c7" providerId="LiveId" clId="{E89361E1-BC1A-4F89-B9C8-1F2ABAB4673E}" dt="2025-03-23T20:58:44.670" v="678" actId="478"/>
          <ac:spMkLst>
            <pc:docMk/>
            <pc:sldMk cId="3159671596" sldId="278"/>
            <ac:spMk id="6" creationId="{5BB5F1CA-AE63-493B-98D6-3D9BBACFA766}"/>
          </ac:spMkLst>
        </pc:spChg>
        <pc:spChg chg="add del">
          <ac:chgData name="Osvaldo Luiz Santos Pereira" userId="c308351cf5a860c7" providerId="LiveId" clId="{E89361E1-BC1A-4F89-B9C8-1F2ABAB4673E}" dt="2025-03-23T20:58:44.670" v="678" actId="478"/>
          <ac:spMkLst>
            <pc:docMk/>
            <pc:sldMk cId="3159671596" sldId="278"/>
            <ac:spMk id="7" creationId="{1AF577CC-AD96-5F93-33CB-66DC6AE771D1}"/>
          </ac:spMkLst>
        </pc:spChg>
        <pc:spChg chg="add del">
          <ac:chgData name="Osvaldo Luiz Santos Pereira" userId="c308351cf5a860c7" providerId="LiveId" clId="{E89361E1-BC1A-4F89-B9C8-1F2ABAB4673E}" dt="2025-03-23T20:58:37.020" v="676" actId="478"/>
          <ac:spMkLst>
            <pc:docMk/>
            <pc:sldMk cId="3159671596" sldId="278"/>
            <ac:spMk id="8" creationId="{EA7CCA60-06DF-8533-735B-E2D6E4895F24}"/>
          </ac:spMkLst>
        </pc:spChg>
        <pc:spChg chg="add del">
          <ac:chgData name="Osvaldo Luiz Santos Pereira" userId="c308351cf5a860c7" providerId="LiveId" clId="{E89361E1-BC1A-4F89-B9C8-1F2ABAB4673E}" dt="2025-03-23T20:58:37.020" v="676" actId="478"/>
          <ac:spMkLst>
            <pc:docMk/>
            <pc:sldMk cId="3159671596" sldId="278"/>
            <ac:spMk id="10" creationId="{B4D03986-E5AE-1158-1A23-B0F48BC567DB}"/>
          </ac:spMkLst>
        </pc:spChg>
        <pc:spChg chg="add del">
          <ac:chgData name="Osvaldo Luiz Santos Pereira" userId="c308351cf5a860c7" providerId="LiveId" clId="{E89361E1-BC1A-4F89-B9C8-1F2ABAB4673E}" dt="2025-03-23T20:58:37.020" v="676" actId="478"/>
          <ac:spMkLst>
            <pc:docMk/>
            <pc:sldMk cId="3159671596" sldId="278"/>
            <ac:spMk id="11" creationId="{8F4EB448-3E94-CEEE-4087-6C894C439303}"/>
          </ac:spMkLst>
        </pc:spChg>
        <pc:spChg chg="add del">
          <ac:chgData name="Osvaldo Luiz Santos Pereira" userId="c308351cf5a860c7" providerId="LiveId" clId="{E89361E1-BC1A-4F89-B9C8-1F2ABAB4673E}" dt="2025-03-23T20:58:37.020" v="676" actId="478"/>
          <ac:spMkLst>
            <pc:docMk/>
            <pc:sldMk cId="3159671596" sldId="278"/>
            <ac:spMk id="12" creationId="{63684F47-1071-C250-2725-D23B2DE069FC}"/>
          </ac:spMkLst>
        </pc:spChg>
        <pc:spChg chg="add del">
          <ac:chgData name="Osvaldo Luiz Santos Pereira" userId="c308351cf5a860c7" providerId="LiveId" clId="{E89361E1-BC1A-4F89-B9C8-1F2ABAB4673E}" dt="2025-03-23T20:58:37.020" v="676" actId="478"/>
          <ac:spMkLst>
            <pc:docMk/>
            <pc:sldMk cId="3159671596" sldId="278"/>
            <ac:spMk id="13" creationId="{A629CE1D-E29D-E677-3967-4AA282E35019}"/>
          </ac:spMkLst>
        </pc:spChg>
        <pc:spChg chg="add del">
          <ac:chgData name="Osvaldo Luiz Santos Pereira" userId="c308351cf5a860c7" providerId="LiveId" clId="{E89361E1-BC1A-4F89-B9C8-1F2ABAB4673E}" dt="2025-03-23T20:58:37.020" v="676" actId="478"/>
          <ac:spMkLst>
            <pc:docMk/>
            <pc:sldMk cId="3159671596" sldId="278"/>
            <ac:spMk id="14" creationId="{91D9B594-E4FA-EF08-88FE-8FA8E07412FE}"/>
          </ac:spMkLst>
        </pc:spChg>
      </pc:sldChg>
      <pc:sldChg chg="delSp add mod">
        <pc:chgData name="Osvaldo Luiz Santos Pereira" userId="c308351cf5a860c7" providerId="LiveId" clId="{E89361E1-BC1A-4F89-B9C8-1F2ABAB4673E}" dt="2025-03-23T20:59:02.839" v="681" actId="478"/>
        <pc:sldMkLst>
          <pc:docMk/>
          <pc:sldMk cId="847802912" sldId="279"/>
        </pc:sldMkLst>
        <pc:spChg chg="del">
          <ac:chgData name="Osvaldo Luiz Santos Pereira" userId="c308351cf5a860c7" providerId="LiveId" clId="{E89361E1-BC1A-4F89-B9C8-1F2ABAB4673E}" dt="2025-03-23T20:59:02.839" v="681" actId="478"/>
          <ac:spMkLst>
            <pc:docMk/>
            <pc:sldMk cId="847802912" sldId="279"/>
            <ac:spMk id="10" creationId="{06A730BF-BD65-FDD8-C2BA-42C763F832CA}"/>
          </ac:spMkLst>
        </pc:spChg>
        <pc:spChg chg="del">
          <ac:chgData name="Osvaldo Luiz Santos Pereira" userId="c308351cf5a860c7" providerId="LiveId" clId="{E89361E1-BC1A-4F89-B9C8-1F2ABAB4673E}" dt="2025-03-23T20:59:02.839" v="681" actId="478"/>
          <ac:spMkLst>
            <pc:docMk/>
            <pc:sldMk cId="847802912" sldId="279"/>
            <ac:spMk id="11" creationId="{380B7DAD-EE46-8CC6-9176-0FF23757D9FC}"/>
          </ac:spMkLst>
        </pc:spChg>
        <pc:spChg chg="del">
          <ac:chgData name="Osvaldo Luiz Santos Pereira" userId="c308351cf5a860c7" providerId="LiveId" clId="{E89361E1-BC1A-4F89-B9C8-1F2ABAB4673E}" dt="2025-03-23T20:58:54.446" v="679" actId="478"/>
          <ac:spMkLst>
            <pc:docMk/>
            <pc:sldMk cId="847802912" sldId="279"/>
            <ac:spMk id="12" creationId="{848EAD91-4325-59B3-F2EE-EA676CCC1718}"/>
          </ac:spMkLst>
        </pc:spChg>
        <pc:spChg chg="del">
          <ac:chgData name="Osvaldo Luiz Santos Pereira" userId="c308351cf5a860c7" providerId="LiveId" clId="{E89361E1-BC1A-4F89-B9C8-1F2ABAB4673E}" dt="2025-03-23T20:58:54.446" v="679" actId="478"/>
          <ac:spMkLst>
            <pc:docMk/>
            <pc:sldMk cId="847802912" sldId="279"/>
            <ac:spMk id="13" creationId="{A26E6B3F-8B8D-BEC0-48B1-D9DF16376C76}"/>
          </ac:spMkLst>
        </pc:spChg>
        <pc:spChg chg="del">
          <ac:chgData name="Osvaldo Luiz Santos Pereira" userId="c308351cf5a860c7" providerId="LiveId" clId="{E89361E1-BC1A-4F89-B9C8-1F2ABAB4673E}" dt="2025-03-23T20:58:54.446" v="679" actId="478"/>
          <ac:spMkLst>
            <pc:docMk/>
            <pc:sldMk cId="847802912" sldId="279"/>
            <ac:spMk id="14" creationId="{63D3D9D4-3089-F855-A9D1-416AF9CC9425}"/>
          </ac:spMkLst>
        </pc:spChg>
      </pc:sldChg>
      <pc:sldChg chg="delSp add mod">
        <pc:chgData name="Osvaldo Luiz Santos Pereira" userId="c308351cf5a860c7" providerId="LiveId" clId="{E89361E1-BC1A-4F89-B9C8-1F2ABAB4673E}" dt="2025-03-23T20:59:11.313" v="683" actId="478"/>
        <pc:sldMkLst>
          <pc:docMk/>
          <pc:sldMk cId="4164025495" sldId="280"/>
        </pc:sldMkLst>
        <pc:spChg chg="del">
          <ac:chgData name="Osvaldo Luiz Santos Pereira" userId="c308351cf5a860c7" providerId="LiveId" clId="{E89361E1-BC1A-4F89-B9C8-1F2ABAB4673E}" dt="2025-03-23T20:59:11.313" v="683" actId="478"/>
          <ac:spMkLst>
            <pc:docMk/>
            <pc:sldMk cId="4164025495" sldId="280"/>
            <ac:spMk id="13" creationId="{25B96033-0534-1E8D-A05E-A14A6465A93D}"/>
          </ac:spMkLst>
        </pc:spChg>
        <pc:spChg chg="del">
          <ac:chgData name="Osvaldo Luiz Santos Pereira" userId="c308351cf5a860c7" providerId="LiveId" clId="{E89361E1-BC1A-4F89-B9C8-1F2ABAB4673E}" dt="2025-03-23T20:59:11.313" v="683" actId="478"/>
          <ac:spMkLst>
            <pc:docMk/>
            <pc:sldMk cId="4164025495" sldId="280"/>
            <ac:spMk id="14" creationId="{2B1423AA-BAEB-4125-49B5-E010B4EF7164}"/>
          </ac:spMkLst>
        </pc:spChg>
      </pc:sldChg>
      <pc:sldChg chg="add">
        <pc:chgData name="Osvaldo Luiz Santos Pereira" userId="c308351cf5a860c7" providerId="LiveId" clId="{E89361E1-BC1A-4F89-B9C8-1F2ABAB4673E}" dt="2025-03-23T20:58:10.696" v="672"/>
        <pc:sldMkLst>
          <pc:docMk/>
          <pc:sldMk cId="2001370317" sldId="281"/>
        </pc:sldMkLst>
      </pc:sldChg>
      <pc:sldChg chg="add">
        <pc:chgData name="Osvaldo Luiz Santos Pereira" userId="c308351cf5a860c7" providerId="LiveId" clId="{E89361E1-BC1A-4F89-B9C8-1F2ABAB4673E}" dt="2025-03-23T20:58:39.811" v="677"/>
        <pc:sldMkLst>
          <pc:docMk/>
          <pc:sldMk cId="3652815534" sldId="282"/>
        </pc:sldMkLst>
      </pc:sldChg>
      <pc:sldChg chg="add">
        <pc:chgData name="Osvaldo Luiz Santos Pereira" userId="c308351cf5a860c7" providerId="LiveId" clId="{E89361E1-BC1A-4F89-B9C8-1F2ABAB4673E}" dt="2025-03-23T20:58:58.309" v="680"/>
        <pc:sldMkLst>
          <pc:docMk/>
          <pc:sldMk cId="768722434" sldId="283"/>
        </pc:sldMkLst>
      </pc:sldChg>
      <pc:sldChg chg="add">
        <pc:chgData name="Osvaldo Luiz Santos Pereira" userId="c308351cf5a860c7" providerId="LiveId" clId="{E89361E1-BC1A-4F89-B9C8-1F2ABAB4673E}" dt="2025-03-23T20:59:06.135" v="682"/>
        <pc:sldMkLst>
          <pc:docMk/>
          <pc:sldMk cId="3027315212" sldId="284"/>
        </pc:sldMkLst>
      </pc:sldChg>
      <pc:sldChg chg="addSp delSp modSp add mod setBg">
        <pc:chgData name="Osvaldo Luiz Santos Pereira" userId="c308351cf5a860c7" providerId="LiveId" clId="{E89361E1-BC1A-4F89-B9C8-1F2ABAB4673E}" dt="2025-03-23T23:33:52.470" v="783" actId="14100"/>
        <pc:sldMkLst>
          <pc:docMk/>
          <pc:sldMk cId="2537781187" sldId="285"/>
        </pc:sldMkLst>
        <pc:spChg chg="add del">
          <ac:chgData name="Osvaldo Luiz Santos Pereira" userId="c308351cf5a860c7" providerId="LiveId" clId="{E89361E1-BC1A-4F89-B9C8-1F2ABAB4673E}" dt="2025-03-23T23:29:08.270" v="742" actId="26606"/>
          <ac:spMkLst>
            <pc:docMk/>
            <pc:sldMk cId="2537781187" sldId="285"/>
            <ac:spMk id="14347" creationId="{42A4FC2C-047E-45A5-965D-8E1E3BF09BC6}"/>
          </ac:spMkLst>
        </pc:spChg>
        <pc:spChg chg="add del">
          <ac:chgData name="Osvaldo Luiz Santos Pereira" userId="c308351cf5a860c7" providerId="LiveId" clId="{E89361E1-BC1A-4F89-B9C8-1F2ABAB4673E}" dt="2025-03-23T23:29:14.725" v="745" actId="26606"/>
          <ac:spMkLst>
            <pc:docMk/>
            <pc:sldMk cId="2537781187" sldId="285"/>
            <ac:spMk id="14352" creationId="{7C1E5815-D54C-487F-A054-6D4930ADE3DF}"/>
          </ac:spMkLst>
        </pc:spChg>
        <pc:spChg chg="add del">
          <ac:chgData name="Osvaldo Luiz Santos Pereira" userId="c308351cf5a860c7" providerId="LiveId" clId="{E89361E1-BC1A-4F89-B9C8-1F2ABAB4673E}" dt="2025-03-23T23:29:14.725" v="745" actId="26606"/>
          <ac:spMkLst>
            <pc:docMk/>
            <pc:sldMk cId="2537781187" sldId="285"/>
            <ac:spMk id="14354" creationId="{736F0DFD-0954-464F-BF12-DD2E6F6E0380}"/>
          </ac:spMkLst>
        </pc:spChg>
        <pc:spChg chg="add">
          <ac:chgData name="Osvaldo Luiz Santos Pereira" userId="c308351cf5a860c7" providerId="LiveId" clId="{E89361E1-BC1A-4F89-B9C8-1F2ABAB4673E}" dt="2025-03-23T23:29:14.725" v="745" actId="26606"/>
          <ac:spMkLst>
            <pc:docMk/>
            <pc:sldMk cId="2537781187" sldId="285"/>
            <ac:spMk id="14359" creationId="{7C1E5815-D54C-487F-A054-6D4930ADE3DF}"/>
          </ac:spMkLst>
        </pc:spChg>
        <pc:spChg chg="add">
          <ac:chgData name="Osvaldo Luiz Santos Pereira" userId="c308351cf5a860c7" providerId="LiveId" clId="{E89361E1-BC1A-4F89-B9C8-1F2ABAB4673E}" dt="2025-03-23T23:29:14.725" v="745" actId="26606"/>
          <ac:spMkLst>
            <pc:docMk/>
            <pc:sldMk cId="2537781187" sldId="285"/>
            <ac:spMk id="14361" creationId="{736F0DFD-0954-464F-BF12-DD2E6F6E0380}"/>
          </ac:spMkLst>
        </pc:spChg>
        <pc:picChg chg="add del mod">
          <ac:chgData name="Osvaldo Luiz Santos Pereira" userId="c308351cf5a860c7" providerId="LiveId" clId="{E89361E1-BC1A-4F89-B9C8-1F2ABAB4673E}" dt="2025-03-23T23:29:16.741" v="746" actId="478"/>
          <ac:picMkLst>
            <pc:docMk/>
            <pc:sldMk cId="2537781187" sldId="285"/>
            <ac:picMk id="14342" creationId="{FE568333-718C-9F33-8036-3049B380AF6C}"/>
          </ac:picMkLst>
        </pc:picChg>
        <pc:picChg chg="add del mod">
          <ac:chgData name="Osvaldo Luiz Santos Pereira" userId="c308351cf5a860c7" providerId="LiveId" clId="{E89361E1-BC1A-4F89-B9C8-1F2ABAB4673E}" dt="2025-03-23T23:33:42.390" v="777" actId="478"/>
          <ac:picMkLst>
            <pc:docMk/>
            <pc:sldMk cId="2537781187" sldId="285"/>
            <ac:picMk id="16386" creationId="{E7524B5D-278E-03D9-AAC5-1A19BFCB4E53}"/>
          </ac:picMkLst>
        </pc:picChg>
        <pc:picChg chg="add mod">
          <ac:chgData name="Osvaldo Luiz Santos Pereira" userId="c308351cf5a860c7" providerId="LiveId" clId="{E89361E1-BC1A-4F89-B9C8-1F2ABAB4673E}" dt="2025-03-23T23:33:52.470" v="783" actId="14100"/>
          <ac:picMkLst>
            <pc:docMk/>
            <pc:sldMk cId="2537781187" sldId="285"/>
            <ac:picMk id="16388" creationId="{F1BC8F10-5AA3-3EC6-A4EB-F0A1266596AA}"/>
          </ac:picMkLst>
        </pc:picChg>
      </pc:sldChg>
      <pc:sldChg chg="add del">
        <pc:chgData name="Osvaldo Luiz Santos Pereira" userId="c308351cf5a860c7" providerId="LiveId" clId="{E89361E1-BC1A-4F89-B9C8-1F2ABAB4673E}" dt="2025-03-23T23:37:59.907" v="790" actId="47"/>
        <pc:sldMkLst>
          <pc:docMk/>
          <pc:sldMk cId="2311544073" sldId="286"/>
        </pc:sldMkLst>
      </pc:sldChg>
      <pc:sldChg chg="addSp delSp modSp add ord setBg delDesignElem">
        <pc:chgData name="Osvaldo Luiz Santos Pereira" userId="c308351cf5a860c7" providerId="LiveId" clId="{E89361E1-BC1A-4F89-B9C8-1F2ABAB4673E}" dt="2025-03-23T23:35:12.073" v="789"/>
        <pc:sldMkLst>
          <pc:docMk/>
          <pc:sldMk cId="973969405" sldId="287"/>
        </pc:sldMkLst>
        <pc:spChg chg="del">
          <ac:chgData name="Osvaldo Luiz Santos Pereira" userId="c308351cf5a860c7" providerId="LiveId" clId="{E89361E1-BC1A-4F89-B9C8-1F2ABAB4673E}" dt="2025-03-23T23:29:31.810" v="748"/>
          <ac:spMkLst>
            <pc:docMk/>
            <pc:sldMk cId="973969405" sldId="287"/>
            <ac:spMk id="14359" creationId="{A22C4DA4-CB9D-92F8-3334-A148491CBFF2}"/>
          </ac:spMkLst>
        </pc:spChg>
        <pc:spChg chg="del">
          <ac:chgData name="Osvaldo Luiz Santos Pereira" userId="c308351cf5a860c7" providerId="LiveId" clId="{E89361E1-BC1A-4F89-B9C8-1F2ABAB4673E}" dt="2025-03-23T23:29:31.810" v="748"/>
          <ac:spMkLst>
            <pc:docMk/>
            <pc:sldMk cId="973969405" sldId="287"/>
            <ac:spMk id="14361" creationId="{03BDB828-E5E1-0D66-B9F0-CB9714DAC656}"/>
          </ac:spMkLst>
        </pc:spChg>
        <pc:picChg chg="add mod">
          <ac:chgData name="Osvaldo Luiz Santos Pereira" userId="c308351cf5a860c7" providerId="LiveId" clId="{E89361E1-BC1A-4F89-B9C8-1F2ABAB4673E}" dt="2025-03-23T23:35:09.138" v="787" actId="14100"/>
          <ac:picMkLst>
            <pc:docMk/>
            <pc:sldMk cId="973969405" sldId="287"/>
            <ac:picMk id="2" creationId="{6486D38F-CE57-90F2-BF71-FD52F6562128}"/>
          </ac:picMkLst>
        </pc:picChg>
      </pc:sldChg>
      <pc:sldChg chg="addSp delSp modSp add mod">
        <pc:chgData name="Osvaldo Luiz Santos Pereira" userId="c308351cf5a860c7" providerId="LiveId" clId="{E89361E1-BC1A-4F89-B9C8-1F2ABAB4673E}" dt="2025-03-24T00:21:43.124" v="1190" actId="14100"/>
        <pc:sldMkLst>
          <pc:docMk/>
          <pc:sldMk cId="1127451194" sldId="288"/>
        </pc:sldMkLst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2" creationId="{918813DB-D623-B33A-CA6C-4522527E55A5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3" creationId="{69F3F651-5B1E-2E7F-0D54-A84CB5B96051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4" creationId="{C0A9F0DC-F561-FE8F-B564-31EE5DA9E648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5" creationId="{255AD06C-1B43-D7A3-BD45-30C57762D289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6" creationId="{4AEE4CE4-DD7F-5140-98C9-1F72EC205D48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7" creationId="{0EAAC4D3-BEF4-2300-E44A-E6D0692D6572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8" creationId="{1593405C-FAB0-7F31-F37F-A6A73A453F72}"/>
          </ac:spMkLst>
        </pc:spChg>
        <pc:spChg chg="add mod">
          <ac:chgData name="Osvaldo Luiz Santos Pereira" userId="c308351cf5a860c7" providerId="LiveId" clId="{E89361E1-BC1A-4F89-B9C8-1F2ABAB4673E}" dt="2025-03-24T00:16:36.958" v="991" actId="571"/>
          <ac:spMkLst>
            <pc:docMk/>
            <pc:sldMk cId="1127451194" sldId="288"/>
            <ac:spMk id="9" creationId="{53959B46-BDD4-378C-3C56-86E07F408743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10" creationId="{847A231C-F2D4-B4BD-78E7-E7BB478C94A5}"/>
          </ac:spMkLst>
        </pc:spChg>
        <pc:spChg chg="del">
          <ac:chgData name="Osvaldo Luiz Santos Pereira" userId="c308351cf5a860c7" providerId="LiveId" clId="{E89361E1-BC1A-4F89-B9C8-1F2ABAB4673E}" dt="2025-03-24T00:13:21.860" v="794" actId="478"/>
          <ac:spMkLst>
            <pc:docMk/>
            <pc:sldMk cId="1127451194" sldId="288"/>
            <ac:spMk id="11" creationId="{402065CB-DADA-6781-8F65-5CFD56CE9302}"/>
          </ac:spMkLst>
        </pc:spChg>
        <pc:spChg chg="mod">
          <ac:chgData name="Osvaldo Luiz Santos Pereira" userId="c308351cf5a860c7" providerId="LiveId" clId="{E89361E1-BC1A-4F89-B9C8-1F2ABAB4673E}" dt="2025-03-24T00:19:13.560" v="1038" actId="20577"/>
          <ac:spMkLst>
            <pc:docMk/>
            <pc:sldMk cId="1127451194" sldId="288"/>
            <ac:spMk id="12" creationId="{36AE6792-6D64-BEC4-F3F5-5D3D27585182}"/>
          </ac:spMkLst>
        </pc:spChg>
        <pc:spChg chg="mod">
          <ac:chgData name="Osvaldo Luiz Santos Pereira" userId="c308351cf5a860c7" providerId="LiveId" clId="{E89361E1-BC1A-4F89-B9C8-1F2ABAB4673E}" dt="2025-03-24T00:16:32.879" v="990" actId="1076"/>
          <ac:spMkLst>
            <pc:docMk/>
            <pc:sldMk cId="1127451194" sldId="288"/>
            <ac:spMk id="13" creationId="{0CB21B2C-4FA1-DFC2-5ED7-A34CEBF26CF2}"/>
          </ac:spMkLst>
        </pc:spChg>
        <pc:spChg chg="mod">
          <ac:chgData name="Osvaldo Luiz Santos Pereira" userId="c308351cf5a860c7" providerId="LiveId" clId="{E89361E1-BC1A-4F89-B9C8-1F2ABAB4673E}" dt="2025-03-24T00:19:20.867" v="1043" actId="20577"/>
          <ac:spMkLst>
            <pc:docMk/>
            <pc:sldMk cId="1127451194" sldId="288"/>
            <ac:spMk id="14" creationId="{7A93B59B-23FE-0DA0-0A9C-E3708CD834B4}"/>
          </ac:spMkLst>
        </pc:spChg>
        <pc:spChg chg="add mod">
          <ac:chgData name="Osvaldo Luiz Santos Pereira" userId="c308351cf5a860c7" providerId="LiveId" clId="{E89361E1-BC1A-4F89-B9C8-1F2ABAB4673E}" dt="2025-03-24T00:20:32.031" v="1056" actId="20577"/>
          <ac:spMkLst>
            <pc:docMk/>
            <pc:sldMk cId="1127451194" sldId="288"/>
            <ac:spMk id="17" creationId="{6350AC34-38F4-70F8-A728-0022BBDA4A55}"/>
          </ac:spMkLst>
        </pc:spChg>
        <pc:spChg chg="add mod">
          <ac:chgData name="Osvaldo Luiz Santos Pereira" userId="c308351cf5a860c7" providerId="LiveId" clId="{E89361E1-BC1A-4F89-B9C8-1F2ABAB4673E}" dt="2025-03-24T00:21:36.480" v="1187" actId="1076"/>
          <ac:spMkLst>
            <pc:docMk/>
            <pc:sldMk cId="1127451194" sldId="288"/>
            <ac:spMk id="18" creationId="{D0623BB2-43F7-C3E6-C6B0-4AB1EBD1278E}"/>
          </ac:spMkLst>
        </pc:spChg>
        <pc:picChg chg="add mod">
          <ac:chgData name="Osvaldo Luiz Santos Pereira" userId="c308351cf5a860c7" providerId="LiveId" clId="{E89361E1-BC1A-4F89-B9C8-1F2ABAB4673E}" dt="2025-03-24T00:20:24.244" v="1053" actId="1076"/>
          <ac:picMkLst>
            <pc:docMk/>
            <pc:sldMk cId="1127451194" sldId="288"/>
            <ac:picMk id="16" creationId="{FAC2EB9D-8827-1CFC-3223-10CBB22CB29F}"/>
          </ac:picMkLst>
        </pc:picChg>
        <pc:picChg chg="add mod">
          <ac:chgData name="Osvaldo Luiz Santos Pereira" userId="c308351cf5a860c7" providerId="LiveId" clId="{E89361E1-BC1A-4F89-B9C8-1F2ABAB4673E}" dt="2025-03-24T00:21:43.124" v="1190" actId="14100"/>
          <ac:picMkLst>
            <pc:docMk/>
            <pc:sldMk cId="1127451194" sldId="288"/>
            <ac:picMk id="1026" creationId="{98C24D48-59B6-CF23-F3DA-F4065D395FF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5D774-2371-798A-039F-676DA5A30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FFF75C-3009-E8EE-FDB9-7DAFA3EA4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36E468-7963-6344-C873-46AAC9F5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2439C9-7527-1F99-ED43-44D4679C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226913-223E-C4E0-1E31-757ECA41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7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1C582-5D91-C8DE-2D30-B7BEB92A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97D43D-BD3C-F7AA-A842-199C1E02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3CC9FE-4BB5-B257-EFCC-D69D8E2F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A801A-FFD2-3F44-21C7-0B78198D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344FC5-4B54-2B41-411D-D9C79182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449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3271D-99A3-7631-07CB-5D8DD9FC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8A5FFD-4FE7-AC46-BE80-F3BD5C4F7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D158EB-D5BD-C482-90AA-3D0E178D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2C1CC7-2388-7F75-2F56-5F599CD7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9FD211-297E-3CA9-0D19-B0AE1F52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56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66583-034F-4FA6-E21D-B080BAB4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2201E-BDFF-CF8C-E3B2-625B45D0C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A078D6-5BA0-F17E-9AE7-78846E32C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9A2137-833E-1016-B1DA-F4A3E369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DB9F09-5C93-9C63-8E50-48CAC15E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1D8DF3-E6AD-F6E9-1D3A-2B7BAE21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145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4F9C5-DF0A-6C07-434F-E8ABFBF25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84B875-70D0-EADB-8967-BAA692775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5A25CB-BB7A-511F-AADC-FEB79391A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F2A220-B42F-F90E-9B14-32686B303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ABE3C7-5AD9-E429-DE0F-497263B63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11AAF4B-1C54-F366-C958-C22DCD3A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F90399-8FC4-4112-B921-51030204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146538-1774-A6C3-D4AF-7F462AC2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7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EE7B4-5980-5A18-6E28-E3DD06BF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62BF90-0E4D-3496-E1F9-4B125CF6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737603-B803-6143-46CD-13375E6A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EC821D-A414-6E4E-263A-BE6D507E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50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B5EB78-4AAE-2CD1-58FD-43EB1B57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B5E556-0EF9-5840-4881-F401C675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424FA6-3224-BC25-67C5-963D1CBFF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2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25270-61E6-3107-6D0F-A80F9804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F652B7-F43C-5E7E-103D-E9275C06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CFADAF-4D09-6E58-4AFA-7267D3DD0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5DDFBA-4A18-6F68-B6F6-48395CAC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ACD0B5-C116-759F-CE39-DC12BC15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6A36A-3591-348F-C759-5591ED10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99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50BAD-9745-0E20-78F8-F3167C32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F42E27-74F0-F4F2-A600-354326991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EF7D15-5B13-F48E-D80E-C4EEE999E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24913B-6740-6BE4-443D-5842B0C2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4F5EE1-2D38-33BA-CA8B-B1E512C7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DF561F-8D15-6B13-B6AE-0ADB2A95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55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05A85-0FDB-4751-AECB-67EA5736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634E63-8783-81E3-DB24-F62F72B19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C36C4C-C9E4-AE67-281F-42E94CD2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347A75-F2F9-CD52-2D87-DE6546AE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B6785C-DE3C-6F9B-2617-B4B11116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68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945DDF-46A9-F933-4A9C-359E4F915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68E2E4-D537-A2DE-5C5C-9FFC8211A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66B928-3FB9-00E9-5B0E-D36B3CA7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6865A3-D3AD-F952-CD7A-0DA0751D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5A0E51-6059-C413-7F95-94BDAC66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48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C6F35D-5C63-2684-4BA3-235D723E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D50889-7E8B-F9C4-C1C0-CCE06C7FE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7807B-5B26-03E3-C3DB-D7886B2A9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A5A03-CF62-4E04-8DC5-9F860019CD84}" type="datetimeFigureOut">
              <a:rPr lang="pt-BR" smtClean="0"/>
              <a:t>23/03/2025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49DEEA-C572-8B9A-ECC6-B61F54D92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C47571-77EF-D2F0-E5E7-35EA9DB79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F64A7-A4A6-4A18-9544-E2AFCF0BA9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627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DD3E8-414B-143C-3BD3-4F3CA21E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TIL...the Banach-Tarski Dupla-Shrinker from &quot;Benderama&quot; is based on the  Banach-Tarski Paradox (also I learned what the Banach-Tarski Paradox is) :  r/futurama">
            <a:extLst>
              <a:ext uri="{FF2B5EF4-FFF2-40B4-BE49-F238E27FC236}">
                <a16:creationId xmlns:a16="http://schemas.microsoft.com/office/drawing/2014/main" id="{FBDF3302-1C2D-2018-BC80-06CCFFFEA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769"/>
            <a:ext cx="12192000" cy="687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24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5E725-2E72-181D-EBF1-B557B755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Votando a melhor frase de cada episódio (Dia 93) &quot;Benderama&quot; : r/futurama">
            <a:extLst>
              <a:ext uri="{FF2B5EF4-FFF2-40B4-BE49-F238E27FC236}">
                <a16:creationId xmlns:a16="http://schemas.microsoft.com/office/drawing/2014/main" id="{8D62D439-FF9F-C41B-B0D2-90B1B06DF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18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D7C1-5C6A-5479-5E06-62E330DB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uturama - What was the equation shown in Benderama? - Science Fiction &amp;  Fantasy Stack Exchange">
            <a:extLst>
              <a:ext uri="{FF2B5EF4-FFF2-40B4-BE49-F238E27FC236}">
                <a16:creationId xmlns:a16="http://schemas.microsoft.com/office/drawing/2014/main" id="{365478CE-B3F3-BF4B-2745-091E20946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0"/>
            <a:ext cx="12166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3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The Banach-Tarski paradox - YouTube">
            <a:extLst>
              <a:ext uri="{FF2B5EF4-FFF2-40B4-BE49-F238E27FC236}">
                <a16:creationId xmlns:a16="http://schemas.microsoft.com/office/drawing/2014/main" id="{A95D823D-3B17-479B-9CB7-40E1C6661D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14524"/>
          <a:stretch/>
        </p:blipFill>
        <p:spPr bwMode="auto">
          <a:xfrm>
            <a:off x="45481" y="195943"/>
            <a:ext cx="11950576" cy="646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3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98A9-1149-BE2C-39A1-81820621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998615EE-D35D-B63B-D70E-FD29AAE6D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75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8A3FE-F7CA-70DA-24A3-1E3359A6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2E7BEFCF-8324-5A64-6692-6AA051D7E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645A527-3716-46DD-9E8C-2E5DE4BBC538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645A527-3716-46DD-9E8C-2E5DE4BBC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A4B8231-3F13-6484-6B0F-A9B058881538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A4B8231-3F13-6484-6B0F-A9B058881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094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2F00-8F46-60FA-B99D-F892F134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A058FD91-C019-D219-7812-9A65D52E7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nder Icon Png, Transparent Png - vhv">
            <a:extLst>
              <a:ext uri="{FF2B5EF4-FFF2-40B4-BE49-F238E27FC236}">
                <a16:creationId xmlns:a16="http://schemas.microsoft.com/office/drawing/2014/main" id="{A9917893-3FD7-38A0-B4A5-C0E894216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25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ender Icon Png, Transparent Png - vhv">
            <a:extLst>
              <a:ext uri="{FF2B5EF4-FFF2-40B4-BE49-F238E27FC236}">
                <a16:creationId xmlns:a16="http://schemas.microsoft.com/office/drawing/2014/main" id="{51B83A1C-A939-941E-4079-AF6492C7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51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4A893DE-6A20-D068-24F5-56632BA17493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24A893DE-6A20-D068-24F5-56632BA17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D39F073-CEE1-187B-8A97-6F93E2CA7E3A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ED39F073-CEE1-187B-8A97-6F93E2CA7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97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D06C-2542-CF10-562A-30F4773F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DA592556-83E4-9F93-B84A-30C20EE7B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nder Icon Png, Transparent Png - vhv">
            <a:extLst>
              <a:ext uri="{FF2B5EF4-FFF2-40B4-BE49-F238E27FC236}">
                <a16:creationId xmlns:a16="http://schemas.microsoft.com/office/drawing/2014/main" id="{EE8784C5-6F0F-9FFE-3090-85F866EF8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25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ender Icon Png, Transparent Png - vhv">
            <a:extLst>
              <a:ext uri="{FF2B5EF4-FFF2-40B4-BE49-F238E27FC236}">
                <a16:creationId xmlns:a16="http://schemas.microsoft.com/office/drawing/2014/main" id="{E1D06907-F3E9-BF28-A5B5-51499DC34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51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156172E2-9A4F-9CAC-DFED-40A762B84AC6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156172E2-9A4F-9CAC-DFED-40A762B84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0E0C7FE-0F0B-D509-F310-900C9AC3C4B0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90E0C7FE-0F0B-D509-F310-900C9AC3C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B92652B-F7FA-3FDF-F846-5103CF21A974}"/>
                  </a:ext>
                </a:extLst>
              </p:cNvPr>
              <p:cNvSpPr txBox="1"/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B92652B-F7FA-3FDF-F846-5103CF21A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blipFill>
                <a:blip r:embed="rId5"/>
                <a:stretch>
                  <a:fillRect l="-11628" r="-1162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8DD38131-427B-7AEF-D138-3E67969736D1}"/>
                  </a:ext>
                </a:extLst>
              </p:cNvPr>
              <p:cNvSpPr txBox="1"/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8DD38131-427B-7AEF-D138-3E6796973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74AAAC5D-7B1E-5F1F-3405-0869B19F5B9A}"/>
                  </a:ext>
                </a:extLst>
              </p:cNvPr>
              <p:cNvSpPr txBox="1"/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74AAAC5D-7B1E-5F1F-3405-0869B19F5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51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E40B-BF25-15D3-84EC-617D6A45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A73E083A-71EA-A239-137A-D0D19EA65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nder Icon Png, Transparent Png - vhv">
            <a:extLst>
              <a:ext uri="{FF2B5EF4-FFF2-40B4-BE49-F238E27FC236}">
                <a16:creationId xmlns:a16="http://schemas.microsoft.com/office/drawing/2014/main" id="{A9D1CA8B-0922-349B-001F-D4E9499FD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25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ender Icon Png, Transparent Png - vhv">
            <a:extLst>
              <a:ext uri="{FF2B5EF4-FFF2-40B4-BE49-F238E27FC236}">
                <a16:creationId xmlns:a16="http://schemas.microsoft.com/office/drawing/2014/main" id="{9EE461EB-14F5-FA7F-8736-4190E95A2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51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ender Icon Png, Transparent Png - vhv">
            <a:extLst>
              <a:ext uri="{FF2B5EF4-FFF2-40B4-BE49-F238E27FC236}">
                <a16:creationId xmlns:a16="http://schemas.microsoft.com/office/drawing/2014/main" id="{8BA8772E-323F-C633-F561-3EF494D2C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88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Bender Icon Png, Transparent Png - vhv">
            <a:extLst>
              <a:ext uri="{FF2B5EF4-FFF2-40B4-BE49-F238E27FC236}">
                <a16:creationId xmlns:a16="http://schemas.microsoft.com/office/drawing/2014/main" id="{603E53B2-0956-03BF-F77E-96BA84AB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95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ender Icon Png, Transparent Png - vhv">
            <a:extLst>
              <a:ext uri="{FF2B5EF4-FFF2-40B4-BE49-F238E27FC236}">
                <a16:creationId xmlns:a16="http://schemas.microsoft.com/office/drawing/2014/main" id="{B0D27727-23A2-AAF8-7EF5-1309679DF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24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Bender Icon Png, Transparent Png - vhv">
            <a:extLst>
              <a:ext uri="{FF2B5EF4-FFF2-40B4-BE49-F238E27FC236}">
                <a16:creationId xmlns:a16="http://schemas.microsoft.com/office/drawing/2014/main" id="{AA6D2399-26F7-C38A-CC39-E35515766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59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50946BF5-B0E7-5E6B-C5ED-EB2E91AFE70A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50946BF5-B0E7-5E6B-C5ED-EB2E91AFE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5745BEA-B9C4-4A8D-B2BB-B0FC1BDAB36D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5745BEA-B9C4-4A8D-B2BB-B0FC1BDAB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0545EBF-AEF8-A4C7-E360-EAD4EFE837C2}"/>
                  </a:ext>
                </a:extLst>
              </p:cNvPr>
              <p:cNvSpPr txBox="1"/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00545EBF-AEF8-A4C7-E360-EAD4EFE83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blipFill>
                <a:blip r:embed="rId5"/>
                <a:stretch>
                  <a:fillRect l="-11628" r="-1162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8DA26D6-266F-7D50-9DA6-34BB95AA3A21}"/>
                  </a:ext>
                </a:extLst>
              </p:cNvPr>
              <p:cNvSpPr txBox="1"/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8DA26D6-266F-7D50-9DA6-34BB95AA3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507261B-BC37-5C8E-BE12-B07BDC051AD7}"/>
                  </a:ext>
                </a:extLst>
              </p:cNvPr>
              <p:cNvSpPr txBox="1"/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507261B-BC37-5C8E-BE12-B07BDC051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312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D0A7A-FFA6-5CFC-60BB-D35B3513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F5FF3142-19F2-CF9E-059A-407918A34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nder Icon Png, Transparent Png - vhv">
            <a:extLst>
              <a:ext uri="{FF2B5EF4-FFF2-40B4-BE49-F238E27FC236}">
                <a16:creationId xmlns:a16="http://schemas.microsoft.com/office/drawing/2014/main" id="{5560F755-B8A0-CD59-4572-4E84E65A1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25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ender Icon Png, Transparent Png - vhv">
            <a:extLst>
              <a:ext uri="{FF2B5EF4-FFF2-40B4-BE49-F238E27FC236}">
                <a16:creationId xmlns:a16="http://schemas.microsoft.com/office/drawing/2014/main" id="{6BDA2605-04AF-59D9-0F03-F5A21353E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51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ender Icon Png, Transparent Png - vhv">
            <a:extLst>
              <a:ext uri="{FF2B5EF4-FFF2-40B4-BE49-F238E27FC236}">
                <a16:creationId xmlns:a16="http://schemas.microsoft.com/office/drawing/2014/main" id="{2D4AB582-D03C-8EFF-91CD-1C3966756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88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Bender Icon Png, Transparent Png - vhv">
            <a:extLst>
              <a:ext uri="{FF2B5EF4-FFF2-40B4-BE49-F238E27FC236}">
                <a16:creationId xmlns:a16="http://schemas.microsoft.com/office/drawing/2014/main" id="{60B2FE9B-21B9-A23C-97DF-5D8B0D9DB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95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ender Icon Png, Transparent Png - vhv">
            <a:extLst>
              <a:ext uri="{FF2B5EF4-FFF2-40B4-BE49-F238E27FC236}">
                <a16:creationId xmlns:a16="http://schemas.microsoft.com/office/drawing/2014/main" id="{DF25E9BC-DEF0-F978-0618-E40BB2152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24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Bender Icon Png, Transparent Png - vhv">
            <a:extLst>
              <a:ext uri="{FF2B5EF4-FFF2-40B4-BE49-F238E27FC236}">
                <a16:creationId xmlns:a16="http://schemas.microsoft.com/office/drawing/2014/main" id="{55FE34A0-EA51-3BA5-4B78-20C3555A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59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0DCF476-BB09-F154-78C9-4F81DB6E8B27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B0DCF476-BB09-F154-78C9-4F81DB6E8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052035D-FF26-7F6A-28FB-43BEA43327EC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052035D-FF26-7F6A-28FB-43BEA4332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EFED7C11-57ED-4A96-AC53-A768810A4EB3}"/>
                  </a:ext>
                </a:extLst>
              </p:cNvPr>
              <p:cNvSpPr txBox="1"/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EFED7C11-57ED-4A96-AC53-A768810A4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blipFill>
                <a:blip r:embed="rId5"/>
                <a:stretch>
                  <a:fillRect l="-11628" r="-1162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EAE8D0F-41C8-788D-5C07-1DDF1DB1D0D4}"/>
                  </a:ext>
                </a:extLst>
              </p:cNvPr>
              <p:cNvSpPr txBox="1"/>
              <p:nvPr/>
            </p:nvSpPr>
            <p:spPr>
              <a:xfrm>
                <a:off x="128330" y="4814490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EAE8D0F-41C8-788D-5C07-1DDF1DB1D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4814490"/>
                <a:ext cx="784864" cy="369332"/>
              </a:xfrm>
              <a:prstGeom prst="rect">
                <a:avLst/>
              </a:prstGeom>
              <a:blipFill>
                <a:blip r:embed="rId6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BCEB899C-C974-9817-C9C3-BE47055F1206}"/>
                  </a:ext>
                </a:extLst>
              </p:cNvPr>
              <p:cNvSpPr txBox="1"/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BCEB899C-C974-9817-C9C3-BE47055F1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092691F2-F021-C5F8-6AAE-68EBF3C93B85}"/>
                  </a:ext>
                </a:extLst>
              </p:cNvPr>
              <p:cNvSpPr txBox="1"/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092691F2-F021-C5F8-6AAE-68EBF3C93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503131C0-1B58-E2EA-E112-9A7F85EA2EEC}"/>
                  </a:ext>
                </a:extLst>
              </p:cNvPr>
              <p:cNvSpPr txBox="1"/>
              <p:nvPr/>
            </p:nvSpPr>
            <p:spPr>
              <a:xfrm>
                <a:off x="1861924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503131C0-1B58-E2EA-E112-9A7F85EA2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24" y="4707474"/>
                <a:ext cx="1748895" cy="5833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EB6C1D80-10D2-724A-77E4-F72CAFA64BB5}"/>
                  </a:ext>
                </a:extLst>
              </p:cNvPr>
              <p:cNvSpPr txBox="1"/>
              <p:nvPr/>
            </p:nvSpPr>
            <p:spPr>
              <a:xfrm>
                <a:off x="4816721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EB6C1D80-10D2-724A-77E4-F72CAFA64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721" y="4707474"/>
                <a:ext cx="1748895" cy="5833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FAF8C22-AAAD-CA06-9FC1-047E27E242F9}"/>
                  </a:ext>
                </a:extLst>
              </p:cNvPr>
              <p:cNvSpPr txBox="1"/>
              <p:nvPr/>
            </p:nvSpPr>
            <p:spPr>
              <a:xfrm>
                <a:off x="7493291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FAF8C22-AAAD-CA06-9FC1-047E27E24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291" y="4707474"/>
                <a:ext cx="1748895" cy="5833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29BB9E72-2AA1-F90C-A217-45A10B828C2C}"/>
                  </a:ext>
                </a:extLst>
              </p:cNvPr>
              <p:cNvSpPr txBox="1"/>
              <p:nvPr/>
            </p:nvSpPr>
            <p:spPr>
              <a:xfrm>
                <a:off x="10098825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29BB9E72-2AA1-F90C-A217-45A10B828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825" y="4707474"/>
                <a:ext cx="1748895" cy="5833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60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3EB74-DD88-6801-8C24-7D5BEEE0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B17B8DAF-C126-9784-F66E-68A6C82A0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nder Icon Png, Transparent Png - vhv">
            <a:extLst>
              <a:ext uri="{FF2B5EF4-FFF2-40B4-BE49-F238E27FC236}">
                <a16:creationId xmlns:a16="http://schemas.microsoft.com/office/drawing/2014/main" id="{8596516D-E11C-9C5C-D4EC-5B00F9366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25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ender Icon Png, Transparent Png - vhv">
            <a:extLst>
              <a:ext uri="{FF2B5EF4-FFF2-40B4-BE49-F238E27FC236}">
                <a16:creationId xmlns:a16="http://schemas.microsoft.com/office/drawing/2014/main" id="{35405275-1E40-3BC0-D14D-423558DD1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51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ender Icon Png, Transparent Png - vhv">
            <a:extLst>
              <a:ext uri="{FF2B5EF4-FFF2-40B4-BE49-F238E27FC236}">
                <a16:creationId xmlns:a16="http://schemas.microsoft.com/office/drawing/2014/main" id="{D7D15726-10E8-A8DA-D4A4-4366F79EA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88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Bender Icon Png, Transparent Png - vhv">
            <a:extLst>
              <a:ext uri="{FF2B5EF4-FFF2-40B4-BE49-F238E27FC236}">
                <a16:creationId xmlns:a16="http://schemas.microsoft.com/office/drawing/2014/main" id="{0B3D03A3-2B41-8B2C-35A8-5E6034631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95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ender Icon Png, Transparent Png - vhv">
            <a:extLst>
              <a:ext uri="{FF2B5EF4-FFF2-40B4-BE49-F238E27FC236}">
                <a16:creationId xmlns:a16="http://schemas.microsoft.com/office/drawing/2014/main" id="{55276D19-C4C4-6B49-C0CA-4257374B9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24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Bender Icon Png, Transparent Png - vhv">
            <a:extLst>
              <a:ext uri="{FF2B5EF4-FFF2-40B4-BE49-F238E27FC236}">
                <a16:creationId xmlns:a16="http://schemas.microsoft.com/office/drawing/2014/main" id="{50FE1764-0149-BE0A-1A34-654E21890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59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Bender Icon Png, Transparent Png - vhv">
            <a:extLst>
              <a:ext uri="{FF2B5EF4-FFF2-40B4-BE49-F238E27FC236}">
                <a16:creationId xmlns:a16="http://schemas.microsoft.com/office/drawing/2014/main" id="{D0F5734C-76D2-30FE-EFD6-563E0017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665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Bender Icon Png, Transparent Png - vhv">
            <a:extLst>
              <a:ext uri="{FF2B5EF4-FFF2-40B4-BE49-F238E27FC236}">
                <a16:creationId xmlns:a16="http://schemas.microsoft.com/office/drawing/2014/main" id="{39846534-BB28-6C8B-40AD-4AE794C5D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039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ender Icon Png, Transparent Png - vhv">
            <a:extLst>
              <a:ext uri="{FF2B5EF4-FFF2-40B4-BE49-F238E27FC236}">
                <a16:creationId xmlns:a16="http://schemas.microsoft.com/office/drawing/2014/main" id="{ECA1C825-A46C-9CC7-3611-3C5912C90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447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Bender Icon Png, Transparent Png - vhv">
            <a:extLst>
              <a:ext uri="{FF2B5EF4-FFF2-40B4-BE49-F238E27FC236}">
                <a16:creationId xmlns:a16="http://schemas.microsoft.com/office/drawing/2014/main" id="{0FA308A9-33C3-8D39-804D-04B6335FE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208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Bender Icon Png, Transparent Png - vhv">
            <a:extLst>
              <a:ext uri="{FF2B5EF4-FFF2-40B4-BE49-F238E27FC236}">
                <a16:creationId xmlns:a16="http://schemas.microsoft.com/office/drawing/2014/main" id="{D5E2AECC-5A95-3D6A-1D73-0D5910C74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969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Bender Icon Png, Transparent Png - vhv">
            <a:extLst>
              <a:ext uri="{FF2B5EF4-FFF2-40B4-BE49-F238E27FC236}">
                <a16:creationId xmlns:a16="http://schemas.microsoft.com/office/drawing/2014/main" id="{7FAF25AE-1BEC-5AE0-B916-9673F67AA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730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Bender Icon Png, Transparent Png - vhv">
            <a:extLst>
              <a:ext uri="{FF2B5EF4-FFF2-40B4-BE49-F238E27FC236}">
                <a16:creationId xmlns:a16="http://schemas.microsoft.com/office/drawing/2014/main" id="{C21F0108-21F6-C061-CE1B-0EAB022EF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91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Bender Icon Png, Transparent Png - vhv">
            <a:extLst>
              <a:ext uri="{FF2B5EF4-FFF2-40B4-BE49-F238E27FC236}">
                <a16:creationId xmlns:a16="http://schemas.microsoft.com/office/drawing/2014/main" id="{07587654-D833-264E-962A-227C0A64F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252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8315F10-F0C3-0364-485F-BA806A10E617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8315F10-F0C3-0364-485F-BA806A10E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908D04A-8A18-C8D8-6A44-2B264A5E86FA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3908D04A-8A18-C8D8-6A44-2B264A5E8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3799C433-39D4-2A2D-C260-C2A3F8EA6C69}"/>
                  </a:ext>
                </a:extLst>
              </p:cNvPr>
              <p:cNvSpPr txBox="1"/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3799C433-39D4-2A2D-C260-C2A3F8EA6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blipFill>
                <a:blip r:embed="rId5"/>
                <a:stretch>
                  <a:fillRect l="-11628" r="-1162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F581F36B-C101-1060-2CCC-E0BB06D6FE5C}"/>
                  </a:ext>
                </a:extLst>
              </p:cNvPr>
              <p:cNvSpPr txBox="1"/>
              <p:nvPr/>
            </p:nvSpPr>
            <p:spPr>
              <a:xfrm>
                <a:off x="128330" y="4814490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F581F36B-C101-1060-2CCC-E0BB06D6F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4814490"/>
                <a:ext cx="784864" cy="369332"/>
              </a:xfrm>
              <a:prstGeom prst="rect">
                <a:avLst/>
              </a:prstGeom>
              <a:blipFill>
                <a:blip r:embed="rId6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B0A7A74-204A-D041-1155-0F80E60A6D92}"/>
                  </a:ext>
                </a:extLst>
              </p:cNvPr>
              <p:cNvSpPr txBox="1"/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3B0A7A74-204A-D041-1155-0F80E60A6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7777AB0-03EA-97E5-0E9D-B1F6E648B0E8}"/>
                  </a:ext>
                </a:extLst>
              </p:cNvPr>
              <p:cNvSpPr txBox="1"/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37777AB0-03EA-97E5-0E9D-B1F6E648B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28B10EC-9554-A18D-F3B1-1F67CDC8783C}"/>
                  </a:ext>
                </a:extLst>
              </p:cNvPr>
              <p:cNvSpPr txBox="1"/>
              <p:nvPr/>
            </p:nvSpPr>
            <p:spPr>
              <a:xfrm>
                <a:off x="1861924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28B10EC-9554-A18D-F3B1-1F67CDC8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24" y="4707474"/>
                <a:ext cx="1748895" cy="5833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908E0E3E-D54A-B0CB-6105-6CAD7258FB3E}"/>
                  </a:ext>
                </a:extLst>
              </p:cNvPr>
              <p:cNvSpPr txBox="1"/>
              <p:nvPr/>
            </p:nvSpPr>
            <p:spPr>
              <a:xfrm>
                <a:off x="4816721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908E0E3E-D54A-B0CB-6105-6CAD7258F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721" y="4707474"/>
                <a:ext cx="1748895" cy="5833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70D3EEAE-D0EE-C04A-2D48-C93A94B3AB6F}"/>
                  </a:ext>
                </a:extLst>
              </p:cNvPr>
              <p:cNvSpPr txBox="1"/>
              <p:nvPr/>
            </p:nvSpPr>
            <p:spPr>
              <a:xfrm>
                <a:off x="7493291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70D3EEAE-D0EE-C04A-2D48-C93A94B3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291" y="4707474"/>
                <a:ext cx="1748895" cy="5833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4CC7330-0704-7740-C874-A5E6665BAE3A}"/>
                  </a:ext>
                </a:extLst>
              </p:cNvPr>
              <p:cNvSpPr txBox="1"/>
              <p:nvPr/>
            </p:nvSpPr>
            <p:spPr>
              <a:xfrm>
                <a:off x="10098825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4CC7330-0704-7740-C874-A5E6665BA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825" y="4707474"/>
                <a:ext cx="1748895" cy="5833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240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9362C-CF54-4219-C959-89C72624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Bender Icon Png, Transparent Png - vhv">
            <a:extLst>
              <a:ext uri="{FF2B5EF4-FFF2-40B4-BE49-F238E27FC236}">
                <a16:creationId xmlns:a16="http://schemas.microsoft.com/office/drawing/2014/main" id="{141D143D-0F10-3E1A-3724-C7C6C3B7E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65" y="59083"/>
            <a:ext cx="936197" cy="115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nder Icon Png, Transparent Png - vhv">
            <a:extLst>
              <a:ext uri="{FF2B5EF4-FFF2-40B4-BE49-F238E27FC236}">
                <a16:creationId xmlns:a16="http://schemas.microsoft.com/office/drawing/2014/main" id="{D1760384-2DEF-A8A8-055D-BD7925055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25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ender Icon Png, Transparent Png - vhv">
            <a:extLst>
              <a:ext uri="{FF2B5EF4-FFF2-40B4-BE49-F238E27FC236}">
                <a16:creationId xmlns:a16="http://schemas.microsoft.com/office/drawing/2014/main" id="{5EB3460C-089D-DBD5-974F-33AA8D40B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51" y="2041202"/>
            <a:ext cx="635908" cy="78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ender Icon Png, Transparent Png - vhv">
            <a:extLst>
              <a:ext uri="{FF2B5EF4-FFF2-40B4-BE49-F238E27FC236}">
                <a16:creationId xmlns:a16="http://schemas.microsoft.com/office/drawing/2014/main" id="{CFC3D467-4696-0AD4-91A8-1C04A4403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88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Bender Icon Png, Transparent Png - vhv">
            <a:extLst>
              <a:ext uri="{FF2B5EF4-FFF2-40B4-BE49-F238E27FC236}">
                <a16:creationId xmlns:a16="http://schemas.microsoft.com/office/drawing/2014/main" id="{5790849A-A7EC-F6ED-96BB-28ED0487B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95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ender Icon Png, Transparent Png - vhv">
            <a:extLst>
              <a:ext uri="{FF2B5EF4-FFF2-40B4-BE49-F238E27FC236}">
                <a16:creationId xmlns:a16="http://schemas.microsoft.com/office/drawing/2014/main" id="{7B186CF8-CB75-9FD5-8035-EB4B6753A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24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Bender Icon Png, Transparent Png - vhv">
            <a:extLst>
              <a:ext uri="{FF2B5EF4-FFF2-40B4-BE49-F238E27FC236}">
                <a16:creationId xmlns:a16="http://schemas.microsoft.com/office/drawing/2014/main" id="{FD0FE800-2FD3-E3C4-1691-DBF82F873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592" y="4050492"/>
            <a:ext cx="450434" cy="55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Bender Icon Png, Transparent Png - vhv">
            <a:extLst>
              <a:ext uri="{FF2B5EF4-FFF2-40B4-BE49-F238E27FC236}">
                <a16:creationId xmlns:a16="http://schemas.microsoft.com/office/drawing/2014/main" id="{10AF36D3-6B3F-5189-A6D2-306C5BA81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665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Bender Icon Png, Transparent Png - vhv">
            <a:extLst>
              <a:ext uri="{FF2B5EF4-FFF2-40B4-BE49-F238E27FC236}">
                <a16:creationId xmlns:a16="http://schemas.microsoft.com/office/drawing/2014/main" id="{F5B465C2-4018-39C5-3982-82A0D1B0F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039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Bender Icon Png, Transparent Png - vhv">
            <a:extLst>
              <a:ext uri="{FF2B5EF4-FFF2-40B4-BE49-F238E27FC236}">
                <a16:creationId xmlns:a16="http://schemas.microsoft.com/office/drawing/2014/main" id="{56B1B444-A305-A234-C232-EBDCF833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447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Bender Icon Png, Transparent Png - vhv">
            <a:extLst>
              <a:ext uri="{FF2B5EF4-FFF2-40B4-BE49-F238E27FC236}">
                <a16:creationId xmlns:a16="http://schemas.microsoft.com/office/drawing/2014/main" id="{90AE1DB9-A485-CEA5-3E2A-270577F86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208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Bender Icon Png, Transparent Png - vhv">
            <a:extLst>
              <a:ext uri="{FF2B5EF4-FFF2-40B4-BE49-F238E27FC236}">
                <a16:creationId xmlns:a16="http://schemas.microsoft.com/office/drawing/2014/main" id="{9E40A555-D7D0-7642-8CB7-11E6CB676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969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Bender Icon Png, Transparent Png - vhv">
            <a:extLst>
              <a:ext uri="{FF2B5EF4-FFF2-40B4-BE49-F238E27FC236}">
                <a16:creationId xmlns:a16="http://schemas.microsoft.com/office/drawing/2014/main" id="{1D747F77-C8C3-36D2-85DC-99A0A5CCF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730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Bender Icon Png, Transparent Png - vhv">
            <a:extLst>
              <a:ext uri="{FF2B5EF4-FFF2-40B4-BE49-F238E27FC236}">
                <a16:creationId xmlns:a16="http://schemas.microsoft.com/office/drawing/2014/main" id="{4D918D92-EAC3-8F97-3F90-7963FE7EA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491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Bender Icon Png, Transparent Png - vhv">
            <a:extLst>
              <a:ext uri="{FF2B5EF4-FFF2-40B4-BE49-F238E27FC236}">
                <a16:creationId xmlns:a16="http://schemas.microsoft.com/office/drawing/2014/main" id="{E7089954-A8D3-C25E-2142-3998BB71C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252" y="5803185"/>
            <a:ext cx="291456" cy="3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58F3150-8862-3282-543F-26385B554BA5}"/>
                  </a:ext>
                </a:extLst>
              </p:cNvPr>
              <p:cNvSpPr txBox="1"/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58F3150-8862-3282-543F-26385B554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057" y="1270926"/>
                <a:ext cx="48081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F27B50B-29A3-AB64-DC7C-2A2EC83992AA}"/>
                  </a:ext>
                </a:extLst>
              </p:cNvPr>
              <p:cNvSpPr txBox="1"/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7F27B50B-29A3-AB64-DC7C-2A2EC8399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1332481"/>
                <a:ext cx="784864" cy="369332"/>
              </a:xfrm>
              <a:prstGeom prst="rect">
                <a:avLst/>
              </a:prstGeom>
              <a:blipFill>
                <a:blip r:embed="rId4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AC8F767-11A8-2AFD-8F4D-87EC87199065}"/>
                  </a:ext>
                </a:extLst>
              </p:cNvPr>
              <p:cNvSpPr txBox="1"/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AC8F767-11A8-2AFD-8F4D-87EC8719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3187757"/>
                <a:ext cx="784864" cy="369332"/>
              </a:xfrm>
              <a:prstGeom prst="rect">
                <a:avLst/>
              </a:prstGeom>
              <a:blipFill>
                <a:blip r:embed="rId5"/>
                <a:stretch>
                  <a:fillRect l="-11628" r="-1162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801E406-EC57-6553-396D-2CB8A1C2C83A}"/>
                  </a:ext>
                </a:extLst>
              </p:cNvPr>
              <p:cNvSpPr txBox="1"/>
              <p:nvPr/>
            </p:nvSpPr>
            <p:spPr>
              <a:xfrm>
                <a:off x="128330" y="4814490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801E406-EC57-6553-396D-2CB8A1C2C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4814490"/>
                <a:ext cx="784864" cy="369332"/>
              </a:xfrm>
              <a:prstGeom prst="rect">
                <a:avLst/>
              </a:prstGeom>
              <a:blipFill>
                <a:blip r:embed="rId6"/>
                <a:stretch>
                  <a:fillRect l="-11628" r="-11628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973682D7-5FB8-D1CD-4C71-0D84E727BE29}"/>
                  </a:ext>
                </a:extLst>
              </p:cNvPr>
              <p:cNvSpPr txBox="1"/>
              <p:nvPr/>
            </p:nvSpPr>
            <p:spPr>
              <a:xfrm>
                <a:off x="128330" y="6299442"/>
                <a:ext cx="784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973682D7-5FB8-D1CD-4C71-0D84E727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0" y="6299442"/>
                <a:ext cx="784864" cy="369332"/>
              </a:xfrm>
              <a:prstGeom prst="rect">
                <a:avLst/>
              </a:prstGeom>
              <a:blipFill>
                <a:blip r:embed="rId7"/>
                <a:stretch>
                  <a:fillRect l="-11628" r="-11628" b="-49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BF95E93A-2F9F-E0B2-855E-4E2F837DE5CE}"/>
                  </a:ext>
                </a:extLst>
              </p:cNvPr>
              <p:cNvSpPr txBox="1"/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BF95E93A-2F9F-E0B2-855E-4E2F837DE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686" y="2964799"/>
                <a:ext cx="1748895" cy="7000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0E681B8-C760-32EF-4586-82187A5C5A31}"/>
                  </a:ext>
                </a:extLst>
              </p:cNvPr>
              <p:cNvSpPr txBox="1"/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1+1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0E681B8-C760-32EF-4586-82187A5C5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30" y="2964799"/>
                <a:ext cx="1748895" cy="7000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21B31D0A-FBDD-B338-F293-11F0C8A7B982}"/>
                  </a:ext>
                </a:extLst>
              </p:cNvPr>
              <p:cNvSpPr txBox="1"/>
              <p:nvPr/>
            </p:nvSpPr>
            <p:spPr>
              <a:xfrm>
                <a:off x="1861924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21B31D0A-FBDD-B338-F293-11F0C8A7B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924" y="4707474"/>
                <a:ext cx="1748895" cy="5833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A313FDE-6ACF-04E9-5877-84F121E92FB4}"/>
                  </a:ext>
                </a:extLst>
              </p:cNvPr>
              <p:cNvSpPr txBox="1"/>
              <p:nvPr/>
            </p:nvSpPr>
            <p:spPr>
              <a:xfrm>
                <a:off x="4816721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A313FDE-6ACF-04E9-5877-84F121E92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721" y="4707474"/>
                <a:ext cx="1748895" cy="5833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F036A3AD-566B-B84D-AC8A-C256E4842DA9}"/>
                  </a:ext>
                </a:extLst>
              </p:cNvPr>
              <p:cNvSpPr txBox="1"/>
              <p:nvPr/>
            </p:nvSpPr>
            <p:spPr>
              <a:xfrm>
                <a:off x="7493291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F036A3AD-566B-B84D-AC8A-C256E4842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291" y="4707474"/>
                <a:ext cx="1748895" cy="5833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D8B78720-4F0C-3254-EA3B-E3FBD2B565E3}"/>
                  </a:ext>
                </a:extLst>
              </p:cNvPr>
              <p:cNvSpPr txBox="1"/>
              <p:nvPr/>
            </p:nvSpPr>
            <p:spPr>
              <a:xfrm>
                <a:off x="10098825" y="4707474"/>
                <a:ext cx="1748895" cy="5833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2+1</m:t>
                          </m:r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D8B78720-4F0C-3254-EA3B-E3FBD2B5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8825" y="4707474"/>
                <a:ext cx="1748895" cy="5833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70153341-197F-D519-F742-47F9B4B26305}"/>
                  </a:ext>
                </a:extLst>
              </p:cNvPr>
              <p:cNvSpPr txBox="1"/>
              <p:nvPr/>
            </p:nvSpPr>
            <p:spPr>
              <a:xfrm>
                <a:off x="1376441" y="6279950"/>
                <a:ext cx="1165904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70153341-197F-D519-F742-47F9B4B26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441" y="6279950"/>
                <a:ext cx="1165904" cy="408317"/>
              </a:xfrm>
              <a:prstGeom prst="rect">
                <a:avLst/>
              </a:prstGeom>
              <a:blipFill>
                <a:blip r:embed="rId1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BD24BB7-7857-7A97-03D3-0564AF33FE23}"/>
                  </a:ext>
                </a:extLst>
              </p:cNvPr>
              <p:cNvSpPr txBox="1"/>
              <p:nvPr/>
            </p:nvSpPr>
            <p:spPr>
              <a:xfrm>
                <a:off x="3012933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BD24BB7-7857-7A97-03D3-0564AF33F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933" y="6279950"/>
                <a:ext cx="1165903" cy="408317"/>
              </a:xfrm>
              <a:prstGeom prst="rect">
                <a:avLst/>
              </a:prstGeom>
              <a:blipFill>
                <a:blip r:embed="rId15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8486A008-1B13-58B6-F476-1FD6C3D1C623}"/>
                  </a:ext>
                </a:extLst>
              </p:cNvPr>
              <p:cNvSpPr txBox="1"/>
              <p:nvPr/>
            </p:nvSpPr>
            <p:spPr>
              <a:xfrm>
                <a:off x="4454437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8486A008-1B13-58B6-F476-1FD6C3D1C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437" y="6279950"/>
                <a:ext cx="1165903" cy="408317"/>
              </a:xfrm>
              <a:prstGeom prst="rect">
                <a:avLst/>
              </a:prstGeom>
              <a:blipFill>
                <a:blip r:embed="rId1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AAC78F4E-FD83-0CC4-BF08-68D21D4B2211}"/>
                  </a:ext>
                </a:extLst>
              </p:cNvPr>
              <p:cNvSpPr txBox="1"/>
              <p:nvPr/>
            </p:nvSpPr>
            <p:spPr>
              <a:xfrm>
                <a:off x="5791621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AAC78F4E-FD83-0CC4-BF08-68D21D4B2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621" y="6279950"/>
                <a:ext cx="1165903" cy="408317"/>
              </a:xfrm>
              <a:prstGeom prst="rect">
                <a:avLst/>
              </a:prstGeom>
              <a:blipFill>
                <a:blip r:embed="rId1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59305AC-B58F-39E7-E52D-C820D66CB126}"/>
                  </a:ext>
                </a:extLst>
              </p:cNvPr>
              <p:cNvSpPr txBox="1"/>
              <p:nvPr/>
            </p:nvSpPr>
            <p:spPr>
              <a:xfrm>
                <a:off x="7201835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59305AC-B58F-39E7-E52D-C820D66CB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835" y="6279950"/>
                <a:ext cx="1165903" cy="408317"/>
              </a:xfrm>
              <a:prstGeom prst="rect">
                <a:avLst/>
              </a:prstGeom>
              <a:blipFill>
                <a:blip r:embed="rId15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E5A51648-81EC-59B8-3C0A-CBF610ACFB59}"/>
                  </a:ext>
                </a:extLst>
              </p:cNvPr>
              <p:cNvSpPr txBox="1"/>
              <p:nvPr/>
            </p:nvSpPr>
            <p:spPr>
              <a:xfrm>
                <a:off x="8513506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E5A51648-81EC-59B8-3C0A-CBF610AC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506" y="6279950"/>
                <a:ext cx="1165903" cy="408317"/>
              </a:xfrm>
              <a:prstGeom prst="rect">
                <a:avLst/>
              </a:prstGeom>
              <a:blipFill>
                <a:blip r:embed="rId1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8870753-3831-D86A-D2BD-E8AA80CAB7D1}"/>
                  </a:ext>
                </a:extLst>
              </p:cNvPr>
              <p:cNvSpPr txBox="1"/>
              <p:nvPr/>
            </p:nvSpPr>
            <p:spPr>
              <a:xfrm>
                <a:off x="9920807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D8870753-3831-D86A-D2BD-E8AA80CAB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0807" y="6279950"/>
                <a:ext cx="1165903" cy="408317"/>
              </a:xfrm>
              <a:prstGeom prst="rect">
                <a:avLst/>
              </a:prstGeom>
              <a:blipFill>
                <a:blip r:embed="rId15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41B5074-A4A9-3EF6-C833-CBFF534B7D4A}"/>
                  </a:ext>
                </a:extLst>
              </p:cNvPr>
              <p:cNvSpPr txBox="1"/>
              <p:nvPr/>
            </p:nvSpPr>
            <p:spPr>
              <a:xfrm>
                <a:off x="11086710" y="6279950"/>
                <a:ext cx="1165903" cy="4083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3+1</m:t>
                          </m:r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41B5074-A4A9-3EF6-C833-CBFF534B7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710" y="6279950"/>
                <a:ext cx="1165903" cy="408317"/>
              </a:xfrm>
              <a:prstGeom prst="rect">
                <a:avLst/>
              </a:prstGeom>
              <a:blipFill>
                <a:blip r:embed="rId14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623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016F-DAE1-4BD6-4534-EE14C806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4B0B063-FC1A-FB62-7825-EFF2F016ED1D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</p:spTree>
    <p:extLst>
      <p:ext uri="{BB962C8B-B14F-4D97-AF65-F5344CB8AC3E}">
        <p14:creationId xmlns:p14="http://schemas.microsoft.com/office/powerpoint/2010/main" val="3961070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572A-841F-5834-48D0-09A67E3A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225A049B-3ED3-1F5D-0548-F264ED02630C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225A049B-3ED3-1F5D-0548-F264ED026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2CD9EC4E-19F6-8B21-C808-4A3DE81D99BB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0CB6E5-4C8D-FD87-8D9B-D446FE5D2B78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00137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5B28-6B3A-C15D-2F13-B367DEFA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EF00690-9DED-3EC2-A7E8-E82F127716B6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EF00690-9DED-3EC2-A7E8-E82F12771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4D8DE591-6F64-A767-8B06-A946E72F1BE4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A7C424-44A2-B861-8181-7915ECA744C9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7B78891-04D9-61BE-D33E-DAD135E7FDE4}"/>
                  </a:ext>
                </a:extLst>
              </p:cNvPr>
              <p:cNvSpPr txBox="1"/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Massa total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Benders</a:t>
                </a:r>
                <a:r>
                  <a:rPr lang="pt-BR" sz="2400" dirty="0"/>
                  <a:t> no k-</a:t>
                </a:r>
                <a:r>
                  <a:rPr lang="pt-BR" sz="2400" dirty="0" err="1"/>
                  <a:t>ésimo</a:t>
                </a:r>
                <a:r>
                  <a:rPr lang="pt-BR" sz="2400" dirty="0"/>
                  <a:t> processo de duplicação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7B78891-04D9-61BE-D33E-DAD135E7F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blipFill>
                <a:blip r:embed="rId3"/>
                <a:stretch>
                  <a:fillRect l="-1062" t="-7792" r="-212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67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8C36-8B54-0861-1A53-EC6EE4F4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FF4B57-DC85-A435-FC6B-4240385817F2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33FF4B57-DC85-A435-FC6B-424038581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E2B3395B-E567-A7E2-845D-1C33D214BFD2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4C58D1-53AD-6114-3DD1-AD2737BA51ED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4A387F7-6DB2-6CBF-14DE-0D9930358884}"/>
                  </a:ext>
                </a:extLst>
              </p:cNvPr>
              <p:cNvSpPr txBox="1"/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Massa total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Benders</a:t>
                </a:r>
                <a:r>
                  <a:rPr lang="pt-BR" sz="2400" dirty="0"/>
                  <a:t> no k-</a:t>
                </a:r>
                <a:r>
                  <a:rPr lang="pt-BR" sz="2400" dirty="0" err="1"/>
                  <a:t>ésimo</a:t>
                </a:r>
                <a:r>
                  <a:rPr lang="pt-BR" sz="2400" dirty="0"/>
                  <a:t> processo de duplicação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4A387F7-6DB2-6CBF-14DE-0D9930358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blipFill>
                <a:blip r:embed="rId3"/>
                <a:stretch>
                  <a:fillRect l="-1062" t="-7792" r="-212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F2436CE-461B-810F-D5B1-B909E20C59EC}"/>
                  </a:ext>
                </a:extLst>
              </p:cNvPr>
              <p:cNvSpPr txBox="1"/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F2436CE-461B-810F-D5B1-B909E20C5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E6CA485-B8FC-C407-E684-069D6166927F}"/>
              </a:ext>
            </a:extLst>
          </p:cNvPr>
          <p:cNvSpPr txBox="1"/>
          <p:nvPr/>
        </p:nvSpPr>
        <p:spPr>
          <a:xfrm>
            <a:off x="10461172" y="2258537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652815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8D625-6190-66BE-E458-E1F3259A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770AE45-9CEF-0672-B638-A8686F397746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770AE45-9CEF-0672-B638-A8686F397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5F8B74F9-E14C-1B80-7B25-DC344637442D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964DCB-DD08-4B13-0820-4F32B733242D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BB2005D-C027-515A-7F3D-B18DB70B0EBB}"/>
                  </a:ext>
                </a:extLst>
              </p:cNvPr>
              <p:cNvSpPr txBox="1"/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Massa total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Benders</a:t>
                </a:r>
                <a:r>
                  <a:rPr lang="pt-BR" sz="2400" dirty="0"/>
                  <a:t> no k-</a:t>
                </a:r>
                <a:r>
                  <a:rPr lang="pt-BR" sz="2400" dirty="0" err="1"/>
                  <a:t>ésimo</a:t>
                </a:r>
                <a:r>
                  <a:rPr lang="pt-BR" sz="2400" dirty="0"/>
                  <a:t> processo de duplicação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BB2005D-C027-515A-7F3D-B18DB70B0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blipFill>
                <a:blip r:embed="rId3"/>
                <a:stretch>
                  <a:fillRect l="-1062" t="-7792" r="-212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44062E5-7E7A-BF89-129A-6EA0DCD984E9}"/>
                  </a:ext>
                </a:extLst>
              </p:cNvPr>
              <p:cNvSpPr txBox="1"/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44062E5-7E7A-BF89-129A-6EA0DCD98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DE24FE3-771E-DB87-B95E-77B083F85A92}"/>
              </a:ext>
            </a:extLst>
          </p:cNvPr>
          <p:cNvSpPr txBox="1"/>
          <p:nvPr/>
        </p:nvSpPr>
        <p:spPr>
          <a:xfrm>
            <a:off x="10461172" y="2258537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(2)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3417473-0B43-FBDA-5FF4-8622769D3A8E}"/>
              </a:ext>
            </a:extLst>
          </p:cNvPr>
          <p:cNvSpPr txBox="1"/>
          <p:nvPr/>
        </p:nvSpPr>
        <p:spPr>
          <a:xfrm>
            <a:off x="402772" y="2939135"/>
            <a:ext cx="3593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Em notação de somatório</a:t>
            </a:r>
          </a:p>
        </p:txBody>
      </p:sp>
    </p:spTree>
    <p:extLst>
      <p:ext uri="{BB962C8B-B14F-4D97-AF65-F5344CB8AC3E}">
        <p14:creationId xmlns:p14="http://schemas.microsoft.com/office/powerpoint/2010/main" val="847802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DF6F-F883-A4AA-A9EA-AA1A1536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B717119-DE41-8143-C9D1-9E600C580C0D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B717119-DE41-8143-C9D1-9E600C580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309F0DBA-1EBC-A672-32E1-211EAE4D169E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C18860-ACB4-EE73-4BF7-830B75D5897F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7B10A5D-CE16-1A9F-E23B-B03E5CFE25AB}"/>
                  </a:ext>
                </a:extLst>
              </p:cNvPr>
              <p:cNvSpPr txBox="1"/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Massa total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Benders</a:t>
                </a:r>
                <a:r>
                  <a:rPr lang="pt-BR" sz="2400" dirty="0"/>
                  <a:t> no k-</a:t>
                </a:r>
                <a:r>
                  <a:rPr lang="pt-BR" sz="2400" dirty="0" err="1"/>
                  <a:t>ésimo</a:t>
                </a:r>
                <a:r>
                  <a:rPr lang="pt-BR" sz="2400" dirty="0"/>
                  <a:t> processo de duplicação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7B10A5D-CE16-1A9F-E23B-B03E5CFE2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blipFill>
                <a:blip r:embed="rId3"/>
                <a:stretch>
                  <a:fillRect l="-1062" t="-7792" r="-212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BF31876-1F51-7841-D8A0-3BAEFEDDC6A2}"/>
                  </a:ext>
                </a:extLst>
              </p:cNvPr>
              <p:cNvSpPr txBox="1"/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BF31876-1F51-7841-D8A0-3BAEFEDDC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7403E5ED-7C56-1DAB-8877-A1F56B0F0F51}"/>
              </a:ext>
            </a:extLst>
          </p:cNvPr>
          <p:cNvSpPr txBox="1"/>
          <p:nvPr/>
        </p:nvSpPr>
        <p:spPr>
          <a:xfrm>
            <a:off x="10461172" y="2258537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(2)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DED98C-AAE7-B2DF-CD91-1B2DFBA08B83}"/>
              </a:ext>
            </a:extLst>
          </p:cNvPr>
          <p:cNvSpPr txBox="1"/>
          <p:nvPr/>
        </p:nvSpPr>
        <p:spPr>
          <a:xfrm>
            <a:off x="402772" y="2939135"/>
            <a:ext cx="3593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Em notação de somatório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A2F791-88B7-F2AA-AE4F-38E05B7D5B6F}"/>
              </a:ext>
            </a:extLst>
          </p:cNvPr>
          <p:cNvSpPr txBox="1"/>
          <p:nvPr/>
        </p:nvSpPr>
        <p:spPr>
          <a:xfrm>
            <a:off x="10461172" y="3976731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B10BB78-F834-689D-44C0-3573F641512D}"/>
                  </a:ext>
                </a:extLst>
              </p:cNvPr>
              <p:cNvSpPr txBox="1"/>
              <p:nvPr/>
            </p:nvSpPr>
            <p:spPr>
              <a:xfrm>
                <a:off x="4461188" y="3535168"/>
                <a:ext cx="3858172" cy="1344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B10BB78-F834-689D-44C0-3573F6415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188" y="3535168"/>
                <a:ext cx="3858172" cy="13447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722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CC7DC-15CC-5236-20AF-BC09C417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1260C322-25B9-9095-5910-57C15E85AD0A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1260C322-25B9-9095-5910-57C15E85A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7A838D72-35A4-B551-2401-2E5A883BF726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94125C-5749-2DD5-8924-85FC1E834249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22B042D-5D29-7F0E-3D3A-1A140620E5A9}"/>
                  </a:ext>
                </a:extLst>
              </p:cNvPr>
              <p:cNvSpPr txBox="1"/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Massa total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Benders</a:t>
                </a:r>
                <a:r>
                  <a:rPr lang="pt-BR" sz="2400" dirty="0"/>
                  <a:t> no k-</a:t>
                </a:r>
                <a:r>
                  <a:rPr lang="pt-BR" sz="2400" dirty="0" err="1"/>
                  <a:t>ésimo</a:t>
                </a:r>
                <a:r>
                  <a:rPr lang="pt-BR" sz="2400" dirty="0"/>
                  <a:t> processo de duplicação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822B042D-5D29-7F0E-3D3A-1A140620E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blipFill>
                <a:blip r:embed="rId3"/>
                <a:stretch>
                  <a:fillRect l="-1062" t="-7792" r="-212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53F1FAC-85B2-15DB-5C38-B8CEFC8BC09D}"/>
                  </a:ext>
                </a:extLst>
              </p:cNvPr>
              <p:cNvSpPr txBox="1"/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53F1FAC-85B2-15DB-5C38-B8CEFC8BC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B24060A-4BE3-7FE5-F390-BE965D480526}"/>
              </a:ext>
            </a:extLst>
          </p:cNvPr>
          <p:cNvSpPr txBox="1"/>
          <p:nvPr/>
        </p:nvSpPr>
        <p:spPr>
          <a:xfrm>
            <a:off x="10461172" y="2258537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(2)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5DE8F25-4F18-8735-AA13-74D938A8BC1A}"/>
              </a:ext>
            </a:extLst>
          </p:cNvPr>
          <p:cNvSpPr txBox="1"/>
          <p:nvPr/>
        </p:nvSpPr>
        <p:spPr>
          <a:xfrm>
            <a:off x="402772" y="2939135"/>
            <a:ext cx="3593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Em notação de somatório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6486D-35ED-39DA-1F61-B2DE98B7E5AD}"/>
              </a:ext>
            </a:extLst>
          </p:cNvPr>
          <p:cNvSpPr txBox="1"/>
          <p:nvPr/>
        </p:nvSpPr>
        <p:spPr>
          <a:xfrm>
            <a:off x="10461172" y="3976731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CB26869-A018-F053-0B76-A1B7BBD153E9}"/>
                  </a:ext>
                </a:extLst>
              </p:cNvPr>
              <p:cNvSpPr txBox="1"/>
              <p:nvPr/>
            </p:nvSpPr>
            <p:spPr>
              <a:xfrm>
                <a:off x="4461188" y="3535168"/>
                <a:ext cx="3858172" cy="1344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3CB26869-A018-F053-0B76-A1B7BBD15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188" y="3535168"/>
                <a:ext cx="3858172" cy="13447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476229D6-2B98-A388-547D-8AEAF8ED1108}"/>
              </a:ext>
            </a:extLst>
          </p:cNvPr>
          <p:cNvSpPr txBox="1"/>
          <p:nvPr/>
        </p:nvSpPr>
        <p:spPr>
          <a:xfrm>
            <a:off x="402772" y="5055766"/>
            <a:ext cx="7159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Simplificando, obtemos a famosa série Harmônica</a:t>
            </a:r>
          </a:p>
        </p:txBody>
      </p:sp>
    </p:spTree>
    <p:extLst>
      <p:ext uri="{BB962C8B-B14F-4D97-AF65-F5344CB8AC3E}">
        <p14:creationId xmlns:p14="http://schemas.microsoft.com/office/powerpoint/2010/main" val="416402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DACD-A8C7-CDE6-C24A-0439C007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A62E7F1-3F9B-EA22-D102-429872F72B90}"/>
                  </a:ext>
                </a:extLst>
              </p:cNvPr>
              <p:cNvSpPr txBox="1"/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7A62E7F1-3F9B-EA22-D102-429872F72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873" y="540345"/>
                <a:ext cx="2607189" cy="9333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C9448168-D211-7508-59EE-F52DE81A2046}"/>
              </a:ext>
            </a:extLst>
          </p:cNvPr>
          <p:cNvSpPr txBox="1"/>
          <p:nvPr/>
        </p:nvSpPr>
        <p:spPr>
          <a:xfrm>
            <a:off x="402772" y="78680"/>
            <a:ext cx="10756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Fórmula geral para a massa de cada Bender no k-</a:t>
            </a:r>
            <a:r>
              <a:rPr lang="pt-BR" sz="2400" dirty="0" err="1"/>
              <a:t>esimo</a:t>
            </a:r>
            <a:r>
              <a:rPr lang="pt-BR" sz="2400" dirty="0"/>
              <a:t> processo de duplicação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4F1111-15A4-0988-ED8D-090DEB46E0D6}"/>
              </a:ext>
            </a:extLst>
          </p:cNvPr>
          <p:cNvSpPr txBox="1"/>
          <p:nvPr/>
        </p:nvSpPr>
        <p:spPr>
          <a:xfrm>
            <a:off x="10461172" y="776210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466598B-7A92-216E-F311-89FA5ED9FABB}"/>
                  </a:ext>
                </a:extLst>
              </p:cNvPr>
              <p:cNvSpPr txBox="1"/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Massa total dos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Benders</a:t>
                </a:r>
                <a:r>
                  <a:rPr lang="pt-BR" sz="2400" dirty="0"/>
                  <a:t> no k-</a:t>
                </a:r>
                <a:r>
                  <a:rPr lang="pt-BR" sz="2400" dirty="0" err="1"/>
                  <a:t>ésimo</a:t>
                </a:r>
                <a:r>
                  <a:rPr lang="pt-BR" sz="2400" dirty="0"/>
                  <a:t> processo de duplicação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466598B-7A92-216E-F311-89FA5ED9F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1571401"/>
                <a:ext cx="8612679" cy="468205"/>
              </a:xfrm>
              <a:prstGeom prst="rect">
                <a:avLst/>
              </a:prstGeom>
              <a:blipFill>
                <a:blip r:embed="rId3"/>
                <a:stretch>
                  <a:fillRect l="-1062" t="-7792" r="-212" b="-298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0578697-1B28-4004-1C01-5261B81F94A1}"/>
                  </a:ext>
                </a:extLst>
              </p:cNvPr>
              <p:cNvSpPr txBox="1"/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+8</m:t>
                          </m:r>
                          <m:sSub>
                            <m:sSub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0578697-1B28-4004-1C01-5261B81F9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20" y="2238725"/>
                <a:ext cx="7450693" cy="5012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18219DA-743D-BFDD-C2CD-14864403F780}"/>
              </a:ext>
            </a:extLst>
          </p:cNvPr>
          <p:cNvSpPr txBox="1"/>
          <p:nvPr/>
        </p:nvSpPr>
        <p:spPr>
          <a:xfrm>
            <a:off x="10461172" y="2258537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(2)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204D7F7-AC5A-2112-1317-2FB082D4291A}"/>
              </a:ext>
            </a:extLst>
          </p:cNvPr>
          <p:cNvSpPr txBox="1"/>
          <p:nvPr/>
        </p:nvSpPr>
        <p:spPr>
          <a:xfrm>
            <a:off x="402772" y="2939135"/>
            <a:ext cx="3593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Em notação de somatório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457F873-CF54-F9D9-9B2D-8C4956CABF33}"/>
              </a:ext>
            </a:extLst>
          </p:cNvPr>
          <p:cNvSpPr txBox="1"/>
          <p:nvPr/>
        </p:nvSpPr>
        <p:spPr>
          <a:xfrm>
            <a:off x="10461172" y="3976731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A25FB85-6A6E-9EA3-176D-C3FFD5C1DA75}"/>
                  </a:ext>
                </a:extLst>
              </p:cNvPr>
              <p:cNvSpPr txBox="1"/>
              <p:nvPr/>
            </p:nvSpPr>
            <p:spPr>
              <a:xfrm>
                <a:off x="4461188" y="3535168"/>
                <a:ext cx="3858172" cy="1344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A25FB85-6A6E-9EA3-176D-C3FFD5C1D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188" y="3535168"/>
                <a:ext cx="3858172" cy="13447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27B32A-954F-2510-B905-42A17F5C7E59}"/>
              </a:ext>
            </a:extLst>
          </p:cNvPr>
          <p:cNvSpPr txBox="1"/>
          <p:nvPr/>
        </p:nvSpPr>
        <p:spPr>
          <a:xfrm>
            <a:off x="402772" y="5055766"/>
            <a:ext cx="7159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Simplificando, obtemos a famosa série Harmônica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FACB85B-8BC1-981E-FAE0-6144594E95E1}"/>
              </a:ext>
            </a:extLst>
          </p:cNvPr>
          <p:cNvSpPr txBox="1"/>
          <p:nvPr/>
        </p:nvSpPr>
        <p:spPr>
          <a:xfrm>
            <a:off x="10461172" y="5905656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E52791C-DFC5-98D8-8CA4-67A2A26AF50B}"/>
                  </a:ext>
                </a:extLst>
              </p:cNvPr>
              <p:cNvSpPr txBox="1"/>
              <p:nvPr/>
            </p:nvSpPr>
            <p:spPr>
              <a:xfrm>
                <a:off x="4461188" y="5464093"/>
                <a:ext cx="2670475" cy="13447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32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E52791C-DFC5-98D8-8CA4-67A2A26AF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188" y="5464093"/>
                <a:ext cx="2670475" cy="13447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315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90373-5F1F-662D-557B-7004626D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36AE6792-6D64-BEC4-F3F5-5D3D27585182}"/>
                  </a:ext>
                </a:extLst>
              </p:cNvPr>
              <p:cNvSpPr txBox="1"/>
              <p:nvPr/>
            </p:nvSpPr>
            <p:spPr>
              <a:xfrm>
                <a:off x="402772" y="309595"/>
                <a:ext cx="10994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/>
                  <a:t>A série harmônica de fato é tida quando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sz="2400" dirty="0"/>
                  <a:t> e trocando de variável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36AE6792-6D64-BEC4-F3F5-5D3D27585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309595"/>
                <a:ext cx="10994571" cy="461665"/>
              </a:xfrm>
              <a:prstGeom prst="rect">
                <a:avLst/>
              </a:prstGeom>
              <a:blipFill>
                <a:blip r:embed="rId2"/>
                <a:stretch>
                  <a:fillRect l="-831"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0CB21B2C-4FA1-DFC2-5ED7-A34CEBF26CF2}"/>
              </a:ext>
            </a:extLst>
          </p:cNvPr>
          <p:cNvSpPr txBox="1"/>
          <p:nvPr/>
        </p:nvSpPr>
        <p:spPr>
          <a:xfrm>
            <a:off x="10461172" y="1355428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A93B59B-23FE-0DA0-0A9C-E3708CD834B4}"/>
                  </a:ext>
                </a:extLst>
              </p:cNvPr>
              <p:cNvSpPr txBox="1"/>
              <p:nvPr/>
            </p:nvSpPr>
            <p:spPr>
              <a:xfrm>
                <a:off x="4461188" y="913865"/>
                <a:ext cx="2438103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32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t-BR" sz="3200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7A93B59B-23FE-0DA0-0A9C-E3708CD8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188" y="913865"/>
                <a:ext cx="2438103" cy="1342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3959B46-BDD4-378C-3C56-86E07F408743}"/>
                  </a:ext>
                </a:extLst>
              </p:cNvPr>
              <p:cNvSpPr txBox="1"/>
              <p:nvPr/>
            </p:nvSpPr>
            <p:spPr>
              <a:xfrm>
                <a:off x="402772" y="2715337"/>
                <a:ext cx="63667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dirty="0"/>
                  <a:t>A série harmônica de fato é tida quando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3959B46-BDD4-378C-3C56-86E07F408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2" y="2715337"/>
                <a:ext cx="6366743" cy="461665"/>
              </a:xfrm>
              <a:prstGeom prst="rect">
                <a:avLst/>
              </a:prstGeom>
              <a:blipFill>
                <a:blip r:embed="rId4"/>
                <a:stretch>
                  <a:fillRect l="-1437"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8C24D48-59B6-CF23-F3DA-F4065D395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2" y="3177002"/>
            <a:ext cx="4729059" cy="368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FAC2EB9D-8827-1CFC-3223-10CBB22CB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352" y="3429000"/>
            <a:ext cx="2519296" cy="978237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350AC34-38F4-70F8-A728-0022BBDA4A55}"/>
              </a:ext>
            </a:extLst>
          </p:cNvPr>
          <p:cNvSpPr txBox="1"/>
          <p:nvPr/>
        </p:nvSpPr>
        <p:spPr>
          <a:xfrm>
            <a:off x="10461172" y="3687285"/>
            <a:ext cx="59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(6)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0623BB2-43F7-C3E6-C6B0-4AB1EBD1278E}"/>
              </a:ext>
            </a:extLst>
          </p:cNvPr>
          <p:cNvSpPr txBox="1"/>
          <p:nvPr/>
        </p:nvSpPr>
        <p:spPr>
          <a:xfrm>
            <a:off x="5072745" y="4914345"/>
            <a:ext cx="5268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Como a integral da equação (6) não converge, isso demonstra que soma dada pela série harmônica também não pode convergir.</a:t>
            </a:r>
          </a:p>
        </p:txBody>
      </p:sp>
    </p:spTree>
    <p:extLst>
      <p:ext uri="{BB962C8B-B14F-4D97-AF65-F5344CB8AC3E}">
        <p14:creationId xmlns:p14="http://schemas.microsoft.com/office/powerpoint/2010/main" val="1127451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B366D-FFF2-150C-B4A7-90E76922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Freeform: Shape 14344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344" name="Picture 8">
            <a:extLst>
              <a:ext uri="{FF2B5EF4-FFF2-40B4-BE49-F238E27FC236}">
                <a16:creationId xmlns:a16="http://schemas.microsoft.com/office/drawing/2014/main" id="{E29CC6C4-79DE-B602-9693-E0ACA3A2B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73" y="25908"/>
            <a:ext cx="11001063" cy="683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483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6C4EE-6E40-C16B-8DEE-B5128F91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B0BE3F68-5D0B-27DA-BE5D-ED82BD6B4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45" y="0"/>
            <a:ext cx="110427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530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00648-7364-9D7C-4CD0-86A095BE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59" name="Rectangle 14358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Freeform: Shape 1436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F1BC8F10-5AA3-3EC6-A4EB-F0A126659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61" y="-2"/>
            <a:ext cx="1106536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781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BF1E-EBDF-D0F4-6DF1-CE153B70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ke Share Subscribe Vector Design Images, Youtube Logo With Subscribe Like  And Share, Subscribe, Like, Share PNG Image For Free Download">
            <a:extLst>
              <a:ext uri="{FF2B5EF4-FFF2-40B4-BE49-F238E27FC236}">
                <a16:creationId xmlns:a16="http://schemas.microsoft.com/office/drawing/2014/main" id="{6486D38F-CE57-90F2-BF71-FD52F6562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7" t="15788" r="12845" b="17735"/>
          <a:stretch/>
        </p:blipFill>
        <p:spPr bwMode="auto">
          <a:xfrm>
            <a:off x="2459622" y="272142"/>
            <a:ext cx="7221694" cy="642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969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495</Words>
  <Application>Microsoft Office PowerPoint</Application>
  <PresentationFormat>Widescreen</PresentationFormat>
  <Paragraphs>111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2025-03-23T19:24:57Z</dcterms:created>
  <dcterms:modified xsi:type="dcterms:W3CDTF">2025-03-24T00:23:08Z</dcterms:modified>
</cp:coreProperties>
</file>