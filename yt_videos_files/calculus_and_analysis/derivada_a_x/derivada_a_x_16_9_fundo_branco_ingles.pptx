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63" r:id="rId2"/>
    <p:sldId id="257" r:id="rId3"/>
    <p:sldId id="260" r:id="rId4"/>
    <p:sldId id="262" r:id="rId5"/>
    <p:sldId id="265" r:id="rId6"/>
    <p:sldId id="264" r:id="rId7"/>
    <p:sldId id="266" r:id="rId8"/>
    <p:sldId id="267" r:id="rId9"/>
    <p:sldId id="268" r:id="rId10"/>
    <p:sldId id="269" r:id="rId11"/>
  </p:sldIdLst>
  <p:sldSz cx="162560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847B6"/>
    <a:srgbClr val="FFFFFF"/>
    <a:srgbClr val="008000"/>
    <a:srgbClr val="DEFF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20777C-628F-4889-AFC0-3AD3A27C8381}" v="205" dt="2026-04-21T01:59:09.309"/>
    <p1510:client id="{297D6A9D-5B10-4B8B-8302-A4A8D3293742}" v="81" dt="2026-04-21T13:53:59.497"/>
    <p1510:client id="{ACEB3414-F4E5-43FE-8997-017F24B9BF92}" v="630" dt="2026-04-22T00:51:30.6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76" autoAdjust="0"/>
    <p:restoredTop sz="94660"/>
  </p:normalViewPr>
  <p:slideViewPr>
    <p:cSldViewPr snapToGrid="0">
      <p:cViewPr varScale="1">
        <p:scale>
          <a:sx n="80" d="100"/>
          <a:sy n="80" d="100"/>
        </p:scale>
        <p:origin x="984" y="6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svaldo Luiz Santos Pereira" userId="c308351cf5a860c7" providerId="LiveId" clId="{3EF59E56-4CCE-4FE5-AF5F-969E092DDC67}"/>
    <pc:docChg chg="undo custSel addSld delSld modSld modMainMaster">
      <pc:chgData name="Osvaldo Luiz Santos Pereira" userId="c308351cf5a860c7" providerId="LiveId" clId="{3EF59E56-4CCE-4FE5-AF5F-969E092DDC67}" dt="2026-04-22T00:51:30.631" v="2865" actId="20577"/>
      <pc:docMkLst>
        <pc:docMk/>
      </pc:docMkLst>
      <pc:sldChg chg="addSp delSp modSp del mod setBg modAnim">
        <pc:chgData name="Osvaldo Luiz Santos Pereira" userId="c308351cf5a860c7" providerId="LiveId" clId="{3EF59E56-4CCE-4FE5-AF5F-969E092DDC67}" dt="2026-04-21T18:29:03.082" v="1251" actId="47"/>
        <pc:sldMkLst>
          <pc:docMk/>
          <pc:sldMk cId="3410455670" sldId="256"/>
        </pc:sldMkLst>
        <pc:spChg chg="del mod">
          <ac:chgData name="Osvaldo Luiz Santos Pereira" userId="c308351cf5a860c7" providerId="LiveId" clId="{3EF59E56-4CCE-4FE5-AF5F-969E092DDC67}" dt="2026-04-21T13:48:50.670" v="1050" actId="478"/>
          <ac:spMkLst>
            <pc:docMk/>
            <pc:sldMk cId="3410455670" sldId="256"/>
            <ac:spMk id="2" creationId="{D0F76A19-FCFA-BE77-FD1E-422BF7ED783C}"/>
          </ac:spMkLst>
        </pc:spChg>
        <pc:spChg chg="del mod">
          <ac:chgData name="Osvaldo Luiz Santos Pereira" userId="c308351cf5a860c7" providerId="LiveId" clId="{3EF59E56-4CCE-4FE5-AF5F-969E092DDC67}" dt="2026-04-21T13:30:08.853" v="638" actId="478"/>
          <ac:spMkLst>
            <pc:docMk/>
            <pc:sldMk cId="3410455670" sldId="256"/>
            <ac:spMk id="3" creationId="{1376403D-02E3-BCCD-236C-165C24D671F2}"/>
          </ac:spMkLst>
        </pc:spChg>
        <pc:spChg chg="del">
          <ac:chgData name="Osvaldo Luiz Santos Pereira" userId="c308351cf5a860c7" providerId="LiveId" clId="{3EF59E56-4CCE-4FE5-AF5F-969E092DDC67}" dt="2026-04-21T01:30:08.663" v="4" actId="478"/>
          <ac:spMkLst>
            <pc:docMk/>
            <pc:sldMk cId="3410455670" sldId="256"/>
            <ac:spMk id="4" creationId="{595A8CB4-5C40-EDB8-D0FE-B8382FFB4A49}"/>
          </ac:spMkLst>
        </pc:spChg>
        <pc:spChg chg="add del mod">
          <ac:chgData name="Osvaldo Luiz Santos Pereira" userId="c308351cf5a860c7" providerId="LiveId" clId="{3EF59E56-4CCE-4FE5-AF5F-969E092DDC67}" dt="2026-04-21T13:48:50.670" v="1050" actId="478"/>
          <ac:spMkLst>
            <pc:docMk/>
            <pc:sldMk cId="3410455670" sldId="256"/>
            <ac:spMk id="4" creationId="{88793001-599E-5747-089A-3C6CE16B6850}"/>
          </ac:spMkLst>
        </pc:spChg>
        <pc:spChg chg="add del mod">
          <ac:chgData name="Osvaldo Luiz Santos Pereira" userId="c308351cf5a860c7" providerId="LiveId" clId="{3EF59E56-4CCE-4FE5-AF5F-969E092DDC67}" dt="2026-04-21T13:48:50.670" v="1050" actId="478"/>
          <ac:spMkLst>
            <pc:docMk/>
            <pc:sldMk cId="3410455670" sldId="256"/>
            <ac:spMk id="5" creationId="{A1075297-4ABD-DBBA-A606-972A36419CF9}"/>
          </ac:spMkLst>
        </pc:spChg>
        <pc:spChg chg="add mod">
          <ac:chgData name="Osvaldo Luiz Santos Pereira" userId="c308351cf5a860c7" providerId="LiveId" clId="{3EF59E56-4CCE-4FE5-AF5F-969E092DDC67}" dt="2026-04-21T13:34:14.617" v="714" actId="164"/>
          <ac:spMkLst>
            <pc:docMk/>
            <pc:sldMk cId="3410455670" sldId="256"/>
            <ac:spMk id="6" creationId="{5AE63E12-37DB-18E9-B9E9-E68D18F5A225}"/>
          </ac:spMkLst>
        </pc:spChg>
        <pc:spChg chg="del">
          <ac:chgData name="Osvaldo Luiz Santos Pereira" userId="c308351cf5a860c7" providerId="LiveId" clId="{3EF59E56-4CCE-4FE5-AF5F-969E092DDC67}" dt="2026-04-21T01:30:08.663" v="4" actId="478"/>
          <ac:spMkLst>
            <pc:docMk/>
            <pc:sldMk cId="3410455670" sldId="256"/>
            <ac:spMk id="6" creationId="{DA5B5C7C-A770-B984-6328-8B92590C1122}"/>
          </ac:spMkLst>
        </pc:spChg>
        <pc:spChg chg="del">
          <ac:chgData name="Osvaldo Luiz Santos Pereira" userId="c308351cf5a860c7" providerId="LiveId" clId="{3EF59E56-4CCE-4FE5-AF5F-969E092DDC67}" dt="2026-04-21T01:30:08.663" v="4" actId="478"/>
          <ac:spMkLst>
            <pc:docMk/>
            <pc:sldMk cId="3410455670" sldId="256"/>
            <ac:spMk id="7" creationId="{6184FD01-16E1-7E20-4B4B-40222343D3AB}"/>
          </ac:spMkLst>
        </pc:spChg>
        <pc:spChg chg="add mod">
          <ac:chgData name="Osvaldo Luiz Santos Pereira" userId="c308351cf5a860c7" providerId="LiveId" clId="{3EF59E56-4CCE-4FE5-AF5F-969E092DDC67}" dt="2026-04-21T13:34:14.617" v="714" actId="164"/>
          <ac:spMkLst>
            <pc:docMk/>
            <pc:sldMk cId="3410455670" sldId="256"/>
            <ac:spMk id="7" creationId="{7516CA65-3AFC-7E09-E34E-40030C69D409}"/>
          </ac:spMkLst>
        </pc:spChg>
        <pc:spChg chg="del">
          <ac:chgData name="Osvaldo Luiz Santos Pereira" userId="c308351cf5a860c7" providerId="LiveId" clId="{3EF59E56-4CCE-4FE5-AF5F-969E092DDC67}" dt="2026-04-21T01:30:08.663" v="4" actId="478"/>
          <ac:spMkLst>
            <pc:docMk/>
            <pc:sldMk cId="3410455670" sldId="256"/>
            <ac:spMk id="8" creationId="{87522B44-3296-506E-1F30-A489F20514F7}"/>
          </ac:spMkLst>
        </pc:spChg>
        <pc:spChg chg="add mod">
          <ac:chgData name="Osvaldo Luiz Santos Pereira" userId="c308351cf5a860c7" providerId="LiveId" clId="{3EF59E56-4CCE-4FE5-AF5F-969E092DDC67}" dt="2026-04-21T13:34:14.617" v="714" actId="164"/>
          <ac:spMkLst>
            <pc:docMk/>
            <pc:sldMk cId="3410455670" sldId="256"/>
            <ac:spMk id="8" creationId="{F2432637-E2F3-9E32-AE25-2828E74F838D}"/>
          </ac:spMkLst>
        </pc:spChg>
        <pc:spChg chg="add del mod">
          <ac:chgData name="Osvaldo Luiz Santos Pereira" userId="c308351cf5a860c7" providerId="LiveId" clId="{3EF59E56-4CCE-4FE5-AF5F-969E092DDC67}" dt="2026-04-21T13:48:50.670" v="1050" actId="478"/>
          <ac:spMkLst>
            <pc:docMk/>
            <pc:sldMk cId="3410455670" sldId="256"/>
            <ac:spMk id="9" creationId="{BA00F64B-168A-5BB1-1DA5-66AF4165EA46}"/>
          </ac:spMkLst>
        </pc:spChg>
        <pc:spChg chg="del">
          <ac:chgData name="Osvaldo Luiz Santos Pereira" userId="c308351cf5a860c7" providerId="LiveId" clId="{3EF59E56-4CCE-4FE5-AF5F-969E092DDC67}" dt="2026-04-21T01:30:11.550" v="5" actId="478"/>
          <ac:spMkLst>
            <pc:docMk/>
            <pc:sldMk cId="3410455670" sldId="256"/>
            <ac:spMk id="10" creationId="{6B79FFC0-4208-2EFE-7FB1-3A68C604ED48}"/>
          </ac:spMkLst>
        </pc:spChg>
        <pc:spChg chg="add del mod">
          <ac:chgData name="Osvaldo Luiz Santos Pereira" userId="c308351cf5a860c7" providerId="LiveId" clId="{3EF59E56-4CCE-4FE5-AF5F-969E092DDC67}" dt="2026-04-21T01:35:09.573" v="125" actId="21"/>
          <ac:spMkLst>
            <pc:docMk/>
            <pc:sldMk cId="3410455670" sldId="256"/>
            <ac:spMk id="11" creationId="{5A412249-5F2D-01F5-79BE-55350C60E788}"/>
          </ac:spMkLst>
        </pc:spChg>
        <pc:spChg chg="add mod">
          <ac:chgData name="Osvaldo Luiz Santos Pereira" userId="c308351cf5a860c7" providerId="LiveId" clId="{3EF59E56-4CCE-4FE5-AF5F-969E092DDC67}" dt="2026-04-21T13:35:56.454" v="734" actId="1035"/>
          <ac:spMkLst>
            <pc:docMk/>
            <pc:sldMk cId="3410455670" sldId="256"/>
            <ac:spMk id="11" creationId="{72608071-5660-52E6-5B0E-FF5956EA4070}"/>
          </ac:spMkLst>
        </pc:spChg>
        <pc:spChg chg="add mod">
          <ac:chgData name="Osvaldo Luiz Santos Pereira" userId="c308351cf5a860c7" providerId="LiveId" clId="{3EF59E56-4CCE-4FE5-AF5F-969E092DDC67}" dt="2026-04-21T13:49:11.437" v="1083" actId="6549"/>
          <ac:spMkLst>
            <pc:docMk/>
            <pc:sldMk cId="3410455670" sldId="256"/>
            <ac:spMk id="12" creationId="{B179A610-735D-6354-1311-5F07FB7A7C5C}"/>
          </ac:spMkLst>
        </pc:spChg>
        <pc:spChg chg="del">
          <ac:chgData name="Osvaldo Luiz Santos Pereira" userId="c308351cf5a860c7" providerId="LiveId" clId="{3EF59E56-4CCE-4FE5-AF5F-969E092DDC67}" dt="2026-04-21T01:30:08.663" v="4" actId="478"/>
          <ac:spMkLst>
            <pc:docMk/>
            <pc:sldMk cId="3410455670" sldId="256"/>
            <ac:spMk id="16" creationId="{529E8C7E-2923-C8E3-557C-5AA38FE8B686}"/>
          </ac:spMkLst>
        </pc:spChg>
        <pc:spChg chg="add del mod">
          <ac:chgData name="Osvaldo Luiz Santos Pereira" userId="c308351cf5a860c7" providerId="LiveId" clId="{3EF59E56-4CCE-4FE5-AF5F-969E092DDC67}" dt="2026-04-21T13:50:57.769" v="1137" actId="478"/>
          <ac:spMkLst>
            <pc:docMk/>
            <pc:sldMk cId="3410455670" sldId="256"/>
            <ac:spMk id="18" creationId="{8ACD5706-2986-B970-3706-4D2F43C74024}"/>
          </ac:spMkLst>
        </pc:spChg>
        <pc:spChg chg="add mod">
          <ac:chgData name="Osvaldo Luiz Santos Pereira" userId="c308351cf5a860c7" providerId="LiveId" clId="{3EF59E56-4CCE-4FE5-AF5F-969E092DDC67}" dt="2026-04-21T13:50:49.149" v="1117"/>
          <ac:spMkLst>
            <pc:docMk/>
            <pc:sldMk cId="3410455670" sldId="256"/>
            <ac:spMk id="19" creationId="{2DB2104F-367C-1F56-45B5-CD7AC86EFDEF}"/>
          </ac:spMkLst>
        </pc:spChg>
        <pc:spChg chg="add del mod">
          <ac:chgData name="Osvaldo Luiz Santos Pereira" userId="c308351cf5a860c7" providerId="LiveId" clId="{3EF59E56-4CCE-4FE5-AF5F-969E092DDC67}" dt="2026-04-21T13:53:59.042" v="1189" actId="478"/>
          <ac:spMkLst>
            <pc:docMk/>
            <pc:sldMk cId="3410455670" sldId="256"/>
            <ac:spMk id="21" creationId="{AAAD8DF2-EF9B-5EC2-1CD6-786599B9AB7F}"/>
          </ac:spMkLst>
        </pc:spChg>
        <pc:spChg chg="add mod">
          <ac:chgData name="Osvaldo Luiz Santos Pereira" userId="c308351cf5a860c7" providerId="LiveId" clId="{3EF59E56-4CCE-4FE5-AF5F-969E092DDC67}" dt="2026-04-21T13:54:50.292" v="1226" actId="123"/>
          <ac:spMkLst>
            <pc:docMk/>
            <pc:sldMk cId="3410455670" sldId="256"/>
            <ac:spMk id="22" creationId="{576243EC-B501-0B7E-0F09-BB677545EDFE}"/>
          </ac:spMkLst>
        </pc:spChg>
        <pc:grpChg chg="add mod">
          <ac:chgData name="Osvaldo Luiz Santos Pereira" userId="c308351cf5a860c7" providerId="LiveId" clId="{3EF59E56-4CCE-4FE5-AF5F-969E092DDC67}" dt="2026-04-21T13:34:14.617" v="714" actId="164"/>
          <ac:grpSpMkLst>
            <pc:docMk/>
            <pc:sldMk cId="3410455670" sldId="256"/>
            <ac:grpSpMk id="10" creationId="{35C6E596-D2C6-62C6-A8D1-AB55C03BDA99}"/>
          </ac:grpSpMkLst>
        </pc:grpChg>
        <pc:cxnChg chg="del mod">
          <ac:chgData name="Osvaldo Luiz Santos Pereira" userId="c308351cf5a860c7" providerId="LiveId" clId="{3EF59E56-4CCE-4FE5-AF5F-969E092DDC67}" dt="2026-04-21T01:31:41.599" v="7" actId="478"/>
          <ac:cxnSpMkLst>
            <pc:docMk/>
            <pc:sldMk cId="3410455670" sldId="256"/>
            <ac:cxnSpMk id="5" creationId="{FF102456-5362-2191-8CE5-272A7544A499}"/>
          </ac:cxnSpMkLst>
        </pc:cxnChg>
        <pc:cxnChg chg="add del mod">
          <ac:chgData name="Osvaldo Luiz Santos Pereira" userId="c308351cf5a860c7" providerId="LiveId" clId="{3EF59E56-4CCE-4FE5-AF5F-969E092DDC67}" dt="2026-04-21T13:48:57.874" v="1051" actId="478"/>
          <ac:cxnSpMkLst>
            <pc:docMk/>
            <pc:sldMk cId="3410455670" sldId="256"/>
            <ac:cxnSpMk id="14" creationId="{EAA60271-5325-FBF2-E3F5-E4DCCC73F94B}"/>
          </ac:cxnSpMkLst>
        </pc:cxnChg>
      </pc:sldChg>
      <pc:sldChg chg="add del">
        <pc:chgData name="Osvaldo Luiz Santos Pereira" userId="c308351cf5a860c7" providerId="LiveId" clId="{3EF59E56-4CCE-4FE5-AF5F-969E092DDC67}" dt="2026-04-21T01:29:14.937" v="1"/>
        <pc:sldMkLst>
          <pc:docMk/>
          <pc:sldMk cId="190252436" sldId="257"/>
        </pc:sldMkLst>
      </pc:sldChg>
      <pc:sldChg chg="addSp delSp modSp add mod">
        <pc:chgData name="Osvaldo Luiz Santos Pereira" userId="c308351cf5a860c7" providerId="LiveId" clId="{3EF59E56-4CCE-4FE5-AF5F-969E092DDC67}" dt="2026-04-22T00:40:08.922" v="2864" actId="113"/>
        <pc:sldMkLst>
          <pc:docMk/>
          <pc:sldMk cId="1400977956" sldId="257"/>
        </pc:sldMkLst>
        <pc:spChg chg="add del mod">
          <ac:chgData name="Osvaldo Luiz Santos Pereira" userId="c308351cf5a860c7" providerId="LiveId" clId="{3EF59E56-4CCE-4FE5-AF5F-969E092DDC67}" dt="2026-04-21T13:52:52.366" v="1186" actId="478"/>
          <ac:spMkLst>
            <pc:docMk/>
            <pc:sldMk cId="1400977956" sldId="257"/>
            <ac:spMk id="2" creationId="{5D7AA35B-B2CD-4D78-A60C-BA46113E07E7}"/>
          </ac:spMkLst>
        </pc:spChg>
        <pc:spChg chg="del">
          <ac:chgData name="Osvaldo Luiz Santos Pereira" userId="c308351cf5a860c7" providerId="LiveId" clId="{3EF59E56-4CCE-4FE5-AF5F-969E092DDC67}" dt="2026-04-21T01:34:23" v="93" actId="478"/>
          <ac:spMkLst>
            <pc:docMk/>
            <pc:sldMk cId="1400977956" sldId="257"/>
            <ac:spMk id="2" creationId="{D0405830-B251-C35E-D599-E0D72167770B}"/>
          </ac:spMkLst>
        </pc:spChg>
        <pc:spChg chg="add mod">
          <ac:chgData name="Osvaldo Luiz Santos Pereira" userId="c308351cf5a860c7" providerId="LiveId" clId="{3EF59E56-4CCE-4FE5-AF5F-969E092DDC67}" dt="2026-04-21T13:36:01.145" v="735"/>
          <ac:spMkLst>
            <pc:docMk/>
            <pc:sldMk cId="1400977956" sldId="257"/>
            <ac:spMk id="3" creationId="{CCC9B23D-EB0A-9FBE-6DA7-ED7BEB3464F5}"/>
          </ac:spMkLst>
        </pc:spChg>
        <pc:spChg chg="del">
          <ac:chgData name="Osvaldo Luiz Santos Pereira" userId="c308351cf5a860c7" providerId="LiveId" clId="{3EF59E56-4CCE-4FE5-AF5F-969E092DDC67}" dt="2026-04-21T01:34:23" v="93" actId="478"/>
          <ac:spMkLst>
            <pc:docMk/>
            <pc:sldMk cId="1400977956" sldId="257"/>
            <ac:spMk id="3" creationId="{F1675F3F-E888-6161-A4EB-E4A12268021B}"/>
          </ac:spMkLst>
        </pc:spChg>
        <pc:spChg chg="add mod">
          <ac:chgData name="Osvaldo Luiz Santos Pereira" userId="c308351cf5a860c7" providerId="LiveId" clId="{3EF59E56-4CCE-4FE5-AF5F-969E092DDC67}" dt="2026-04-22T00:39:50.529" v="2863" actId="113"/>
          <ac:spMkLst>
            <pc:docMk/>
            <pc:sldMk cId="1400977956" sldId="257"/>
            <ac:spMk id="4" creationId="{0A2FCA65-2DCF-57F9-5DB9-AE83F10AD400}"/>
          </ac:spMkLst>
        </pc:spChg>
        <pc:spChg chg="add del">
          <ac:chgData name="Osvaldo Luiz Santos Pereira" userId="c308351cf5a860c7" providerId="LiveId" clId="{3EF59E56-4CCE-4FE5-AF5F-969E092DDC67}" dt="2026-04-21T01:36:18.350" v="163" actId="478"/>
          <ac:spMkLst>
            <pc:docMk/>
            <pc:sldMk cId="1400977956" sldId="257"/>
            <ac:spMk id="4" creationId="{1F4EA05E-AE39-DC52-C5B7-7DB025C24458}"/>
          </ac:spMkLst>
        </pc:spChg>
        <pc:spChg chg="add mod">
          <ac:chgData name="Osvaldo Luiz Santos Pereira" userId="c308351cf5a860c7" providerId="LiveId" clId="{3EF59E56-4CCE-4FE5-AF5F-969E092DDC67}" dt="2026-04-21T23:29:03.054" v="2540" actId="20577"/>
          <ac:spMkLst>
            <pc:docMk/>
            <pc:sldMk cId="1400977956" sldId="257"/>
            <ac:spMk id="5" creationId="{043156B7-440D-4D8A-3B88-21B24DDC64B2}"/>
          </ac:spMkLst>
        </pc:spChg>
        <pc:spChg chg="mod">
          <ac:chgData name="Osvaldo Luiz Santos Pereira" userId="c308351cf5a860c7" providerId="LiveId" clId="{3EF59E56-4CCE-4FE5-AF5F-969E092DDC67}" dt="2026-04-21T13:42:51.552" v="879" actId="1076"/>
          <ac:spMkLst>
            <pc:docMk/>
            <pc:sldMk cId="1400977956" sldId="257"/>
            <ac:spMk id="6" creationId="{6C59A3A0-0782-3286-044E-75ECD2ADC196}"/>
          </ac:spMkLst>
        </pc:spChg>
        <pc:spChg chg="add del">
          <ac:chgData name="Osvaldo Luiz Santos Pereira" userId="c308351cf5a860c7" providerId="LiveId" clId="{3EF59E56-4CCE-4FE5-AF5F-969E092DDC67}" dt="2026-04-21T01:36:18.350" v="163" actId="478"/>
          <ac:spMkLst>
            <pc:docMk/>
            <pc:sldMk cId="1400977956" sldId="257"/>
            <ac:spMk id="7" creationId="{2B5D3F23-209F-0A5F-6E4A-2EB6AC93B2FB}"/>
          </ac:spMkLst>
        </pc:spChg>
        <pc:spChg chg="add del">
          <ac:chgData name="Osvaldo Luiz Santos Pereira" userId="c308351cf5a860c7" providerId="LiveId" clId="{3EF59E56-4CCE-4FE5-AF5F-969E092DDC67}" dt="2026-04-21T01:36:18.350" v="163" actId="478"/>
          <ac:spMkLst>
            <pc:docMk/>
            <pc:sldMk cId="1400977956" sldId="257"/>
            <ac:spMk id="8" creationId="{9DFF769B-030D-575D-2DB4-50C8F4F824B2}"/>
          </ac:spMkLst>
        </pc:spChg>
        <pc:spChg chg="add mod">
          <ac:chgData name="Osvaldo Luiz Santos Pereira" userId="c308351cf5a860c7" providerId="LiveId" clId="{3EF59E56-4CCE-4FE5-AF5F-969E092DDC67}" dt="2026-04-21T13:41:07.886" v="830"/>
          <ac:spMkLst>
            <pc:docMk/>
            <pc:sldMk cId="1400977956" sldId="257"/>
            <ac:spMk id="8" creationId="{AEB40256-99D6-9F77-3CE5-07A76D18C995}"/>
          </ac:spMkLst>
        </pc:spChg>
        <pc:spChg chg="add del mod">
          <ac:chgData name="Osvaldo Luiz Santos Pereira" userId="c308351cf5a860c7" providerId="LiveId" clId="{3EF59E56-4CCE-4FE5-AF5F-969E092DDC67}" dt="2026-04-21T13:40:49.561" v="825" actId="478"/>
          <ac:spMkLst>
            <pc:docMk/>
            <pc:sldMk cId="1400977956" sldId="257"/>
            <ac:spMk id="9" creationId="{A5897EE8-A668-D0B9-CE01-A23079CAF969}"/>
          </ac:spMkLst>
        </pc:spChg>
        <pc:spChg chg="add del mod">
          <ac:chgData name="Osvaldo Luiz Santos Pereira" userId="c308351cf5a860c7" providerId="LiveId" clId="{3EF59E56-4CCE-4FE5-AF5F-969E092DDC67}" dt="2026-04-21T01:36:18.350" v="163" actId="478"/>
          <ac:spMkLst>
            <pc:docMk/>
            <pc:sldMk cId="1400977956" sldId="257"/>
            <ac:spMk id="10" creationId="{8AD9E748-4B79-0950-9426-C7F787CCBC1C}"/>
          </ac:spMkLst>
        </pc:spChg>
        <pc:spChg chg="add mod">
          <ac:chgData name="Osvaldo Luiz Santos Pereira" userId="c308351cf5a860c7" providerId="LiveId" clId="{3EF59E56-4CCE-4FE5-AF5F-969E092DDC67}" dt="2026-04-21T18:42:57.804" v="1457" actId="20577"/>
          <ac:spMkLst>
            <pc:docMk/>
            <pc:sldMk cId="1400977956" sldId="257"/>
            <ac:spMk id="10" creationId="{C3FC30AF-976C-A545-8DB6-78C491A0B34D}"/>
          </ac:spMkLst>
        </pc:spChg>
        <pc:spChg chg="add del mod">
          <ac:chgData name="Osvaldo Luiz Santos Pereira" userId="c308351cf5a860c7" providerId="LiveId" clId="{3EF59E56-4CCE-4FE5-AF5F-969E092DDC67}" dt="2026-04-21T13:40:49.561" v="825" actId="478"/>
          <ac:spMkLst>
            <pc:docMk/>
            <pc:sldMk cId="1400977956" sldId="257"/>
            <ac:spMk id="11" creationId="{5A412249-5F2D-01F5-79BE-55350C60E788}"/>
          </ac:spMkLst>
        </pc:spChg>
        <pc:spChg chg="add del mod">
          <ac:chgData name="Osvaldo Luiz Santos Pereira" userId="c308351cf5a860c7" providerId="LiveId" clId="{3EF59E56-4CCE-4FE5-AF5F-969E092DDC67}" dt="2026-04-21T13:39:43.936" v="809" actId="478"/>
          <ac:spMkLst>
            <pc:docMk/>
            <pc:sldMk cId="1400977956" sldId="257"/>
            <ac:spMk id="12" creationId="{4CB61FDC-5FA2-81D6-B2FB-1E09ED4574E3}"/>
          </ac:spMkLst>
        </pc:spChg>
        <pc:spChg chg="add mod">
          <ac:chgData name="Osvaldo Luiz Santos Pereira" userId="c308351cf5a860c7" providerId="LiveId" clId="{3EF59E56-4CCE-4FE5-AF5F-969E092DDC67}" dt="2026-04-21T13:43:36.786" v="890" actId="1076"/>
          <ac:spMkLst>
            <pc:docMk/>
            <pc:sldMk cId="1400977956" sldId="257"/>
            <ac:spMk id="13" creationId="{63CEF6DA-040B-68D0-98D5-52D849C5201A}"/>
          </ac:spMkLst>
        </pc:spChg>
        <pc:spChg chg="add mod">
          <ac:chgData name="Osvaldo Luiz Santos Pereira" userId="c308351cf5a860c7" providerId="LiveId" clId="{3EF59E56-4CCE-4FE5-AF5F-969E092DDC67}" dt="2026-04-22T00:40:08.922" v="2864" actId="113"/>
          <ac:spMkLst>
            <pc:docMk/>
            <pc:sldMk cId="1400977956" sldId="257"/>
            <ac:spMk id="14" creationId="{6825DAC1-ABBA-4F9B-2D53-B9DF771796BE}"/>
          </ac:spMkLst>
        </pc:spChg>
        <pc:spChg chg="add mod">
          <ac:chgData name="Osvaldo Luiz Santos Pereira" userId="c308351cf5a860c7" providerId="LiveId" clId="{3EF59E56-4CCE-4FE5-AF5F-969E092DDC67}" dt="2026-04-21T13:43:28.260" v="888" actId="1076"/>
          <ac:spMkLst>
            <pc:docMk/>
            <pc:sldMk cId="1400977956" sldId="257"/>
            <ac:spMk id="15" creationId="{BAC1E1D9-2E0D-16EC-085C-93959C3E03BF}"/>
          </ac:spMkLst>
        </pc:spChg>
        <pc:spChg chg="add del">
          <ac:chgData name="Osvaldo Luiz Santos Pereira" userId="c308351cf5a860c7" providerId="LiveId" clId="{3EF59E56-4CCE-4FE5-AF5F-969E092DDC67}" dt="2026-04-21T01:36:18.350" v="163" actId="478"/>
          <ac:spMkLst>
            <pc:docMk/>
            <pc:sldMk cId="1400977956" sldId="257"/>
            <ac:spMk id="16" creationId="{A8A702A1-01B2-A75C-197E-574CB6C1F79B}"/>
          </ac:spMkLst>
        </pc:spChg>
        <pc:spChg chg="mod">
          <ac:chgData name="Osvaldo Luiz Santos Pereira" userId="c308351cf5a860c7" providerId="LiveId" clId="{3EF59E56-4CCE-4FE5-AF5F-969E092DDC67}" dt="2026-04-21T13:52:56.719" v="1187"/>
          <ac:spMkLst>
            <pc:docMk/>
            <pc:sldMk cId="1400977956" sldId="257"/>
            <ac:spMk id="17" creationId="{E106CFE0-CC6D-6F78-C5DA-0E5C29266848}"/>
          </ac:spMkLst>
        </pc:spChg>
        <pc:spChg chg="mod">
          <ac:chgData name="Osvaldo Luiz Santos Pereira" userId="c308351cf5a860c7" providerId="LiveId" clId="{3EF59E56-4CCE-4FE5-AF5F-969E092DDC67}" dt="2026-04-21T13:52:56.719" v="1187"/>
          <ac:spMkLst>
            <pc:docMk/>
            <pc:sldMk cId="1400977956" sldId="257"/>
            <ac:spMk id="18" creationId="{61AAB03C-BB5F-F2C0-B6BB-BA5C586A5990}"/>
          </ac:spMkLst>
        </pc:spChg>
        <pc:spChg chg="mod">
          <ac:chgData name="Osvaldo Luiz Santos Pereira" userId="c308351cf5a860c7" providerId="LiveId" clId="{3EF59E56-4CCE-4FE5-AF5F-969E092DDC67}" dt="2026-04-21T13:52:56.719" v="1187"/>
          <ac:spMkLst>
            <pc:docMk/>
            <pc:sldMk cId="1400977956" sldId="257"/>
            <ac:spMk id="19" creationId="{BC05EC02-19C4-9919-B73C-469FF94510F8}"/>
          </ac:spMkLst>
        </pc:spChg>
        <pc:grpChg chg="add mod">
          <ac:chgData name="Osvaldo Luiz Santos Pereira" userId="c308351cf5a860c7" providerId="LiveId" clId="{3EF59E56-4CCE-4FE5-AF5F-969E092DDC67}" dt="2026-04-21T13:52:56.719" v="1187"/>
          <ac:grpSpMkLst>
            <pc:docMk/>
            <pc:sldMk cId="1400977956" sldId="257"/>
            <ac:grpSpMk id="16" creationId="{DD46A61D-E1D0-ABFB-752F-2346E1F1BB81}"/>
          </ac:grpSpMkLst>
        </pc:grpChg>
        <pc:cxnChg chg="del">
          <ac:chgData name="Osvaldo Luiz Santos Pereira" userId="c308351cf5a860c7" providerId="LiveId" clId="{3EF59E56-4CCE-4FE5-AF5F-969E092DDC67}" dt="2026-04-21T01:34:23" v="93" actId="478"/>
          <ac:cxnSpMkLst>
            <pc:docMk/>
            <pc:sldMk cId="1400977956" sldId="257"/>
            <ac:cxnSpMk id="5" creationId="{0F4C7DBD-4E26-4ABB-6777-96A528FCAAD3}"/>
          </ac:cxnSpMkLst>
        </pc:cxnChg>
        <pc:cxnChg chg="add mod">
          <ac:chgData name="Osvaldo Luiz Santos Pereira" userId="c308351cf5a860c7" providerId="LiveId" clId="{3EF59E56-4CCE-4FE5-AF5F-969E092DDC67}" dt="2026-04-21T13:40:06.992" v="819"/>
          <ac:cxnSpMkLst>
            <pc:docMk/>
            <pc:sldMk cId="1400977956" sldId="257"/>
            <ac:cxnSpMk id="7" creationId="{6E2F953E-D30A-E7E8-BCA5-6F531DD47751}"/>
          </ac:cxnSpMkLst>
        </pc:cxnChg>
      </pc:sldChg>
      <pc:sldChg chg="add del">
        <pc:chgData name="Osvaldo Luiz Santos Pereira" userId="c308351cf5a860c7" providerId="LiveId" clId="{3EF59E56-4CCE-4FE5-AF5F-969E092DDC67}" dt="2026-04-21T01:59:18.068" v="584" actId="47"/>
        <pc:sldMkLst>
          <pc:docMk/>
          <pc:sldMk cId="2051632757" sldId="258"/>
        </pc:sldMkLst>
      </pc:sldChg>
      <pc:sldChg chg="addSp delSp modSp add del mod">
        <pc:chgData name="Osvaldo Luiz Santos Pereira" userId="c308351cf5a860c7" providerId="LiveId" clId="{3EF59E56-4CCE-4FE5-AF5F-969E092DDC67}" dt="2026-04-21T13:42:21.539" v="874" actId="47"/>
        <pc:sldMkLst>
          <pc:docMk/>
          <pc:sldMk cId="2929822397" sldId="259"/>
        </pc:sldMkLst>
        <pc:spChg chg="add mod">
          <ac:chgData name="Osvaldo Luiz Santos Pereira" userId="c308351cf5a860c7" providerId="LiveId" clId="{3EF59E56-4CCE-4FE5-AF5F-969E092DDC67}" dt="2026-04-21T13:28:45.014" v="595" actId="207"/>
          <ac:spMkLst>
            <pc:docMk/>
            <pc:sldMk cId="2929822397" sldId="259"/>
            <ac:spMk id="2" creationId="{7739F8E8-A87F-2A1F-3F75-94360065CB1F}"/>
          </ac:spMkLst>
        </pc:spChg>
        <pc:spChg chg="add mod">
          <ac:chgData name="Osvaldo Luiz Santos Pereira" userId="c308351cf5a860c7" providerId="LiveId" clId="{3EF59E56-4CCE-4FE5-AF5F-969E092DDC67}" dt="2026-04-21T13:37:54.505" v="778" actId="2711"/>
          <ac:spMkLst>
            <pc:docMk/>
            <pc:sldMk cId="2929822397" sldId="259"/>
            <ac:spMk id="3" creationId="{0F0115AB-6661-F708-B23D-31BB1F785227}"/>
          </ac:spMkLst>
        </pc:spChg>
        <pc:spChg chg="del">
          <ac:chgData name="Osvaldo Luiz Santos Pereira" userId="c308351cf5a860c7" providerId="LiveId" clId="{3EF59E56-4CCE-4FE5-AF5F-969E092DDC67}" dt="2026-04-21T01:37:06.380" v="182" actId="478"/>
          <ac:spMkLst>
            <pc:docMk/>
            <pc:sldMk cId="2929822397" sldId="259"/>
            <ac:spMk id="4" creationId="{AD482799-8040-42F4-81FC-4E2E5B62C971}"/>
          </ac:spMkLst>
        </pc:spChg>
        <pc:spChg chg="add mod">
          <ac:chgData name="Osvaldo Luiz Santos Pereira" userId="c308351cf5a860c7" providerId="LiveId" clId="{3EF59E56-4CCE-4FE5-AF5F-969E092DDC67}" dt="2026-04-21T13:37:56.153" v="779" actId="2711"/>
          <ac:spMkLst>
            <pc:docMk/>
            <pc:sldMk cId="2929822397" sldId="259"/>
            <ac:spMk id="5" creationId="{7020DEEA-7065-5C28-25B3-C33E3C6F4A11}"/>
          </ac:spMkLst>
        </pc:spChg>
        <pc:spChg chg="del">
          <ac:chgData name="Osvaldo Luiz Santos Pereira" userId="c308351cf5a860c7" providerId="LiveId" clId="{3EF59E56-4CCE-4FE5-AF5F-969E092DDC67}" dt="2026-04-21T01:37:06.380" v="182" actId="478"/>
          <ac:spMkLst>
            <pc:docMk/>
            <pc:sldMk cId="2929822397" sldId="259"/>
            <ac:spMk id="6" creationId="{71B5114B-FE54-B527-A96D-066BF325495F}"/>
          </ac:spMkLst>
        </pc:spChg>
        <pc:spChg chg="mod">
          <ac:chgData name="Osvaldo Luiz Santos Pereira" userId="c308351cf5a860c7" providerId="LiveId" clId="{3EF59E56-4CCE-4FE5-AF5F-969E092DDC67}" dt="2026-04-21T13:34:18.479" v="715"/>
          <ac:spMkLst>
            <pc:docMk/>
            <pc:sldMk cId="2929822397" sldId="259"/>
            <ac:spMk id="6" creationId="{A5C579AE-AD68-DC90-3115-C1F12BAB28EF}"/>
          </ac:spMkLst>
        </pc:spChg>
        <pc:spChg chg="del">
          <ac:chgData name="Osvaldo Luiz Santos Pereira" userId="c308351cf5a860c7" providerId="LiveId" clId="{3EF59E56-4CCE-4FE5-AF5F-969E092DDC67}" dt="2026-04-21T01:37:06.380" v="182" actId="478"/>
          <ac:spMkLst>
            <pc:docMk/>
            <pc:sldMk cId="2929822397" sldId="259"/>
            <ac:spMk id="7" creationId="{A2B68298-43F0-D893-5EF9-864685D38071}"/>
          </ac:spMkLst>
        </pc:spChg>
        <pc:spChg chg="mod">
          <ac:chgData name="Osvaldo Luiz Santos Pereira" userId="c308351cf5a860c7" providerId="LiveId" clId="{3EF59E56-4CCE-4FE5-AF5F-969E092DDC67}" dt="2026-04-21T13:34:18.479" v="715"/>
          <ac:spMkLst>
            <pc:docMk/>
            <pc:sldMk cId="2929822397" sldId="259"/>
            <ac:spMk id="7" creationId="{E44E90DF-0EF9-41E0-4B0C-D6334202E74A}"/>
          </ac:spMkLst>
        </pc:spChg>
        <pc:spChg chg="mod">
          <ac:chgData name="Osvaldo Luiz Santos Pereira" userId="c308351cf5a860c7" providerId="LiveId" clId="{3EF59E56-4CCE-4FE5-AF5F-969E092DDC67}" dt="2026-04-21T13:34:18.479" v="715"/>
          <ac:spMkLst>
            <pc:docMk/>
            <pc:sldMk cId="2929822397" sldId="259"/>
            <ac:spMk id="8" creationId="{64DFA874-E1AC-2C75-E00C-6C477A24058A}"/>
          </ac:spMkLst>
        </pc:spChg>
        <pc:spChg chg="del">
          <ac:chgData name="Osvaldo Luiz Santos Pereira" userId="c308351cf5a860c7" providerId="LiveId" clId="{3EF59E56-4CCE-4FE5-AF5F-969E092DDC67}" dt="2026-04-21T01:37:06.380" v="182" actId="478"/>
          <ac:spMkLst>
            <pc:docMk/>
            <pc:sldMk cId="2929822397" sldId="259"/>
            <ac:spMk id="8" creationId="{B5BA1DA1-C819-8BAC-35A1-5395960916DA}"/>
          </ac:spMkLst>
        </pc:spChg>
        <pc:spChg chg="add mod">
          <ac:chgData name="Osvaldo Luiz Santos Pereira" userId="c308351cf5a860c7" providerId="LiveId" clId="{3EF59E56-4CCE-4FE5-AF5F-969E092DDC67}" dt="2026-04-21T13:28:45.014" v="595" actId="207"/>
          <ac:spMkLst>
            <pc:docMk/>
            <pc:sldMk cId="2929822397" sldId="259"/>
            <ac:spMk id="9" creationId="{EC44D5CA-2A29-4AD5-EED0-3830C3D731B6}"/>
          </ac:spMkLst>
        </pc:spChg>
        <pc:spChg chg="del">
          <ac:chgData name="Osvaldo Luiz Santos Pereira" userId="c308351cf5a860c7" providerId="LiveId" clId="{3EF59E56-4CCE-4FE5-AF5F-969E092DDC67}" dt="2026-04-21T01:37:06.380" v="182" actId="478"/>
          <ac:spMkLst>
            <pc:docMk/>
            <pc:sldMk cId="2929822397" sldId="259"/>
            <ac:spMk id="10" creationId="{C30249E6-2553-A9B2-A207-6A476553800F}"/>
          </ac:spMkLst>
        </pc:spChg>
        <pc:spChg chg="add mod">
          <ac:chgData name="Osvaldo Luiz Santos Pereira" userId="c308351cf5a860c7" providerId="LiveId" clId="{3EF59E56-4CCE-4FE5-AF5F-969E092DDC67}" dt="2026-04-21T13:36:03.056" v="736"/>
          <ac:spMkLst>
            <pc:docMk/>
            <pc:sldMk cId="2929822397" sldId="259"/>
            <ac:spMk id="10" creationId="{CBEB96C2-F8F8-A13E-012A-EFDFF172DAAF}"/>
          </ac:spMkLst>
        </pc:spChg>
        <pc:spChg chg="del">
          <ac:chgData name="Osvaldo Luiz Santos Pereira" userId="c308351cf5a860c7" providerId="LiveId" clId="{3EF59E56-4CCE-4FE5-AF5F-969E092DDC67}" dt="2026-04-21T01:36:55.254" v="180" actId="478"/>
          <ac:spMkLst>
            <pc:docMk/>
            <pc:sldMk cId="2929822397" sldId="259"/>
            <ac:spMk id="11" creationId="{C0C15CA9-6890-CE5F-8077-F99A9B93D260}"/>
          </ac:spMkLst>
        </pc:spChg>
        <pc:spChg chg="add mod">
          <ac:chgData name="Osvaldo Luiz Santos Pereira" userId="c308351cf5a860c7" providerId="LiveId" clId="{3EF59E56-4CCE-4FE5-AF5F-969E092DDC67}" dt="2026-04-21T13:28:45.014" v="595" actId="207"/>
          <ac:spMkLst>
            <pc:docMk/>
            <pc:sldMk cId="2929822397" sldId="259"/>
            <ac:spMk id="12" creationId="{76EEA080-5904-442F-0A41-E4BF5F04FA17}"/>
          </ac:spMkLst>
        </pc:spChg>
        <pc:spChg chg="add mod">
          <ac:chgData name="Osvaldo Luiz Santos Pereira" userId="c308351cf5a860c7" providerId="LiveId" clId="{3EF59E56-4CCE-4FE5-AF5F-969E092DDC67}" dt="2026-04-21T13:37:58.200" v="780" actId="2711"/>
          <ac:spMkLst>
            <pc:docMk/>
            <pc:sldMk cId="2929822397" sldId="259"/>
            <ac:spMk id="13" creationId="{54701074-CABD-F48C-7640-70194E1846F9}"/>
          </ac:spMkLst>
        </pc:spChg>
        <pc:spChg chg="del">
          <ac:chgData name="Osvaldo Luiz Santos Pereira" userId="c308351cf5a860c7" providerId="LiveId" clId="{3EF59E56-4CCE-4FE5-AF5F-969E092DDC67}" dt="2026-04-21T01:37:06.380" v="182" actId="478"/>
          <ac:spMkLst>
            <pc:docMk/>
            <pc:sldMk cId="2929822397" sldId="259"/>
            <ac:spMk id="16" creationId="{C3092CD0-9425-4A14-9C1E-3D717F370171}"/>
          </ac:spMkLst>
        </pc:spChg>
        <pc:grpChg chg="add mod">
          <ac:chgData name="Osvaldo Luiz Santos Pereira" userId="c308351cf5a860c7" providerId="LiveId" clId="{3EF59E56-4CCE-4FE5-AF5F-969E092DDC67}" dt="2026-04-21T13:34:18.479" v="715"/>
          <ac:grpSpMkLst>
            <pc:docMk/>
            <pc:sldMk cId="2929822397" sldId="259"/>
            <ac:grpSpMk id="4" creationId="{847C1725-24E9-F393-727B-AD50ABFF2814}"/>
          </ac:grpSpMkLst>
        </pc:grpChg>
      </pc:sldChg>
      <pc:sldChg chg="addSp delSp modSp add mod">
        <pc:chgData name="Osvaldo Luiz Santos Pereira" userId="c308351cf5a860c7" providerId="LiveId" clId="{3EF59E56-4CCE-4FE5-AF5F-969E092DDC67}" dt="2026-04-21T23:29:15.005" v="2575" actId="20577"/>
        <pc:sldMkLst>
          <pc:docMk/>
          <pc:sldMk cId="3550933324" sldId="260"/>
        </pc:sldMkLst>
        <pc:spChg chg="add del mod">
          <ac:chgData name="Osvaldo Luiz Santos Pereira" userId="c308351cf5a860c7" providerId="LiveId" clId="{3EF59E56-4CCE-4FE5-AF5F-969E092DDC67}" dt="2026-04-21T13:43:51.210" v="892" actId="478"/>
          <ac:spMkLst>
            <pc:docMk/>
            <pc:sldMk cId="3550933324" sldId="260"/>
            <ac:spMk id="2" creationId="{E945A505-BFFC-A8EA-9F1C-E966B3F55302}"/>
          </ac:spMkLst>
        </pc:spChg>
        <pc:spChg chg="add del mod">
          <ac:chgData name="Osvaldo Luiz Santos Pereira" userId="c308351cf5a860c7" providerId="LiveId" clId="{3EF59E56-4CCE-4FE5-AF5F-969E092DDC67}" dt="2026-04-21T13:43:51.210" v="892" actId="478"/>
          <ac:spMkLst>
            <pc:docMk/>
            <pc:sldMk cId="3550933324" sldId="260"/>
            <ac:spMk id="3" creationId="{9C20AA6A-3FA6-A37F-E1FD-71E9913A2533}"/>
          </ac:spMkLst>
        </pc:spChg>
        <pc:spChg chg="del">
          <ac:chgData name="Osvaldo Luiz Santos Pereira" userId="c308351cf5a860c7" providerId="LiveId" clId="{3EF59E56-4CCE-4FE5-AF5F-969E092DDC67}" dt="2026-04-21T01:39:30.815" v="234" actId="478"/>
          <ac:spMkLst>
            <pc:docMk/>
            <pc:sldMk cId="3550933324" sldId="260"/>
            <ac:spMk id="4" creationId="{1C49A2EB-BD1A-4EB8-0507-931F8AAA7FA3}"/>
          </ac:spMkLst>
        </pc:spChg>
        <pc:spChg chg="add del mod">
          <ac:chgData name="Osvaldo Luiz Santos Pereira" userId="c308351cf5a860c7" providerId="LiveId" clId="{3EF59E56-4CCE-4FE5-AF5F-969E092DDC67}" dt="2026-04-21T13:43:51.210" v="892" actId="478"/>
          <ac:spMkLst>
            <pc:docMk/>
            <pc:sldMk cId="3550933324" sldId="260"/>
            <ac:spMk id="5" creationId="{EED09027-16D9-7C24-BA63-D09D474CED45}"/>
          </ac:spMkLst>
        </pc:spChg>
        <pc:spChg chg="del">
          <ac:chgData name="Osvaldo Luiz Santos Pereira" userId="c308351cf5a860c7" providerId="LiveId" clId="{3EF59E56-4CCE-4FE5-AF5F-969E092DDC67}" dt="2026-04-21T01:39:30.815" v="234" actId="478"/>
          <ac:spMkLst>
            <pc:docMk/>
            <pc:sldMk cId="3550933324" sldId="260"/>
            <ac:spMk id="6" creationId="{0D58DBCC-52EF-7785-8338-B28787FD2AF2}"/>
          </ac:spMkLst>
        </pc:spChg>
        <pc:spChg chg="mod">
          <ac:chgData name="Osvaldo Luiz Santos Pereira" userId="c308351cf5a860c7" providerId="LiveId" clId="{3EF59E56-4CCE-4FE5-AF5F-969E092DDC67}" dt="2026-04-21T13:34:19.979" v="716"/>
          <ac:spMkLst>
            <pc:docMk/>
            <pc:sldMk cId="3550933324" sldId="260"/>
            <ac:spMk id="6" creationId="{9DF25A96-C200-4147-29F6-29A0F3E26C68}"/>
          </ac:spMkLst>
        </pc:spChg>
        <pc:spChg chg="mod">
          <ac:chgData name="Osvaldo Luiz Santos Pereira" userId="c308351cf5a860c7" providerId="LiveId" clId="{3EF59E56-4CCE-4FE5-AF5F-969E092DDC67}" dt="2026-04-21T13:34:19.979" v="716"/>
          <ac:spMkLst>
            <pc:docMk/>
            <pc:sldMk cId="3550933324" sldId="260"/>
            <ac:spMk id="7" creationId="{38D8876A-C94B-FE6B-3429-69F06AD9FBB2}"/>
          </ac:spMkLst>
        </pc:spChg>
        <pc:spChg chg="del">
          <ac:chgData name="Osvaldo Luiz Santos Pereira" userId="c308351cf5a860c7" providerId="LiveId" clId="{3EF59E56-4CCE-4FE5-AF5F-969E092DDC67}" dt="2026-04-21T01:39:30.815" v="234" actId="478"/>
          <ac:spMkLst>
            <pc:docMk/>
            <pc:sldMk cId="3550933324" sldId="260"/>
            <ac:spMk id="7" creationId="{5A5FBCF2-11D1-7B49-61D8-6E41FF92DC50}"/>
          </ac:spMkLst>
        </pc:spChg>
        <pc:spChg chg="mod">
          <ac:chgData name="Osvaldo Luiz Santos Pereira" userId="c308351cf5a860c7" providerId="LiveId" clId="{3EF59E56-4CCE-4FE5-AF5F-969E092DDC67}" dt="2026-04-21T13:34:19.979" v="716"/>
          <ac:spMkLst>
            <pc:docMk/>
            <pc:sldMk cId="3550933324" sldId="260"/>
            <ac:spMk id="8" creationId="{A504E5AF-608A-5126-A067-45AD8DD911F0}"/>
          </ac:spMkLst>
        </pc:spChg>
        <pc:spChg chg="del">
          <ac:chgData name="Osvaldo Luiz Santos Pereira" userId="c308351cf5a860c7" providerId="LiveId" clId="{3EF59E56-4CCE-4FE5-AF5F-969E092DDC67}" dt="2026-04-21T01:39:30.815" v="234" actId="478"/>
          <ac:spMkLst>
            <pc:docMk/>
            <pc:sldMk cId="3550933324" sldId="260"/>
            <ac:spMk id="8" creationId="{F47A6807-796C-0503-27C7-D5F172168E6C}"/>
          </ac:spMkLst>
        </pc:spChg>
        <pc:spChg chg="add del mod">
          <ac:chgData name="Osvaldo Luiz Santos Pereira" userId="c308351cf5a860c7" providerId="LiveId" clId="{3EF59E56-4CCE-4FE5-AF5F-969E092DDC67}" dt="2026-04-21T13:44:15.947" v="896" actId="478"/>
          <ac:spMkLst>
            <pc:docMk/>
            <pc:sldMk cId="3550933324" sldId="260"/>
            <ac:spMk id="9" creationId="{11AD0F2E-6E60-9B68-6FAF-528ADC6AE3DE}"/>
          </ac:spMkLst>
        </pc:spChg>
        <pc:spChg chg="del">
          <ac:chgData name="Osvaldo Luiz Santos Pereira" userId="c308351cf5a860c7" providerId="LiveId" clId="{3EF59E56-4CCE-4FE5-AF5F-969E092DDC67}" dt="2026-04-21T01:39:30.815" v="234" actId="478"/>
          <ac:spMkLst>
            <pc:docMk/>
            <pc:sldMk cId="3550933324" sldId="260"/>
            <ac:spMk id="10" creationId="{7520AB5C-A0BB-1652-0005-D84F2D0F2147}"/>
          </ac:spMkLst>
        </pc:spChg>
        <pc:spChg chg="add mod">
          <ac:chgData name="Osvaldo Luiz Santos Pereira" userId="c308351cf5a860c7" providerId="LiveId" clId="{3EF59E56-4CCE-4FE5-AF5F-969E092DDC67}" dt="2026-04-21T13:36:04.571" v="737"/>
          <ac:spMkLst>
            <pc:docMk/>
            <pc:sldMk cId="3550933324" sldId="260"/>
            <ac:spMk id="10" creationId="{BC77262D-AE8B-B787-4E07-0D2243763E2E}"/>
          </ac:spMkLst>
        </pc:spChg>
        <pc:spChg chg="add mod">
          <ac:chgData name="Osvaldo Luiz Santos Pereira" userId="c308351cf5a860c7" providerId="LiveId" clId="{3EF59E56-4CCE-4FE5-AF5F-969E092DDC67}" dt="2026-04-21T17:57:31.092" v="1250" actId="1036"/>
          <ac:spMkLst>
            <pc:docMk/>
            <pc:sldMk cId="3550933324" sldId="260"/>
            <ac:spMk id="11" creationId="{74524663-DBE3-5007-ADD1-5310B478C91D}"/>
          </ac:spMkLst>
        </pc:spChg>
        <pc:spChg chg="add mod">
          <ac:chgData name="Osvaldo Luiz Santos Pereira" userId="c308351cf5a860c7" providerId="LiveId" clId="{3EF59E56-4CCE-4FE5-AF5F-969E092DDC67}" dt="2026-04-21T19:10:58.807" v="1540" actId="6549"/>
          <ac:spMkLst>
            <pc:docMk/>
            <pc:sldMk cId="3550933324" sldId="260"/>
            <ac:spMk id="12" creationId="{DB30EA66-252F-3621-B92D-AE2F47AFE738}"/>
          </ac:spMkLst>
        </pc:spChg>
        <pc:spChg chg="add mod">
          <ac:chgData name="Osvaldo Luiz Santos Pereira" userId="c308351cf5a860c7" providerId="LiveId" clId="{3EF59E56-4CCE-4FE5-AF5F-969E092DDC67}" dt="2026-04-21T23:29:15.005" v="2575" actId="20577"/>
          <ac:spMkLst>
            <pc:docMk/>
            <pc:sldMk cId="3550933324" sldId="260"/>
            <ac:spMk id="13" creationId="{CB420DCF-5A82-E865-AFAF-52377A53EAE3}"/>
          </ac:spMkLst>
        </pc:spChg>
        <pc:spChg chg="add mod">
          <ac:chgData name="Osvaldo Luiz Santos Pereira" userId="c308351cf5a860c7" providerId="LiveId" clId="{3EF59E56-4CCE-4FE5-AF5F-969E092DDC67}" dt="2026-04-21T19:11:16.326" v="1586" actId="20577"/>
          <ac:spMkLst>
            <pc:docMk/>
            <pc:sldMk cId="3550933324" sldId="260"/>
            <ac:spMk id="15" creationId="{0D44FA4A-71D4-5F3B-C267-D2F4B58AB386}"/>
          </ac:spMkLst>
        </pc:spChg>
        <pc:spChg chg="del">
          <ac:chgData name="Osvaldo Luiz Santos Pereira" userId="c308351cf5a860c7" providerId="LiveId" clId="{3EF59E56-4CCE-4FE5-AF5F-969E092DDC67}" dt="2026-04-21T01:39:30.815" v="234" actId="478"/>
          <ac:spMkLst>
            <pc:docMk/>
            <pc:sldMk cId="3550933324" sldId="260"/>
            <ac:spMk id="16" creationId="{66305075-1D9A-9251-FE17-91A07939C5C0}"/>
          </ac:spMkLst>
        </pc:spChg>
        <pc:spChg chg="add mod">
          <ac:chgData name="Osvaldo Luiz Santos Pereira" userId="c308351cf5a860c7" providerId="LiveId" clId="{3EF59E56-4CCE-4FE5-AF5F-969E092DDC67}" dt="2026-04-21T17:57:31.092" v="1250" actId="1036"/>
          <ac:spMkLst>
            <pc:docMk/>
            <pc:sldMk cId="3550933324" sldId="260"/>
            <ac:spMk id="16" creationId="{8671FCF0-4EF3-FC34-4AE4-D2F5D1DCDD71}"/>
          </ac:spMkLst>
        </pc:spChg>
        <pc:grpChg chg="add mod">
          <ac:chgData name="Osvaldo Luiz Santos Pereira" userId="c308351cf5a860c7" providerId="LiveId" clId="{3EF59E56-4CCE-4FE5-AF5F-969E092DDC67}" dt="2026-04-21T13:34:19.979" v="716"/>
          <ac:grpSpMkLst>
            <pc:docMk/>
            <pc:sldMk cId="3550933324" sldId="260"/>
            <ac:grpSpMk id="4" creationId="{7F0E85AD-2AF2-76E8-AC17-0588FB963AC7}"/>
          </ac:grpSpMkLst>
        </pc:grpChg>
        <pc:cxnChg chg="add mod">
          <ac:chgData name="Osvaldo Luiz Santos Pereira" userId="c308351cf5a860c7" providerId="LiveId" clId="{3EF59E56-4CCE-4FE5-AF5F-969E092DDC67}" dt="2026-04-21T13:44:05.439" v="894"/>
          <ac:cxnSpMkLst>
            <pc:docMk/>
            <pc:sldMk cId="3550933324" sldId="260"/>
            <ac:cxnSpMk id="14" creationId="{CF163805-0D61-E331-7F45-439F2D57C15A}"/>
          </ac:cxnSpMkLst>
        </pc:cxnChg>
      </pc:sldChg>
      <pc:sldChg chg="delSp add del mod">
        <pc:chgData name="Osvaldo Luiz Santos Pereira" userId="c308351cf5a860c7" providerId="LiveId" clId="{3EF59E56-4CCE-4FE5-AF5F-969E092DDC67}" dt="2026-04-21T01:59:15.715" v="583" actId="47"/>
        <pc:sldMkLst>
          <pc:docMk/>
          <pc:sldMk cId="3645071040" sldId="261"/>
        </pc:sldMkLst>
        <pc:spChg chg="del">
          <ac:chgData name="Osvaldo Luiz Santos Pereira" userId="c308351cf5a860c7" providerId="LiveId" clId="{3EF59E56-4CCE-4FE5-AF5F-969E092DDC67}" dt="2026-04-21T01:40:55.667" v="276" actId="478"/>
          <ac:spMkLst>
            <pc:docMk/>
            <pc:sldMk cId="3645071040" sldId="261"/>
            <ac:spMk id="4" creationId="{5CF44DDC-3DCF-B725-9D80-BD216758AD17}"/>
          </ac:spMkLst>
        </pc:spChg>
        <pc:spChg chg="del">
          <ac:chgData name="Osvaldo Luiz Santos Pereira" userId="c308351cf5a860c7" providerId="LiveId" clId="{3EF59E56-4CCE-4FE5-AF5F-969E092DDC67}" dt="2026-04-21T01:40:52.627" v="275" actId="478"/>
          <ac:spMkLst>
            <pc:docMk/>
            <pc:sldMk cId="3645071040" sldId="261"/>
            <ac:spMk id="6" creationId="{D0BD68F3-F6A9-F9BC-37B6-842235FE0C93}"/>
          </ac:spMkLst>
        </pc:spChg>
        <pc:spChg chg="del">
          <ac:chgData name="Osvaldo Luiz Santos Pereira" userId="c308351cf5a860c7" providerId="LiveId" clId="{3EF59E56-4CCE-4FE5-AF5F-969E092DDC67}" dt="2026-04-21T01:40:52.627" v="275" actId="478"/>
          <ac:spMkLst>
            <pc:docMk/>
            <pc:sldMk cId="3645071040" sldId="261"/>
            <ac:spMk id="7" creationId="{0CA6788A-8630-1AC3-3AEF-F641A7BC11D5}"/>
          </ac:spMkLst>
        </pc:spChg>
        <pc:spChg chg="del">
          <ac:chgData name="Osvaldo Luiz Santos Pereira" userId="c308351cf5a860c7" providerId="LiveId" clId="{3EF59E56-4CCE-4FE5-AF5F-969E092DDC67}" dt="2026-04-21T01:41:20.693" v="295" actId="21"/>
          <ac:spMkLst>
            <pc:docMk/>
            <pc:sldMk cId="3645071040" sldId="261"/>
            <ac:spMk id="10" creationId="{74524663-DBE3-5007-ADD1-5310B478C91D}"/>
          </ac:spMkLst>
        </pc:spChg>
      </pc:sldChg>
      <pc:sldChg chg="addSp delSp modSp add mod">
        <pc:chgData name="Osvaldo Luiz Santos Pereira" userId="c308351cf5a860c7" providerId="LiveId" clId="{3EF59E56-4CCE-4FE5-AF5F-969E092DDC67}" dt="2026-04-21T23:29:23.334" v="2596" actId="20577"/>
        <pc:sldMkLst>
          <pc:docMk/>
          <pc:sldMk cId="3203705826" sldId="262"/>
        </pc:sldMkLst>
        <pc:spChg chg="add del mod">
          <ac:chgData name="Osvaldo Luiz Santos Pereira" userId="c308351cf5a860c7" providerId="LiveId" clId="{3EF59E56-4CCE-4FE5-AF5F-969E092DDC67}" dt="2026-04-21T13:45:55.030" v="973" actId="478"/>
          <ac:spMkLst>
            <pc:docMk/>
            <pc:sldMk cId="3203705826" sldId="262"/>
            <ac:spMk id="2" creationId="{E2F3BABB-3DE2-AD2C-4A2A-87412DF7B905}"/>
          </ac:spMkLst>
        </pc:spChg>
        <pc:spChg chg="add del mod">
          <ac:chgData name="Osvaldo Luiz Santos Pereira" userId="c308351cf5a860c7" providerId="LiveId" clId="{3EF59E56-4CCE-4FE5-AF5F-969E092DDC67}" dt="2026-04-21T13:45:55.030" v="973" actId="478"/>
          <ac:spMkLst>
            <pc:docMk/>
            <pc:sldMk cId="3203705826" sldId="262"/>
            <ac:spMk id="3" creationId="{913EF561-6128-4894-5893-391B4942D534}"/>
          </ac:spMkLst>
        </pc:spChg>
        <pc:spChg chg="add del mod">
          <ac:chgData name="Osvaldo Luiz Santos Pereira" userId="c308351cf5a860c7" providerId="LiveId" clId="{3EF59E56-4CCE-4FE5-AF5F-969E092DDC67}" dt="2026-04-21T13:46:12.525" v="975" actId="478"/>
          <ac:spMkLst>
            <pc:docMk/>
            <pc:sldMk cId="3203705826" sldId="262"/>
            <ac:spMk id="4" creationId="{D0CC6F3D-1DD6-AEE4-B935-A5A10A8C2382}"/>
          </ac:spMkLst>
        </pc:spChg>
        <pc:spChg chg="mod">
          <ac:chgData name="Osvaldo Luiz Santos Pereira" userId="c308351cf5a860c7" providerId="LiveId" clId="{3EF59E56-4CCE-4FE5-AF5F-969E092DDC67}" dt="2026-04-21T13:34:20.968" v="717"/>
          <ac:spMkLst>
            <pc:docMk/>
            <pc:sldMk cId="3203705826" sldId="262"/>
            <ac:spMk id="6" creationId="{408530DE-2AF3-7753-A8DE-C5C8EE3A379B}"/>
          </ac:spMkLst>
        </pc:spChg>
        <pc:spChg chg="add del mod">
          <ac:chgData name="Osvaldo Luiz Santos Pereira" userId="c308351cf5a860c7" providerId="LiveId" clId="{3EF59E56-4CCE-4FE5-AF5F-969E092DDC67}" dt="2026-04-21T01:55:45.455" v="449" actId="478"/>
          <ac:spMkLst>
            <pc:docMk/>
            <pc:sldMk cId="3203705826" sldId="262"/>
            <ac:spMk id="6" creationId="{523DC438-F8B6-DEB4-9267-9BC51510203E}"/>
          </ac:spMkLst>
        </pc:spChg>
        <pc:spChg chg="add del mod">
          <ac:chgData name="Osvaldo Luiz Santos Pereira" userId="c308351cf5a860c7" providerId="LiveId" clId="{3EF59E56-4CCE-4FE5-AF5F-969E092DDC67}" dt="2026-04-21T13:46:17.261" v="977" actId="478"/>
          <ac:spMkLst>
            <pc:docMk/>
            <pc:sldMk cId="3203705826" sldId="262"/>
            <ac:spMk id="7" creationId="{43BFE019-4EE6-00CD-FD4D-B068015DBB5F}"/>
          </ac:spMkLst>
        </pc:spChg>
        <pc:spChg chg="mod">
          <ac:chgData name="Osvaldo Luiz Santos Pereira" userId="c308351cf5a860c7" providerId="LiveId" clId="{3EF59E56-4CCE-4FE5-AF5F-969E092DDC67}" dt="2026-04-21T13:34:20.968" v="717"/>
          <ac:spMkLst>
            <pc:docMk/>
            <pc:sldMk cId="3203705826" sldId="262"/>
            <ac:spMk id="8" creationId="{BDF5EE54-9B5F-9749-F615-BDE3D24B643C}"/>
          </ac:spMkLst>
        </pc:spChg>
        <pc:spChg chg="mod">
          <ac:chgData name="Osvaldo Luiz Santos Pereira" userId="c308351cf5a860c7" providerId="LiveId" clId="{3EF59E56-4CCE-4FE5-AF5F-969E092DDC67}" dt="2026-04-21T13:34:20.968" v="717"/>
          <ac:spMkLst>
            <pc:docMk/>
            <pc:sldMk cId="3203705826" sldId="262"/>
            <ac:spMk id="9" creationId="{6F9532AC-6155-5752-C674-532A4B9BE27C}"/>
          </ac:spMkLst>
        </pc:spChg>
        <pc:spChg chg="add del mod">
          <ac:chgData name="Osvaldo Luiz Santos Pereira" userId="c308351cf5a860c7" providerId="LiveId" clId="{3EF59E56-4CCE-4FE5-AF5F-969E092DDC67}" dt="2026-04-21T01:56:11.406" v="464" actId="478"/>
          <ac:spMkLst>
            <pc:docMk/>
            <pc:sldMk cId="3203705826" sldId="262"/>
            <ac:spMk id="9" creationId="{D35B0093-91E7-F07A-A154-94A3F453A73E}"/>
          </ac:spMkLst>
        </pc:spChg>
        <pc:spChg chg="add del mod">
          <ac:chgData name="Osvaldo Luiz Santos Pereira" userId="c308351cf5a860c7" providerId="LiveId" clId="{3EF59E56-4CCE-4FE5-AF5F-969E092DDC67}" dt="2026-04-21T13:46:12.525" v="975" actId="478"/>
          <ac:spMkLst>
            <pc:docMk/>
            <pc:sldMk cId="3203705826" sldId="262"/>
            <ac:spMk id="10" creationId="{3F9B5F96-6B37-19B5-C9F1-6B38A766F0CC}"/>
          </ac:spMkLst>
        </pc:spChg>
        <pc:spChg chg="add mod">
          <ac:chgData name="Osvaldo Luiz Santos Pereira" userId="c308351cf5a860c7" providerId="LiveId" clId="{3EF59E56-4CCE-4FE5-AF5F-969E092DDC67}" dt="2026-04-21T13:46:57.919" v="1008" actId="1076"/>
          <ac:spMkLst>
            <pc:docMk/>
            <pc:sldMk cId="3203705826" sldId="262"/>
            <ac:spMk id="11" creationId="{1012C861-7596-DBC7-E089-7B1320B88A75}"/>
          </ac:spMkLst>
        </pc:spChg>
        <pc:spChg chg="add mod">
          <ac:chgData name="Osvaldo Luiz Santos Pereira" userId="c308351cf5a860c7" providerId="LiveId" clId="{3EF59E56-4CCE-4FE5-AF5F-969E092DDC67}" dt="2026-04-21T13:36:05.640" v="738"/>
          <ac:spMkLst>
            <pc:docMk/>
            <pc:sldMk cId="3203705826" sldId="262"/>
            <ac:spMk id="12" creationId="{34A194FE-1F49-9EC9-A70A-1EDE107C91B9}"/>
          </ac:spMkLst>
        </pc:spChg>
        <pc:spChg chg="add mod">
          <ac:chgData name="Osvaldo Luiz Santos Pereira" userId="c308351cf5a860c7" providerId="LiveId" clId="{3EF59E56-4CCE-4FE5-AF5F-969E092DDC67}" dt="2026-04-21T23:29:23.334" v="2596" actId="20577"/>
          <ac:spMkLst>
            <pc:docMk/>
            <pc:sldMk cId="3203705826" sldId="262"/>
            <ac:spMk id="13" creationId="{2D96358F-E788-3AAC-5656-D45DCC33992F}"/>
          </ac:spMkLst>
        </pc:spChg>
        <pc:spChg chg="add mod">
          <ac:chgData name="Osvaldo Luiz Santos Pereira" userId="c308351cf5a860c7" providerId="LiveId" clId="{3EF59E56-4CCE-4FE5-AF5F-969E092DDC67}" dt="2026-04-21T19:23:05.104" v="1595" actId="20577"/>
          <ac:spMkLst>
            <pc:docMk/>
            <pc:sldMk cId="3203705826" sldId="262"/>
            <ac:spMk id="15" creationId="{24FA3D46-273A-14B5-B017-511E2745C158}"/>
          </ac:spMkLst>
        </pc:spChg>
        <pc:spChg chg="add mod">
          <ac:chgData name="Osvaldo Luiz Santos Pereira" userId="c308351cf5a860c7" providerId="LiveId" clId="{3EF59E56-4CCE-4FE5-AF5F-969E092DDC67}" dt="2026-04-21T19:23:36.033" v="1699" actId="20577"/>
          <ac:spMkLst>
            <pc:docMk/>
            <pc:sldMk cId="3203705826" sldId="262"/>
            <ac:spMk id="16" creationId="{ADBBA5F1-1A33-E965-7BE2-EEB0123D491A}"/>
          </ac:spMkLst>
        </pc:spChg>
        <pc:spChg chg="add mod">
          <ac:chgData name="Osvaldo Luiz Santos Pereira" userId="c308351cf5a860c7" providerId="LiveId" clId="{3EF59E56-4CCE-4FE5-AF5F-969E092DDC67}" dt="2026-04-21T13:47:48.216" v="1046" actId="1076"/>
          <ac:spMkLst>
            <pc:docMk/>
            <pc:sldMk cId="3203705826" sldId="262"/>
            <ac:spMk id="17" creationId="{818EF310-223A-ED10-B0B0-9F7B721DF4CA}"/>
          </ac:spMkLst>
        </pc:spChg>
        <pc:spChg chg="add mod">
          <ac:chgData name="Osvaldo Luiz Santos Pereira" userId="c308351cf5a860c7" providerId="LiveId" clId="{3EF59E56-4CCE-4FE5-AF5F-969E092DDC67}" dt="2026-04-21T13:47:53.891" v="1047" actId="1076"/>
          <ac:spMkLst>
            <pc:docMk/>
            <pc:sldMk cId="3203705826" sldId="262"/>
            <ac:spMk id="18" creationId="{EB7CE787-9368-7797-B8A1-BA98DC779B7E}"/>
          </ac:spMkLst>
        </pc:spChg>
        <pc:grpChg chg="add mod">
          <ac:chgData name="Osvaldo Luiz Santos Pereira" userId="c308351cf5a860c7" providerId="LiveId" clId="{3EF59E56-4CCE-4FE5-AF5F-969E092DDC67}" dt="2026-04-21T13:34:20.968" v="717"/>
          <ac:grpSpMkLst>
            <pc:docMk/>
            <pc:sldMk cId="3203705826" sldId="262"/>
            <ac:grpSpMk id="5" creationId="{8A67F533-3DF6-166C-1BB1-2CE7972AC955}"/>
          </ac:grpSpMkLst>
        </pc:grpChg>
        <pc:cxnChg chg="add mod">
          <ac:chgData name="Osvaldo Luiz Santos Pereira" userId="c308351cf5a860c7" providerId="LiveId" clId="{3EF59E56-4CCE-4FE5-AF5F-969E092DDC67}" dt="2026-04-21T13:46:07.378" v="974"/>
          <ac:cxnSpMkLst>
            <pc:docMk/>
            <pc:sldMk cId="3203705826" sldId="262"/>
            <ac:cxnSpMk id="14" creationId="{54F6AFD6-CE3A-409F-1327-18DE008395EE}"/>
          </ac:cxnSpMkLst>
        </pc:cxnChg>
      </pc:sldChg>
      <pc:sldChg chg="modSp add mod">
        <pc:chgData name="Osvaldo Luiz Santos Pereira" userId="c308351cf5a860c7" providerId="LiveId" clId="{3EF59E56-4CCE-4FE5-AF5F-969E092DDC67}" dt="2026-04-22T00:39:23.670" v="2862" actId="113"/>
        <pc:sldMkLst>
          <pc:docMk/>
          <pc:sldMk cId="1580223183" sldId="263"/>
        </pc:sldMkLst>
        <pc:spChg chg="mod">
          <ac:chgData name="Osvaldo Luiz Santos Pereira" userId="c308351cf5a860c7" providerId="LiveId" clId="{3EF59E56-4CCE-4FE5-AF5F-969E092DDC67}" dt="2026-04-22T00:39:19.062" v="2861" actId="113"/>
          <ac:spMkLst>
            <pc:docMk/>
            <pc:sldMk cId="1580223183" sldId="263"/>
            <ac:spMk id="4" creationId="{AF27E8E3-1420-38B1-3856-11879B004FD6}"/>
          </ac:spMkLst>
        </pc:spChg>
        <pc:spChg chg="mod">
          <ac:chgData name="Osvaldo Luiz Santos Pereira" userId="c308351cf5a860c7" providerId="LiveId" clId="{3EF59E56-4CCE-4FE5-AF5F-969E092DDC67}" dt="2026-04-22T00:39:23.670" v="2862" actId="113"/>
          <ac:spMkLst>
            <pc:docMk/>
            <pc:sldMk cId="1580223183" sldId="263"/>
            <ac:spMk id="9" creationId="{0A83C0D2-8840-4CCC-79FE-0EC231FCB6BE}"/>
          </ac:spMkLst>
        </pc:spChg>
        <pc:spChg chg="mod">
          <ac:chgData name="Osvaldo Luiz Santos Pereira" userId="c308351cf5a860c7" providerId="LiveId" clId="{3EF59E56-4CCE-4FE5-AF5F-969E092DDC67}" dt="2026-04-21T23:28:45.951" v="2499" actId="20577"/>
          <ac:spMkLst>
            <pc:docMk/>
            <pc:sldMk cId="1580223183" sldId="263"/>
            <ac:spMk id="12" creationId="{38620B9C-12BA-551F-7E05-750B8A7DCF7D}"/>
          </ac:spMkLst>
        </pc:spChg>
      </pc:sldChg>
      <pc:sldChg chg="addSp delSp modSp add del mod">
        <pc:chgData name="Osvaldo Luiz Santos Pereira" userId="c308351cf5a860c7" providerId="LiveId" clId="{3EF59E56-4CCE-4FE5-AF5F-969E092DDC67}" dt="2026-04-21T13:47:56.585" v="1048" actId="47"/>
        <pc:sldMkLst>
          <pc:docMk/>
          <pc:sldMk cId="3410739002" sldId="263"/>
        </pc:sldMkLst>
        <pc:spChg chg="add del mod">
          <ac:chgData name="Osvaldo Luiz Santos Pereira" userId="c308351cf5a860c7" providerId="LiveId" clId="{3EF59E56-4CCE-4FE5-AF5F-969E092DDC67}" dt="2026-04-21T01:58:41.633" v="573" actId="478"/>
          <ac:spMkLst>
            <pc:docMk/>
            <pc:sldMk cId="3410739002" sldId="263"/>
            <ac:spMk id="2" creationId="{8F8DB28C-D741-D263-6D3C-064071A313C5}"/>
          </ac:spMkLst>
        </pc:spChg>
        <pc:spChg chg="add mod">
          <ac:chgData name="Osvaldo Luiz Santos Pereira" userId="c308351cf5a860c7" providerId="LiveId" clId="{3EF59E56-4CCE-4FE5-AF5F-969E092DDC67}" dt="2026-04-21T13:28:56.484" v="598" actId="207"/>
          <ac:spMkLst>
            <pc:docMk/>
            <pc:sldMk cId="3410739002" sldId="263"/>
            <ac:spMk id="3" creationId="{73A58C7C-34B1-89E1-06C1-5D713EA78310}"/>
          </ac:spMkLst>
        </pc:spChg>
        <pc:spChg chg="add mod">
          <ac:chgData name="Osvaldo Luiz Santos Pereira" userId="c308351cf5a860c7" providerId="LiveId" clId="{3EF59E56-4CCE-4FE5-AF5F-969E092DDC67}" dt="2026-04-21T13:38:18.704" v="788" actId="2711"/>
          <ac:spMkLst>
            <pc:docMk/>
            <pc:sldMk cId="3410739002" sldId="263"/>
            <ac:spMk id="4" creationId="{B7D37DA4-A63C-FF09-B34C-5713091DDBD4}"/>
          </ac:spMkLst>
        </pc:spChg>
        <pc:spChg chg="add mod">
          <ac:chgData name="Osvaldo Luiz Santos Pereira" userId="c308351cf5a860c7" providerId="LiveId" clId="{3EF59E56-4CCE-4FE5-AF5F-969E092DDC67}" dt="2026-04-21T13:38:14.496" v="786" actId="2711"/>
          <ac:spMkLst>
            <pc:docMk/>
            <pc:sldMk cId="3410739002" sldId="263"/>
            <ac:spMk id="5" creationId="{52774E0D-97B8-DEF3-7A13-0C6FE100EC69}"/>
          </ac:spMkLst>
        </pc:spChg>
        <pc:spChg chg="add mod">
          <ac:chgData name="Osvaldo Luiz Santos Pereira" userId="c308351cf5a860c7" providerId="LiveId" clId="{3EF59E56-4CCE-4FE5-AF5F-969E092DDC67}" dt="2026-04-21T13:28:56.484" v="598" actId="207"/>
          <ac:spMkLst>
            <pc:docMk/>
            <pc:sldMk cId="3410739002" sldId="263"/>
            <ac:spMk id="6" creationId="{42E5794A-CE8F-878D-A885-80D0F3ADFAB4}"/>
          </ac:spMkLst>
        </pc:spChg>
        <pc:spChg chg="add mod">
          <ac:chgData name="Osvaldo Luiz Santos Pereira" userId="c308351cf5a860c7" providerId="LiveId" clId="{3EF59E56-4CCE-4FE5-AF5F-969E092DDC67}" dt="2026-04-21T13:38:16.368" v="787" actId="2711"/>
          <ac:spMkLst>
            <pc:docMk/>
            <pc:sldMk cId="3410739002" sldId="263"/>
            <ac:spMk id="7" creationId="{B96C7D97-D5FD-8C84-F94E-079E3D1490E5}"/>
          </ac:spMkLst>
        </pc:spChg>
        <pc:spChg chg="add mod">
          <ac:chgData name="Osvaldo Luiz Santos Pereira" userId="c308351cf5a860c7" providerId="LiveId" clId="{3EF59E56-4CCE-4FE5-AF5F-969E092DDC67}" dt="2026-04-21T13:28:56.484" v="598" actId="207"/>
          <ac:spMkLst>
            <pc:docMk/>
            <pc:sldMk cId="3410739002" sldId="263"/>
            <ac:spMk id="8" creationId="{70C661A0-B7BC-B36D-8EF9-446A426565E8}"/>
          </ac:spMkLst>
        </pc:spChg>
        <pc:spChg chg="add mod">
          <ac:chgData name="Osvaldo Luiz Santos Pereira" userId="c308351cf5a860c7" providerId="LiveId" clId="{3EF59E56-4CCE-4FE5-AF5F-969E092DDC67}" dt="2026-04-21T13:34:24.736" v="719" actId="1076"/>
          <ac:spMkLst>
            <pc:docMk/>
            <pc:sldMk cId="3410739002" sldId="263"/>
            <ac:spMk id="9" creationId="{33D41230-4880-F831-5768-81398D58A361}"/>
          </ac:spMkLst>
        </pc:spChg>
        <pc:spChg chg="mod">
          <ac:chgData name="Osvaldo Luiz Santos Pereira" userId="c308351cf5a860c7" providerId="LiveId" clId="{3EF59E56-4CCE-4FE5-AF5F-969E092DDC67}" dt="2026-04-21T13:34:21.927" v="718"/>
          <ac:spMkLst>
            <pc:docMk/>
            <pc:sldMk cId="3410739002" sldId="263"/>
            <ac:spMk id="10" creationId="{EEA1BC22-86CB-2E1C-A43D-E36CB5D4B9A9}"/>
          </ac:spMkLst>
        </pc:spChg>
        <pc:spChg chg="mod">
          <ac:chgData name="Osvaldo Luiz Santos Pereira" userId="c308351cf5a860c7" providerId="LiveId" clId="{3EF59E56-4CCE-4FE5-AF5F-969E092DDC67}" dt="2026-04-21T13:34:21.927" v="718"/>
          <ac:spMkLst>
            <pc:docMk/>
            <pc:sldMk cId="3410739002" sldId="263"/>
            <ac:spMk id="11" creationId="{F7E9342C-AFD5-4361-CBD1-0B05CD4C621E}"/>
          </ac:spMkLst>
        </pc:spChg>
        <pc:spChg chg="mod">
          <ac:chgData name="Osvaldo Luiz Santos Pereira" userId="c308351cf5a860c7" providerId="LiveId" clId="{3EF59E56-4CCE-4FE5-AF5F-969E092DDC67}" dt="2026-04-21T13:34:21.927" v="718"/>
          <ac:spMkLst>
            <pc:docMk/>
            <pc:sldMk cId="3410739002" sldId="263"/>
            <ac:spMk id="12" creationId="{C49CF9CB-9EBC-3CE7-4185-744D3493CA00}"/>
          </ac:spMkLst>
        </pc:spChg>
        <pc:spChg chg="add mod">
          <ac:chgData name="Osvaldo Luiz Santos Pereira" userId="c308351cf5a860c7" providerId="LiveId" clId="{3EF59E56-4CCE-4FE5-AF5F-969E092DDC67}" dt="2026-04-21T13:36:06.771" v="739"/>
          <ac:spMkLst>
            <pc:docMk/>
            <pc:sldMk cId="3410739002" sldId="263"/>
            <ac:spMk id="13" creationId="{C060D9D6-01A6-238B-72B9-50D1EAA18BEB}"/>
          </ac:spMkLst>
        </pc:spChg>
        <pc:grpChg chg="add mod">
          <ac:chgData name="Osvaldo Luiz Santos Pereira" userId="c308351cf5a860c7" providerId="LiveId" clId="{3EF59E56-4CCE-4FE5-AF5F-969E092DDC67}" dt="2026-04-21T13:34:21.927" v="718"/>
          <ac:grpSpMkLst>
            <pc:docMk/>
            <pc:sldMk cId="3410739002" sldId="263"/>
            <ac:grpSpMk id="2" creationId="{DB414D7E-E14F-D8B5-9B1A-DB9799DD981F}"/>
          </ac:grpSpMkLst>
        </pc:grpChg>
      </pc:sldChg>
      <pc:sldChg chg="add del">
        <pc:chgData name="Osvaldo Luiz Santos Pereira" userId="c308351cf5a860c7" providerId="LiveId" clId="{3EF59E56-4CCE-4FE5-AF5F-969E092DDC67}" dt="2026-04-21T18:29:04.166" v="1252" actId="47"/>
        <pc:sldMkLst>
          <pc:docMk/>
          <pc:sldMk cId="2344541412" sldId="264"/>
        </pc:sldMkLst>
      </pc:sldChg>
      <pc:sldChg chg="addSp delSp modSp add mod">
        <pc:chgData name="Osvaldo Luiz Santos Pereira" userId="c308351cf5a860c7" providerId="LiveId" clId="{3EF59E56-4CCE-4FE5-AF5F-969E092DDC67}" dt="2026-04-21T23:29:45.428" v="2657" actId="20577"/>
        <pc:sldMkLst>
          <pc:docMk/>
          <pc:sldMk cId="3437746396" sldId="264"/>
        </pc:sldMkLst>
        <pc:spChg chg="add mod">
          <ac:chgData name="Osvaldo Luiz Santos Pereira" userId="c308351cf5a860c7" providerId="LiveId" clId="{3EF59E56-4CCE-4FE5-AF5F-969E092DDC67}" dt="2026-04-21T19:31:15.349" v="1727" actId="1076"/>
          <ac:spMkLst>
            <pc:docMk/>
            <pc:sldMk cId="3437746396" sldId="264"/>
            <ac:spMk id="2" creationId="{683794D3-476F-271F-9A4F-407ADA632DB8}"/>
          </ac:spMkLst>
        </pc:spChg>
        <pc:spChg chg="add mod">
          <ac:chgData name="Osvaldo Luiz Santos Pereira" userId="c308351cf5a860c7" providerId="LiveId" clId="{3EF59E56-4CCE-4FE5-AF5F-969E092DDC67}" dt="2026-04-21T19:41:03.813" v="1858" actId="20577"/>
          <ac:spMkLst>
            <pc:docMk/>
            <pc:sldMk cId="3437746396" sldId="264"/>
            <ac:spMk id="3" creationId="{D1CEE3AD-58B9-C6FC-9840-E2457ED62CE7}"/>
          </ac:spMkLst>
        </pc:spChg>
        <pc:spChg chg="del">
          <ac:chgData name="Osvaldo Luiz Santos Pereira" userId="c308351cf5a860c7" providerId="LiveId" clId="{3EF59E56-4CCE-4FE5-AF5F-969E092DDC67}" dt="2026-04-21T19:31:01.685" v="1725" actId="478"/>
          <ac:spMkLst>
            <pc:docMk/>
            <pc:sldMk cId="3437746396" sldId="264"/>
            <ac:spMk id="11" creationId="{94BE4C24-70B5-B89F-A1A1-A2599AE4CEF9}"/>
          </ac:spMkLst>
        </pc:spChg>
        <pc:spChg chg="mod">
          <ac:chgData name="Osvaldo Luiz Santos Pereira" userId="c308351cf5a860c7" providerId="LiveId" clId="{3EF59E56-4CCE-4FE5-AF5F-969E092DDC67}" dt="2026-04-21T23:29:45.428" v="2657" actId="20577"/>
          <ac:spMkLst>
            <pc:docMk/>
            <pc:sldMk cId="3437746396" sldId="264"/>
            <ac:spMk id="13" creationId="{3F910FA0-8209-7D88-1684-DC2A8AFF5A47}"/>
          </ac:spMkLst>
        </pc:spChg>
        <pc:spChg chg="mod">
          <ac:chgData name="Osvaldo Luiz Santos Pereira" userId="c308351cf5a860c7" providerId="LiveId" clId="{3EF59E56-4CCE-4FE5-AF5F-969E092DDC67}" dt="2026-04-21T19:32:44.225" v="1805" actId="20577"/>
          <ac:spMkLst>
            <pc:docMk/>
            <pc:sldMk cId="3437746396" sldId="264"/>
            <ac:spMk id="15" creationId="{CCAAFD16-068F-0AEC-7568-1C0512F26F68}"/>
          </ac:spMkLst>
        </pc:spChg>
        <pc:spChg chg="mod">
          <ac:chgData name="Osvaldo Luiz Santos Pereira" userId="c308351cf5a860c7" providerId="LiveId" clId="{3EF59E56-4CCE-4FE5-AF5F-969E092DDC67}" dt="2026-04-21T19:31:39.732" v="1791" actId="6549"/>
          <ac:spMkLst>
            <pc:docMk/>
            <pc:sldMk cId="3437746396" sldId="264"/>
            <ac:spMk id="16" creationId="{C672C39D-EA15-5D41-0733-D24FBAA33098}"/>
          </ac:spMkLst>
        </pc:spChg>
        <pc:spChg chg="del">
          <ac:chgData name="Osvaldo Luiz Santos Pereira" userId="c308351cf5a860c7" providerId="LiveId" clId="{3EF59E56-4CCE-4FE5-AF5F-969E092DDC67}" dt="2026-04-21T19:31:47.484" v="1792" actId="478"/>
          <ac:spMkLst>
            <pc:docMk/>
            <pc:sldMk cId="3437746396" sldId="264"/>
            <ac:spMk id="17" creationId="{B983E92A-EEC0-6985-F90C-175D7FCE333D}"/>
          </ac:spMkLst>
        </pc:spChg>
        <pc:spChg chg="del">
          <ac:chgData name="Osvaldo Luiz Santos Pereira" userId="c308351cf5a860c7" providerId="LiveId" clId="{3EF59E56-4CCE-4FE5-AF5F-969E092DDC67}" dt="2026-04-21T19:31:50.010" v="1793" actId="478"/>
          <ac:spMkLst>
            <pc:docMk/>
            <pc:sldMk cId="3437746396" sldId="264"/>
            <ac:spMk id="18" creationId="{8318DA49-6854-2486-5A14-FCA8B3D8806C}"/>
          </ac:spMkLst>
        </pc:spChg>
      </pc:sldChg>
      <pc:sldChg chg="add del">
        <pc:chgData name="Osvaldo Luiz Santos Pereira" userId="c308351cf5a860c7" providerId="LiveId" clId="{3EF59E56-4CCE-4FE5-AF5F-969E092DDC67}" dt="2026-04-21T01:58:45.271" v="574" actId="47"/>
        <pc:sldMkLst>
          <pc:docMk/>
          <pc:sldMk cId="3528424415" sldId="264"/>
        </pc:sldMkLst>
      </pc:sldChg>
      <pc:sldChg chg="addSp delSp modSp add mod">
        <pc:chgData name="Osvaldo Luiz Santos Pereira" userId="c308351cf5a860c7" providerId="LiveId" clId="{3EF59E56-4CCE-4FE5-AF5F-969E092DDC67}" dt="2026-04-21T23:29:30.453" v="2617" actId="20577"/>
        <pc:sldMkLst>
          <pc:docMk/>
          <pc:sldMk cId="4117944072" sldId="265"/>
        </pc:sldMkLst>
        <pc:spChg chg="add mod">
          <ac:chgData name="Osvaldo Luiz Santos Pereira" userId="c308351cf5a860c7" providerId="LiveId" clId="{3EF59E56-4CCE-4FE5-AF5F-969E092DDC67}" dt="2026-04-21T19:32:26.443" v="1799" actId="1076"/>
          <ac:spMkLst>
            <pc:docMk/>
            <pc:sldMk cId="4117944072" sldId="265"/>
            <ac:spMk id="2" creationId="{A8E03C43-1592-5626-028B-4FAC66CBA465}"/>
          </ac:spMkLst>
        </pc:spChg>
        <pc:spChg chg="add mod">
          <ac:chgData name="Osvaldo Luiz Santos Pereira" userId="c308351cf5a860c7" providerId="LiveId" clId="{3EF59E56-4CCE-4FE5-AF5F-969E092DDC67}" dt="2026-04-21T19:32:26.443" v="1799" actId="1076"/>
          <ac:spMkLst>
            <pc:docMk/>
            <pc:sldMk cId="4117944072" sldId="265"/>
            <ac:spMk id="3" creationId="{EFA13921-EF56-4243-ABEA-25BA239EA7CC}"/>
          </ac:spMkLst>
        </pc:spChg>
        <pc:spChg chg="del">
          <ac:chgData name="Osvaldo Luiz Santos Pereira" userId="c308351cf5a860c7" providerId="LiveId" clId="{3EF59E56-4CCE-4FE5-AF5F-969E092DDC67}" dt="2026-04-21T19:32:13.786" v="1796" actId="478"/>
          <ac:spMkLst>
            <pc:docMk/>
            <pc:sldMk cId="4117944072" sldId="265"/>
            <ac:spMk id="11" creationId="{4F786D3A-5259-0409-0D91-A80170C948B5}"/>
          </ac:spMkLst>
        </pc:spChg>
        <pc:spChg chg="mod">
          <ac:chgData name="Osvaldo Luiz Santos Pereira" userId="c308351cf5a860c7" providerId="LiveId" clId="{3EF59E56-4CCE-4FE5-AF5F-969E092DDC67}" dt="2026-04-21T23:29:30.453" v="2617" actId="20577"/>
          <ac:spMkLst>
            <pc:docMk/>
            <pc:sldMk cId="4117944072" sldId="265"/>
            <ac:spMk id="13" creationId="{2D2AF8FE-B382-3126-AE70-5F8C452B7EA2}"/>
          </ac:spMkLst>
        </pc:spChg>
        <pc:spChg chg="del">
          <ac:chgData name="Osvaldo Luiz Santos Pereira" userId="c308351cf5a860c7" providerId="LiveId" clId="{3EF59E56-4CCE-4FE5-AF5F-969E092DDC67}" dt="2026-04-21T19:32:13.786" v="1796" actId="478"/>
          <ac:spMkLst>
            <pc:docMk/>
            <pc:sldMk cId="4117944072" sldId="265"/>
            <ac:spMk id="15" creationId="{40C12B2E-E6C9-5D76-D4A4-5D5074831C71}"/>
          </ac:spMkLst>
        </pc:spChg>
        <pc:spChg chg="del">
          <ac:chgData name="Osvaldo Luiz Santos Pereira" userId="c308351cf5a860c7" providerId="LiveId" clId="{3EF59E56-4CCE-4FE5-AF5F-969E092DDC67}" dt="2026-04-21T19:32:13.786" v="1796" actId="478"/>
          <ac:spMkLst>
            <pc:docMk/>
            <pc:sldMk cId="4117944072" sldId="265"/>
            <ac:spMk id="16" creationId="{C93FCB6F-0259-04E3-F40C-FBACD9E19662}"/>
          </ac:spMkLst>
        </pc:spChg>
        <pc:spChg chg="del">
          <ac:chgData name="Osvaldo Luiz Santos Pereira" userId="c308351cf5a860c7" providerId="LiveId" clId="{3EF59E56-4CCE-4FE5-AF5F-969E092DDC67}" dt="2026-04-21T19:32:13.786" v="1796" actId="478"/>
          <ac:spMkLst>
            <pc:docMk/>
            <pc:sldMk cId="4117944072" sldId="265"/>
            <ac:spMk id="17" creationId="{3B573B22-4B0D-7967-1AAD-C0B07C127972}"/>
          </ac:spMkLst>
        </pc:spChg>
        <pc:spChg chg="del">
          <ac:chgData name="Osvaldo Luiz Santos Pereira" userId="c308351cf5a860c7" providerId="LiveId" clId="{3EF59E56-4CCE-4FE5-AF5F-969E092DDC67}" dt="2026-04-21T19:32:13.786" v="1796" actId="478"/>
          <ac:spMkLst>
            <pc:docMk/>
            <pc:sldMk cId="4117944072" sldId="265"/>
            <ac:spMk id="18" creationId="{315A91AC-8C65-7961-5530-433260C7E976}"/>
          </ac:spMkLst>
        </pc:spChg>
      </pc:sldChg>
      <pc:sldChg chg="addSp delSp modSp add mod">
        <pc:chgData name="Osvaldo Luiz Santos Pereira" userId="c308351cf5a860c7" providerId="LiveId" clId="{3EF59E56-4CCE-4FE5-AF5F-969E092DDC67}" dt="2026-04-21T23:59:56.811" v="2860" actId="20577"/>
        <pc:sldMkLst>
          <pc:docMk/>
          <pc:sldMk cId="2789719704" sldId="266"/>
        </pc:sldMkLst>
        <pc:spChg chg="del">
          <ac:chgData name="Osvaldo Luiz Santos Pereira" userId="c308351cf5a860c7" providerId="LiveId" clId="{3EF59E56-4CCE-4FE5-AF5F-969E092DDC67}" dt="2026-04-21T19:47:05.364" v="1860" actId="478"/>
          <ac:spMkLst>
            <pc:docMk/>
            <pc:sldMk cId="2789719704" sldId="266"/>
            <ac:spMk id="2" creationId="{25AEC08C-C786-C0C1-1DE5-7831DFE5485E}"/>
          </ac:spMkLst>
        </pc:spChg>
        <pc:spChg chg="del mod">
          <ac:chgData name="Osvaldo Luiz Santos Pereira" userId="c308351cf5a860c7" providerId="LiveId" clId="{3EF59E56-4CCE-4FE5-AF5F-969E092DDC67}" dt="2026-04-21T19:47:39.795" v="1888" actId="478"/>
          <ac:spMkLst>
            <pc:docMk/>
            <pc:sldMk cId="2789719704" sldId="266"/>
            <ac:spMk id="3" creationId="{F755AE07-80DD-28F0-844A-26A8C8256A76}"/>
          </ac:spMkLst>
        </pc:spChg>
        <pc:spChg chg="add mod">
          <ac:chgData name="Osvaldo Luiz Santos Pereira" userId="c308351cf5a860c7" providerId="LiveId" clId="{3EF59E56-4CCE-4FE5-AF5F-969E092DDC67}" dt="2026-04-21T19:51:05.522" v="2036" actId="1076"/>
          <ac:spMkLst>
            <pc:docMk/>
            <pc:sldMk cId="2789719704" sldId="266"/>
            <ac:spMk id="4" creationId="{FA1CC286-3334-F363-11D5-4EB7EABD33BD}"/>
          </ac:spMkLst>
        </pc:spChg>
        <pc:spChg chg="add mod">
          <ac:chgData name="Osvaldo Luiz Santos Pereira" userId="c308351cf5a860c7" providerId="LiveId" clId="{3EF59E56-4CCE-4FE5-AF5F-969E092DDC67}" dt="2026-04-21T19:51:02.279" v="2035" actId="1076"/>
          <ac:spMkLst>
            <pc:docMk/>
            <pc:sldMk cId="2789719704" sldId="266"/>
            <ac:spMk id="7" creationId="{638DBEA2-196B-1C12-E7AB-CA1E3041B811}"/>
          </ac:spMkLst>
        </pc:spChg>
        <pc:spChg chg="add mod">
          <ac:chgData name="Osvaldo Luiz Santos Pereira" userId="c308351cf5a860c7" providerId="LiveId" clId="{3EF59E56-4CCE-4FE5-AF5F-969E092DDC67}" dt="2026-04-21T23:59:52.858" v="2853" actId="20577"/>
          <ac:spMkLst>
            <pc:docMk/>
            <pc:sldMk cId="2789719704" sldId="266"/>
            <ac:spMk id="11" creationId="{CC202F7D-5771-103E-7C93-70E7D7374F58}"/>
          </ac:spMkLst>
        </pc:spChg>
        <pc:spChg chg="mod">
          <ac:chgData name="Osvaldo Luiz Santos Pereira" userId="c308351cf5a860c7" providerId="LiveId" clId="{3EF59E56-4CCE-4FE5-AF5F-969E092DDC67}" dt="2026-04-21T23:30:05.500" v="2682" actId="20577"/>
          <ac:spMkLst>
            <pc:docMk/>
            <pc:sldMk cId="2789719704" sldId="266"/>
            <ac:spMk id="13" creationId="{F766A864-B295-AB31-84AA-B97BCA1D93CA}"/>
          </ac:spMkLst>
        </pc:spChg>
        <pc:spChg chg="mod">
          <ac:chgData name="Osvaldo Luiz Santos Pereira" userId="c308351cf5a860c7" providerId="LiveId" clId="{3EF59E56-4CCE-4FE5-AF5F-969E092DDC67}" dt="2026-04-21T19:47:35.234" v="1887" actId="20577"/>
          <ac:spMkLst>
            <pc:docMk/>
            <pc:sldMk cId="2789719704" sldId="266"/>
            <ac:spMk id="15" creationId="{5EED21B2-D992-DD23-E330-86867BDF116B}"/>
          </ac:spMkLst>
        </pc:spChg>
        <pc:spChg chg="del">
          <ac:chgData name="Osvaldo Luiz Santos Pereira" userId="c308351cf5a860c7" providerId="LiveId" clId="{3EF59E56-4CCE-4FE5-AF5F-969E092DDC67}" dt="2026-04-21T19:47:05.364" v="1860" actId="478"/>
          <ac:spMkLst>
            <pc:docMk/>
            <pc:sldMk cId="2789719704" sldId="266"/>
            <ac:spMk id="16" creationId="{FE020C94-9912-38AA-03E5-9450E8B03D5F}"/>
          </ac:spMkLst>
        </pc:spChg>
        <pc:spChg chg="add mod">
          <ac:chgData name="Osvaldo Luiz Santos Pereira" userId="c308351cf5a860c7" providerId="LiveId" clId="{3EF59E56-4CCE-4FE5-AF5F-969E092DDC67}" dt="2026-04-21T19:51:02.279" v="2035" actId="1076"/>
          <ac:spMkLst>
            <pc:docMk/>
            <pc:sldMk cId="2789719704" sldId="266"/>
            <ac:spMk id="17" creationId="{2B5E0DC6-607F-251B-717B-0298BEE809CF}"/>
          </ac:spMkLst>
        </pc:spChg>
        <pc:spChg chg="add mod">
          <ac:chgData name="Osvaldo Luiz Santos Pereira" userId="c308351cf5a860c7" providerId="LiveId" clId="{3EF59E56-4CCE-4FE5-AF5F-969E092DDC67}" dt="2026-04-21T19:51:17.057" v="2068" actId="20577"/>
          <ac:spMkLst>
            <pc:docMk/>
            <pc:sldMk cId="2789719704" sldId="266"/>
            <ac:spMk id="18" creationId="{BB4DF625-F590-7386-4818-9F0DDEDC1CCF}"/>
          </ac:spMkLst>
        </pc:spChg>
        <pc:spChg chg="add mod">
          <ac:chgData name="Osvaldo Luiz Santos Pereira" userId="c308351cf5a860c7" providerId="LiveId" clId="{3EF59E56-4CCE-4FE5-AF5F-969E092DDC67}" dt="2026-04-21T23:59:56.811" v="2860" actId="20577"/>
          <ac:spMkLst>
            <pc:docMk/>
            <pc:sldMk cId="2789719704" sldId="266"/>
            <ac:spMk id="19" creationId="{9A230A57-C4E4-18EA-897E-403516BD7FFA}"/>
          </ac:spMkLst>
        </pc:spChg>
      </pc:sldChg>
      <pc:sldChg chg="addSp delSp modSp add mod">
        <pc:chgData name="Osvaldo Luiz Santos Pereira" userId="c308351cf5a860c7" providerId="LiveId" clId="{3EF59E56-4CCE-4FE5-AF5F-969E092DDC67}" dt="2026-04-21T23:30:21.659" v="2697" actId="20577"/>
        <pc:sldMkLst>
          <pc:docMk/>
          <pc:sldMk cId="1204174778" sldId="267"/>
        </pc:sldMkLst>
        <pc:spChg chg="add mod">
          <ac:chgData name="Osvaldo Luiz Santos Pereira" userId="c308351cf5a860c7" providerId="LiveId" clId="{3EF59E56-4CCE-4FE5-AF5F-969E092DDC67}" dt="2026-04-21T20:02:46.679" v="2261" actId="20577"/>
          <ac:spMkLst>
            <pc:docMk/>
            <pc:sldMk cId="1204174778" sldId="267"/>
            <ac:spMk id="2" creationId="{087DE195-A8C4-FE7B-7084-4F9F2F744045}"/>
          </ac:spMkLst>
        </pc:spChg>
        <pc:spChg chg="add mod">
          <ac:chgData name="Osvaldo Luiz Santos Pereira" userId="c308351cf5a860c7" providerId="LiveId" clId="{3EF59E56-4CCE-4FE5-AF5F-969E092DDC67}" dt="2026-04-21T20:03:23.851" v="2278" actId="20577"/>
          <ac:spMkLst>
            <pc:docMk/>
            <pc:sldMk cId="1204174778" sldId="267"/>
            <ac:spMk id="3" creationId="{1A414D9E-8476-5AE4-DF65-FFBDDCCB8C72}"/>
          </ac:spMkLst>
        </pc:spChg>
        <pc:spChg chg="mod">
          <ac:chgData name="Osvaldo Luiz Santos Pereira" userId="c308351cf5a860c7" providerId="LiveId" clId="{3EF59E56-4CCE-4FE5-AF5F-969E092DDC67}" dt="2026-04-21T20:01:45.166" v="2184" actId="20577"/>
          <ac:spMkLst>
            <pc:docMk/>
            <pc:sldMk cId="1204174778" sldId="267"/>
            <ac:spMk id="4" creationId="{C45EF876-59E2-C852-020B-C38BC3612F75}"/>
          </ac:spMkLst>
        </pc:spChg>
        <pc:spChg chg="mod">
          <ac:chgData name="Osvaldo Luiz Santos Pereira" userId="c308351cf5a860c7" providerId="LiveId" clId="{3EF59E56-4CCE-4FE5-AF5F-969E092DDC67}" dt="2026-04-21T20:02:11.968" v="2243" actId="20577"/>
          <ac:spMkLst>
            <pc:docMk/>
            <pc:sldMk cId="1204174778" sldId="267"/>
            <ac:spMk id="7" creationId="{9EF28D6D-BA86-6DE0-AAE8-831431DBA357}"/>
          </ac:spMkLst>
        </pc:spChg>
        <pc:spChg chg="add mod">
          <ac:chgData name="Osvaldo Luiz Santos Pereira" userId="c308351cf5a860c7" providerId="LiveId" clId="{3EF59E56-4CCE-4FE5-AF5F-969E092DDC67}" dt="2026-04-21T20:06:10.256" v="2326" actId="20577"/>
          <ac:spMkLst>
            <pc:docMk/>
            <pc:sldMk cId="1204174778" sldId="267"/>
            <ac:spMk id="10" creationId="{7DD70212-5E06-C5AC-BD27-5073BAF15B85}"/>
          </ac:spMkLst>
        </pc:spChg>
        <pc:spChg chg="del">
          <ac:chgData name="Osvaldo Luiz Santos Pereira" userId="c308351cf5a860c7" providerId="LiveId" clId="{3EF59E56-4CCE-4FE5-AF5F-969E092DDC67}" dt="2026-04-21T20:02:17.030" v="2244" actId="478"/>
          <ac:spMkLst>
            <pc:docMk/>
            <pc:sldMk cId="1204174778" sldId="267"/>
            <ac:spMk id="11" creationId="{66314784-6352-5411-688C-9C59704DE57A}"/>
          </ac:spMkLst>
        </pc:spChg>
        <pc:spChg chg="mod">
          <ac:chgData name="Osvaldo Luiz Santos Pereira" userId="c308351cf5a860c7" providerId="LiveId" clId="{3EF59E56-4CCE-4FE5-AF5F-969E092DDC67}" dt="2026-04-21T23:30:21.659" v="2697" actId="20577"/>
          <ac:spMkLst>
            <pc:docMk/>
            <pc:sldMk cId="1204174778" sldId="267"/>
            <ac:spMk id="13" creationId="{BED8588C-4240-D2F4-D915-63360D65C9B4}"/>
          </ac:spMkLst>
        </pc:spChg>
        <pc:spChg chg="mod">
          <ac:chgData name="Osvaldo Luiz Santos Pereira" userId="c308351cf5a860c7" providerId="LiveId" clId="{3EF59E56-4CCE-4FE5-AF5F-969E092DDC67}" dt="2026-04-21T19:58:36.679" v="2141" actId="20577"/>
          <ac:spMkLst>
            <pc:docMk/>
            <pc:sldMk cId="1204174778" sldId="267"/>
            <ac:spMk id="15" creationId="{687D5CA4-3EDB-5C6A-2CED-5D93BC43B2E2}"/>
          </ac:spMkLst>
        </pc:spChg>
        <pc:spChg chg="del">
          <ac:chgData name="Osvaldo Luiz Santos Pereira" userId="c308351cf5a860c7" providerId="LiveId" clId="{3EF59E56-4CCE-4FE5-AF5F-969E092DDC67}" dt="2026-04-21T20:02:17.030" v="2244" actId="478"/>
          <ac:spMkLst>
            <pc:docMk/>
            <pc:sldMk cId="1204174778" sldId="267"/>
            <ac:spMk id="17" creationId="{E1235554-2301-7BB8-DF94-DBF842546C0E}"/>
          </ac:spMkLst>
        </pc:spChg>
        <pc:spChg chg="del">
          <ac:chgData name="Osvaldo Luiz Santos Pereira" userId="c308351cf5a860c7" providerId="LiveId" clId="{3EF59E56-4CCE-4FE5-AF5F-969E092DDC67}" dt="2026-04-21T20:02:17.030" v="2244" actId="478"/>
          <ac:spMkLst>
            <pc:docMk/>
            <pc:sldMk cId="1204174778" sldId="267"/>
            <ac:spMk id="18" creationId="{C201D4F6-D236-AAA9-034C-182E730E25A9}"/>
          </ac:spMkLst>
        </pc:spChg>
        <pc:spChg chg="del">
          <ac:chgData name="Osvaldo Luiz Santos Pereira" userId="c308351cf5a860c7" providerId="LiveId" clId="{3EF59E56-4CCE-4FE5-AF5F-969E092DDC67}" dt="2026-04-21T20:02:17.030" v="2244" actId="478"/>
          <ac:spMkLst>
            <pc:docMk/>
            <pc:sldMk cId="1204174778" sldId="267"/>
            <ac:spMk id="19" creationId="{1C47E7DD-5C55-FC7C-A3EA-42C4CD55943C}"/>
          </ac:spMkLst>
        </pc:spChg>
      </pc:sldChg>
      <pc:sldChg chg="addSp delSp modSp add mod">
        <pc:chgData name="Osvaldo Luiz Santos Pereira" userId="c308351cf5a860c7" providerId="LiveId" clId="{3EF59E56-4CCE-4FE5-AF5F-969E092DDC67}" dt="2026-04-22T00:51:30.631" v="2865" actId="20577"/>
        <pc:sldMkLst>
          <pc:docMk/>
          <pc:sldMk cId="2307014744" sldId="268"/>
        </pc:sldMkLst>
        <pc:spChg chg="del">
          <ac:chgData name="Osvaldo Luiz Santos Pereira" userId="c308351cf5a860c7" providerId="LiveId" clId="{3EF59E56-4CCE-4FE5-AF5F-969E092DDC67}" dt="2026-04-21T20:05:02.210" v="2311" actId="478"/>
          <ac:spMkLst>
            <pc:docMk/>
            <pc:sldMk cId="2307014744" sldId="268"/>
            <ac:spMk id="2" creationId="{FB57E684-2B47-5DC1-6687-A5C2FB76C2FF}"/>
          </ac:spMkLst>
        </pc:spChg>
        <pc:spChg chg="del">
          <ac:chgData name="Osvaldo Luiz Santos Pereira" userId="c308351cf5a860c7" providerId="LiveId" clId="{3EF59E56-4CCE-4FE5-AF5F-969E092DDC67}" dt="2026-04-21T20:05:02.210" v="2311" actId="478"/>
          <ac:spMkLst>
            <pc:docMk/>
            <pc:sldMk cId="2307014744" sldId="268"/>
            <ac:spMk id="3" creationId="{1C1557D0-5FE6-67A7-6BE3-1C1E300D0CD3}"/>
          </ac:spMkLst>
        </pc:spChg>
        <pc:spChg chg="del">
          <ac:chgData name="Osvaldo Luiz Santos Pereira" userId="c308351cf5a860c7" providerId="LiveId" clId="{3EF59E56-4CCE-4FE5-AF5F-969E092DDC67}" dt="2026-04-21T20:05:02.210" v="2311" actId="478"/>
          <ac:spMkLst>
            <pc:docMk/>
            <pc:sldMk cId="2307014744" sldId="268"/>
            <ac:spMk id="4" creationId="{76F8FA22-9569-EA0C-E2A1-B078D20FA5CE}"/>
          </ac:spMkLst>
        </pc:spChg>
        <pc:spChg chg="del">
          <ac:chgData name="Osvaldo Luiz Santos Pereira" userId="c308351cf5a860c7" providerId="LiveId" clId="{3EF59E56-4CCE-4FE5-AF5F-969E092DDC67}" dt="2026-04-21T20:05:02.210" v="2311" actId="478"/>
          <ac:spMkLst>
            <pc:docMk/>
            <pc:sldMk cId="2307014744" sldId="268"/>
            <ac:spMk id="7" creationId="{33C15BA6-BDBB-B45C-42DE-F64DAC2821E6}"/>
          </ac:spMkLst>
        </pc:spChg>
        <pc:spChg chg="mod">
          <ac:chgData name="Osvaldo Luiz Santos Pereira" userId="c308351cf5a860c7" providerId="LiveId" clId="{3EF59E56-4CCE-4FE5-AF5F-969E092DDC67}" dt="2026-04-21T23:33:33.322" v="2803" actId="20577"/>
          <ac:spMkLst>
            <pc:docMk/>
            <pc:sldMk cId="2307014744" sldId="268"/>
            <ac:spMk id="10" creationId="{BB2B6F83-9E4A-4E6F-916B-5758021736AE}"/>
          </ac:spMkLst>
        </pc:spChg>
        <pc:spChg chg="add mod">
          <ac:chgData name="Osvaldo Luiz Santos Pereira" userId="c308351cf5a860c7" providerId="LiveId" clId="{3EF59E56-4CCE-4FE5-AF5F-969E092DDC67}" dt="2026-04-21T20:10:40.968" v="2413" actId="1076"/>
          <ac:spMkLst>
            <pc:docMk/>
            <pc:sldMk cId="2307014744" sldId="268"/>
            <ac:spMk id="11" creationId="{6EFD6116-9174-D5DE-148C-C95D0015168F}"/>
          </ac:spMkLst>
        </pc:spChg>
        <pc:spChg chg="mod">
          <ac:chgData name="Osvaldo Luiz Santos Pereira" userId="c308351cf5a860c7" providerId="LiveId" clId="{3EF59E56-4CCE-4FE5-AF5F-969E092DDC67}" dt="2026-04-21T23:30:44.056" v="2709" actId="20577"/>
          <ac:spMkLst>
            <pc:docMk/>
            <pc:sldMk cId="2307014744" sldId="268"/>
            <ac:spMk id="13" creationId="{DC611F9A-777D-64B9-CF16-09CC0315140D}"/>
          </ac:spMkLst>
        </pc:spChg>
        <pc:spChg chg="add mod">
          <ac:chgData name="Osvaldo Luiz Santos Pereira" userId="c308351cf5a860c7" providerId="LiveId" clId="{3EF59E56-4CCE-4FE5-AF5F-969E092DDC67}" dt="2026-04-22T00:51:30.631" v="2865" actId="20577"/>
          <ac:spMkLst>
            <pc:docMk/>
            <pc:sldMk cId="2307014744" sldId="268"/>
            <ac:spMk id="17" creationId="{95E1B535-8E5B-A975-659B-21977B3B6211}"/>
          </ac:spMkLst>
        </pc:spChg>
        <pc:spChg chg="add mod">
          <ac:chgData name="Osvaldo Luiz Santos Pereira" userId="c308351cf5a860c7" providerId="LiveId" clId="{3EF59E56-4CCE-4FE5-AF5F-969E092DDC67}" dt="2026-04-21T20:11:51.369" v="2464" actId="1076"/>
          <ac:spMkLst>
            <pc:docMk/>
            <pc:sldMk cId="2307014744" sldId="268"/>
            <ac:spMk id="18" creationId="{9442E59E-978D-5581-34E6-72D8C0926AEF}"/>
          </ac:spMkLst>
        </pc:spChg>
        <pc:spChg chg="add mod">
          <ac:chgData name="Osvaldo Luiz Santos Pereira" userId="c308351cf5a860c7" providerId="LiveId" clId="{3EF59E56-4CCE-4FE5-AF5F-969E092DDC67}" dt="2026-04-21T20:11:15.469" v="2446" actId="20577"/>
          <ac:spMkLst>
            <pc:docMk/>
            <pc:sldMk cId="2307014744" sldId="268"/>
            <ac:spMk id="19" creationId="{CB8C6BA1-2620-411C-B664-E9157633A486}"/>
          </ac:spMkLst>
        </pc:spChg>
        <pc:spChg chg="add mod">
          <ac:chgData name="Osvaldo Luiz Santos Pereira" userId="c308351cf5a860c7" providerId="LiveId" clId="{3EF59E56-4CCE-4FE5-AF5F-969E092DDC67}" dt="2026-04-21T20:11:47.881" v="2463" actId="1076"/>
          <ac:spMkLst>
            <pc:docMk/>
            <pc:sldMk cId="2307014744" sldId="268"/>
            <ac:spMk id="20" creationId="{CBC18FE0-7A99-CBC7-0099-25F974744AA6}"/>
          </ac:spMkLst>
        </pc:spChg>
      </pc:sldChg>
      <pc:sldChg chg="addSp delSp modSp add mod">
        <pc:chgData name="Osvaldo Luiz Santos Pereira" userId="c308351cf5a860c7" providerId="LiveId" clId="{3EF59E56-4CCE-4FE5-AF5F-969E092DDC67}" dt="2026-04-21T23:34:40.506" v="2846" actId="1076"/>
        <pc:sldMkLst>
          <pc:docMk/>
          <pc:sldMk cId="1117663449" sldId="269"/>
        </pc:sldMkLst>
        <pc:spChg chg="add mod">
          <ac:chgData name="Osvaldo Luiz Santos Pereira" userId="c308351cf5a860c7" providerId="LiveId" clId="{3EF59E56-4CCE-4FE5-AF5F-969E092DDC67}" dt="2026-04-21T23:34:38.320" v="2845" actId="1076"/>
          <ac:spMkLst>
            <pc:docMk/>
            <pc:sldMk cId="1117663449" sldId="269"/>
            <ac:spMk id="2" creationId="{41EAFCE7-580B-A7D9-EC79-F5468997514D}"/>
          </ac:spMkLst>
        </pc:spChg>
        <pc:spChg chg="add del mod">
          <ac:chgData name="Osvaldo Luiz Santos Pereira" userId="c308351cf5a860c7" providerId="LiveId" clId="{3EF59E56-4CCE-4FE5-AF5F-969E092DDC67}" dt="2026-04-21T23:33:49.939" v="2804" actId="478"/>
          <ac:spMkLst>
            <pc:docMk/>
            <pc:sldMk cId="1117663449" sldId="269"/>
            <ac:spMk id="4" creationId="{1B373AEC-97B7-C954-4418-B0BE215C7C6D}"/>
          </ac:spMkLst>
        </pc:spChg>
        <pc:spChg chg="add mod">
          <ac:chgData name="Osvaldo Luiz Santos Pereira" userId="c308351cf5a860c7" providerId="LiveId" clId="{3EF59E56-4CCE-4FE5-AF5F-969E092DDC67}" dt="2026-04-21T23:34:35.236" v="2844" actId="1076"/>
          <ac:spMkLst>
            <pc:docMk/>
            <pc:sldMk cId="1117663449" sldId="269"/>
            <ac:spMk id="7" creationId="{4244FE9B-A332-8751-50AF-95D796FA1D77}"/>
          </ac:spMkLst>
        </pc:spChg>
        <pc:spChg chg="add del">
          <ac:chgData name="Osvaldo Luiz Santos Pereira" userId="c308351cf5a860c7" providerId="LiveId" clId="{3EF59E56-4CCE-4FE5-AF5F-969E092DDC67}" dt="2026-04-21T23:31:18.400" v="2719" actId="478"/>
          <ac:spMkLst>
            <pc:docMk/>
            <pc:sldMk cId="1117663449" sldId="269"/>
            <ac:spMk id="10" creationId="{3F7AE84C-5C31-C22D-C96A-22F5633E72A7}"/>
          </ac:spMkLst>
        </pc:spChg>
        <pc:spChg chg="add del">
          <ac:chgData name="Osvaldo Luiz Santos Pereira" userId="c308351cf5a860c7" providerId="LiveId" clId="{3EF59E56-4CCE-4FE5-AF5F-969E092DDC67}" dt="2026-04-21T23:31:18.400" v="2719" actId="478"/>
          <ac:spMkLst>
            <pc:docMk/>
            <pc:sldMk cId="1117663449" sldId="269"/>
            <ac:spMk id="11" creationId="{C1735330-3BA6-7C55-61F3-EADAC2ECDCC8}"/>
          </ac:spMkLst>
        </pc:spChg>
        <pc:spChg chg="mod">
          <ac:chgData name="Osvaldo Luiz Santos Pereira" userId="c308351cf5a860c7" providerId="LiveId" clId="{3EF59E56-4CCE-4FE5-AF5F-969E092DDC67}" dt="2026-04-21T23:34:27.937" v="2843" actId="20577"/>
          <ac:spMkLst>
            <pc:docMk/>
            <pc:sldMk cId="1117663449" sldId="269"/>
            <ac:spMk id="13" creationId="{AD41F56E-CA45-5DF7-5E53-99EE29B3BC10}"/>
          </ac:spMkLst>
        </pc:spChg>
        <pc:spChg chg="add del mod">
          <ac:chgData name="Osvaldo Luiz Santos Pereira" userId="c308351cf5a860c7" providerId="LiveId" clId="{3EF59E56-4CCE-4FE5-AF5F-969E092DDC67}" dt="2026-04-21T23:34:40.506" v="2846" actId="1076"/>
          <ac:spMkLst>
            <pc:docMk/>
            <pc:sldMk cId="1117663449" sldId="269"/>
            <ac:spMk id="15" creationId="{9199295E-6BD0-0F18-A3C1-5D2DAFA99939}"/>
          </ac:spMkLst>
        </pc:spChg>
        <pc:spChg chg="add mod">
          <ac:chgData name="Osvaldo Luiz Santos Pereira" userId="c308351cf5a860c7" providerId="LiveId" clId="{3EF59E56-4CCE-4FE5-AF5F-969E092DDC67}" dt="2026-04-21T23:34:35.236" v="2844" actId="1076"/>
          <ac:spMkLst>
            <pc:docMk/>
            <pc:sldMk cId="1117663449" sldId="269"/>
            <ac:spMk id="16" creationId="{85E68900-82AC-49FF-266B-ACF0715774DD}"/>
          </ac:spMkLst>
        </pc:spChg>
        <pc:spChg chg="add del">
          <ac:chgData name="Osvaldo Luiz Santos Pereira" userId="c308351cf5a860c7" providerId="LiveId" clId="{3EF59E56-4CCE-4FE5-AF5F-969E092DDC67}" dt="2026-04-21T23:31:18.400" v="2719" actId="478"/>
          <ac:spMkLst>
            <pc:docMk/>
            <pc:sldMk cId="1117663449" sldId="269"/>
            <ac:spMk id="17" creationId="{6143E49F-D368-2E1D-A5BC-F6ABA728C397}"/>
          </ac:spMkLst>
        </pc:spChg>
        <pc:spChg chg="del">
          <ac:chgData name="Osvaldo Luiz Santos Pereira" userId="c308351cf5a860c7" providerId="LiveId" clId="{3EF59E56-4CCE-4FE5-AF5F-969E092DDC67}" dt="2026-04-21T23:31:18.400" v="2719" actId="478"/>
          <ac:spMkLst>
            <pc:docMk/>
            <pc:sldMk cId="1117663449" sldId="269"/>
            <ac:spMk id="18" creationId="{A9CA4909-2071-1847-DE9A-70CCA3CB9B4D}"/>
          </ac:spMkLst>
        </pc:spChg>
        <pc:spChg chg="del">
          <ac:chgData name="Osvaldo Luiz Santos Pereira" userId="c308351cf5a860c7" providerId="LiveId" clId="{3EF59E56-4CCE-4FE5-AF5F-969E092DDC67}" dt="2026-04-21T23:31:18.400" v="2719" actId="478"/>
          <ac:spMkLst>
            <pc:docMk/>
            <pc:sldMk cId="1117663449" sldId="269"/>
            <ac:spMk id="19" creationId="{43CC8688-0381-6C11-FCA1-2E55D2707BB9}"/>
          </ac:spMkLst>
        </pc:spChg>
        <pc:spChg chg="add del">
          <ac:chgData name="Osvaldo Luiz Santos Pereira" userId="c308351cf5a860c7" providerId="LiveId" clId="{3EF59E56-4CCE-4FE5-AF5F-969E092DDC67}" dt="2026-04-21T23:31:18.400" v="2719" actId="478"/>
          <ac:spMkLst>
            <pc:docMk/>
            <pc:sldMk cId="1117663449" sldId="269"/>
            <ac:spMk id="20" creationId="{C22A33A9-E858-D1F6-7F37-6E1327BF7116}"/>
          </ac:spMkLst>
        </pc:spChg>
      </pc:sldChg>
      <pc:sldMasterChg chg="modSp setBg modSldLayout">
        <pc:chgData name="Osvaldo Luiz Santos Pereira" userId="c308351cf5a860c7" providerId="LiveId" clId="{3EF59E56-4CCE-4FE5-AF5F-969E092DDC67}" dt="2026-04-21T13:28:22.399" v="593"/>
        <pc:sldMasterMkLst>
          <pc:docMk/>
          <pc:sldMasterMk cId="227375347" sldId="2147483744"/>
        </pc:sldMasterMkLst>
        <pc:spChg chg="mod">
          <ac:chgData name="Osvaldo Luiz Santos Pereira" userId="c308351cf5a860c7" providerId="LiveId" clId="{3EF59E56-4CCE-4FE5-AF5F-969E092DDC67}" dt="2026-04-21T13:28:22.399" v="593"/>
          <ac:spMkLst>
            <pc:docMk/>
            <pc:sldMasterMk cId="227375347" sldId="2147483744"/>
            <ac:spMk id="2" creationId="{00000000-0000-0000-0000-000000000000}"/>
          </ac:spMkLst>
        </pc:spChg>
        <pc:spChg chg="mod">
          <ac:chgData name="Osvaldo Luiz Santos Pereira" userId="c308351cf5a860c7" providerId="LiveId" clId="{3EF59E56-4CCE-4FE5-AF5F-969E092DDC67}" dt="2026-04-21T13:28:22.399" v="593"/>
          <ac:spMkLst>
            <pc:docMk/>
            <pc:sldMasterMk cId="227375347" sldId="2147483744"/>
            <ac:spMk id="3" creationId="{00000000-0000-0000-0000-000000000000}"/>
          </ac:spMkLst>
        </pc:spChg>
        <pc:spChg chg="mod">
          <ac:chgData name="Osvaldo Luiz Santos Pereira" userId="c308351cf5a860c7" providerId="LiveId" clId="{3EF59E56-4CCE-4FE5-AF5F-969E092DDC67}" dt="2026-04-21T13:28:22.399" v="593"/>
          <ac:spMkLst>
            <pc:docMk/>
            <pc:sldMasterMk cId="227375347" sldId="2147483744"/>
            <ac:spMk id="4" creationId="{00000000-0000-0000-0000-000000000000}"/>
          </ac:spMkLst>
        </pc:spChg>
        <pc:spChg chg="mod">
          <ac:chgData name="Osvaldo Luiz Santos Pereira" userId="c308351cf5a860c7" providerId="LiveId" clId="{3EF59E56-4CCE-4FE5-AF5F-969E092DDC67}" dt="2026-04-21T13:28:22.399" v="593"/>
          <ac:spMkLst>
            <pc:docMk/>
            <pc:sldMasterMk cId="227375347" sldId="2147483744"/>
            <ac:spMk id="5" creationId="{00000000-0000-0000-0000-000000000000}"/>
          </ac:spMkLst>
        </pc:spChg>
        <pc:spChg chg="mod">
          <ac:chgData name="Osvaldo Luiz Santos Pereira" userId="c308351cf5a860c7" providerId="LiveId" clId="{3EF59E56-4CCE-4FE5-AF5F-969E092DDC67}" dt="2026-04-21T13:28:22.399" v="593"/>
          <ac:spMkLst>
            <pc:docMk/>
            <pc:sldMasterMk cId="227375347" sldId="2147483744"/>
            <ac:spMk id="6" creationId="{00000000-0000-0000-0000-000000000000}"/>
          </ac:spMkLst>
        </pc:spChg>
        <pc:sldLayoutChg chg="modSp setBg">
          <pc:chgData name="Osvaldo Luiz Santos Pereira" userId="c308351cf5a860c7" providerId="LiveId" clId="{3EF59E56-4CCE-4FE5-AF5F-969E092DDC67}" dt="2026-04-21T13:28:22.399" v="593"/>
          <pc:sldLayoutMkLst>
            <pc:docMk/>
            <pc:sldMasterMk cId="227375347" sldId="2147483744"/>
            <pc:sldLayoutMk cId="243574844" sldId="2147483745"/>
          </pc:sldLayoutMkLst>
          <pc:spChg chg="mod">
            <ac:chgData name="Osvaldo Luiz Santos Pereira" userId="c308351cf5a860c7" providerId="LiveId" clId="{3EF59E56-4CCE-4FE5-AF5F-969E092DDC67}" dt="2026-04-21T13:28:22.399" v="593"/>
            <ac:spMkLst>
              <pc:docMk/>
              <pc:sldMasterMk cId="227375347" sldId="2147483744"/>
              <pc:sldLayoutMk cId="243574844" sldId="2147483745"/>
              <ac:spMk id="2" creationId="{00000000-0000-0000-0000-000000000000}"/>
            </ac:spMkLst>
          </pc:spChg>
          <pc:spChg chg="mod">
            <ac:chgData name="Osvaldo Luiz Santos Pereira" userId="c308351cf5a860c7" providerId="LiveId" clId="{3EF59E56-4CCE-4FE5-AF5F-969E092DDC67}" dt="2026-04-21T13:28:22.399" v="593"/>
            <ac:spMkLst>
              <pc:docMk/>
              <pc:sldMasterMk cId="227375347" sldId="2147483744"/>
              <pc:sldLayoutMk cId="243574844" sldId="2147483745"/>
              <ac:spMk id="3" creationId="{00000000-0000-0000-0000-000000000000}"/>
            </ac:spMkLst>
          </pc:spChg>
        </pc:sldLayoutChg>
        <pc:sldLayoutChg chg="setBg">
          <pc:chgData name="Osvaldo Luiz Santos Pereira" userId="c308351cf5a860c7" providerId="LiveId" clId="{3EF59E56-4CCE-4FE5-AF5F-969E092DDC67}" dt="2026-04-21T10:37:51.737" v="586"/>
          <pc:sldLayoutMkLst>
            <pc:docMk/>
            <pc:sldMasterMk cId="227375347" sldId="2147483744"/>
            <pc:sldLayoutMk cId="3903075917" sldId="2147483746"/>
          </pc:sldLayoutMkLst>
        </pc:sldLayoutChg>
        <pc:sldLayoutChg chg="modSp setBg">
          <pc:chgData name="Osvaldo Luiz Santos Pereira" userId="c308351cf5a860c7" providerId="LiveId" clId="{3EF59E56-4CCE-4FE5-AF5F-969E092DDC67}" dt="2026-04-21T13:28:22.399" v="593"/>
          <pc:sldLayoutMkLst>
            <pc:docMk/>
            <pc:sldMasterMk cId="227375347" sldId="2147483744"/>
            <pc:sldLayoutMk cId="6459509" sldId="2147483747"/>
          </pc:sldLayoutMkLst>
          <pc:spChg chg="mod">
            <ac:chgData name="Osvaldo Luiz Santos Pereira" userId="c308351cf5a860c7" providerId="LiveId" clId="{3EF59E56-4CCE-4FE5-AF5F-969E092DDC67}" dt="2026-04-21T13:28:22.399" v="593"/>
            <ac:spMkLst>
              <pc:docMk/>
              <pc:sldMasterMk cId="227375347" sldId="2147483744"/>
              <pc:sldLayoutMk cId="6459509" sldId="2147483747"/>
              <ac:spMk id="2" creationId="{00000000-0000-0000-0000-000000000000}"/>
            </ac:spMkLst>
          </pc:spChg>
          <pc:spChg chg="mod">
            <ac:chgData name="Osvaldo Luiz Santos Pereira" userId="c308351cf5a860c7" providerId="LiveId" clId="{3EF59E56-4CCE-4FE5-AF5F-969E092DDC67}" dt="2026-04-21T13:28:22.399" v="593"/>
            <ac:spMkLst>
              <pc:docMk/>
              <pc:sldMasterMk cId="227375347" sldId="2147483744"/>
              <pc:sldLayoutMk cId="6459509" sldId="2147483747"/>
              <ac:spMk id="3" creationId="{00000000-0000-0000-0000-000000000000}"/>
            </ac:spMkLst>
          </pc:spChg>
        </pc:sldLayoutChg>
        <pc:sldLayoutChg chg="modSp setBg">
          <pc:chgData name="Osvaldo Luiz Santos Pereira" userId="c308351cf5a860c7" providerId="LiveId" clId="{3EF59E56-4CCE-4FE5-AF5F-969E092DDC67}" dt="2026-04-21T13:28:22.399" v="593"/>
          <pc:sldLayoutMkLst>
            <pc:docMk/>
            <pc:sldMasterMk cId="227375347" sldId="2147483744"/>
            <pc:sldLayoutMk cId="3058749736" sldId="2147483748"/>
          </pc:sldLayoutMkLst>
          <pc:spChg chg="mod">
            <ac:chgData name="Osvaldo Luiz Santos Pereira" userId="c308351cf5a860c7" providerId="LiveId" clId="{3EF59E56-4CCE-4FE5-AF5F-969E092DDC67}" dt="2026-04-21T13:28:22.399" v="593"/>
            <ac:spMkLst>
              <pc:docMk/>
              <pc:sldMasterMk cId="227375347" sldId="2147483744"/>
              <pc:sldLayoutMk cId="3058749736" sldId="2147483748"/>
              <ac:spMk id="3" creationId="{00000000-0000-0000-0000-000000000000}"/>
            </ac:spMkLst>
          </pc:spChg>
          <pc:spChg chg="mod">
            <ac:chgData name="Osvaldo Luiz Santos Pereira" userId="c308351cf5a860c7" providerId="LiveId" clId="{3EF59E56-4CCE-4FE5-AF5F-969E092DDC67}" dt="2026-04-21T13:28:22.399" v="593"/>
            <ac:spMkLst>
              <pc:docMk/>
              <pc:sldMasterMk cId="227375347" sldId="2147483744"/>
              <pc:sldLayoutMk cId="3058749736" sldId="2147483748"/>
              <ac:spMk id="4" creationId="{00000000-0000-0000-0000-000000000000}"/>
            </ac:spMkLst>
          </pc:spChg>
        </pc:sldLayoutChg>
        <pc:sldLayoutChg chg="modSp setBg">
          <pc:chgData name="Osvaldo Luiz Santos Pereira" userId="c308351cf5a860c7" providerId="LiveId" clId="{3EF59E56-4CCE-4FE5-AF5F-969E092DDC67}" dt="2026-04-21T13:28:22.399" v="593"/>
          <pc:sldLayoutMkLst>
            <pc:docMk/>
            <pc:sldMasterMk cId="227375347" sldId="2147483744"/>
            <pc:sldLayoutMk cId="3779333978" sldId="2147483749"/>
          </pc:sldLayoutMkLst>
          <pc:spChg chg="mod">
            <ac:chgData name="Osvaldo Luiz Santos Pereira" userId="c308351cf5a860c7" providerId="LiveId" clId="{3EF59E56-4CCE-4FE5-AF5F-969E092DDC67}" dt="2026-04-21T13:28:22.399" v="593"/>
            <ac:spMkLst>
              <pc:docMk/>
              <pc:sldMasterMk cId="227375347" sldId="2147483744"/>
              <pc:sldLayoutMk cId="3779333978" sldId="2147483749"/>
              <ac:spMk id="2" creationId="{00000000-0000-0000-0000-000000000000}"/>
            </ac:spMkLst>
          </pc:spChg>
          <pc:spChg chg="mod">
            <ac:chgData name="Osvaldo Luiz Santos Pereira" userId="c308351cf5a860c7" providerId="LiveId" clId="{3EF59E56-4CCE-4FE5-AF5F-969E092DDC67}" dt="2026-04-21T13:28:22.399" v="593"/>
            <ac:spMkLst>
              <pc:docMk/>
              <pc:sldMasterMk cId="227375347" sldId="2147483744"/>
              <pc:sldLayoutMk cId="3779333978" sldId="2147483749"/>
              <ac:spMk id="3" creationId="{00000000-0000-0000-0000-000000000000}"/>
            </ac:spMkLst>
          </pc:spChg>
          <pc:spChg chg="mod">
            <ac:chgData name="Osvaldo Luiz Santos Pereira" userId="c308351cf5a860c7" providerId="LiveId" clId="{3EF59E56-4CCE-4FE5-AF5F-969E092DDC67}" dt="2026-04-21T13:28:22.399" v="593"/>
            <ac:spMkLst>
              <pc:docMk/>
              <pc:sldMasterMk cId="227375347" sldId="2147483744"/>
              <pc:sldLayoutMk cId="3779333978" sldId="2147483749"/>
              <ac:spMk id="4" creationId="{00000000-0000-0000-0000-000000000000}"/>
            </ac:spMkLst>
          </pc:spChg>
          <pc:spChg chg="mod">
            <ac:chgData name="Osvaldo Luiz Santos Pereira" userId="c308351cf5a860c7" providerId="LiveId" clId="{3EF59E56-4CCE-4FE5-AF5F-969E092DDC67}" dt="2026-04-21T13:28:22.399" v="593"/>
            <ac:spMkLst>
              <pc:docMk/>
              <pc:sldMasterMk cId="227375347" sldId="2147483744"/>
              <pc:sldLayoutMk cId="3779333978" sldId="2147483749"/>
              <ac:spMk id="5" creationId="{00000000-0000-0000-0000-000000000000}"/>
            </ac:spMkLst>
          </pc:spChg>
          <pc:spChg chg="mod">
            <ac:chgData name="Osvaldo Luiz Santos Pereira" userId="c308351cf5a860c7" providerId="LiveId" clId="{3EF59E56-4CCE-4FE5-AF5F-969E092DDC67}" dt="2026-04-21T13:28:22.399" v="593"/>
            <ac:spMkLst>
              <pc:docMk/>
              <pc:sldMasterMk cId="227375347" sldId="2147483744"/>
              <pc:sldLayoutMk cId="3779333978" sldId="2147483749"/>
              <ac:spMk id="6" creationId="{00000000-0000-0000-0000-000000000000}"/>
            </ac:spMkLst>
          </pc:spChg>
        </pc:sldLayoutChg>
        <pc:sldLayoutChg chg="setBg">
          <pc:chgData name="Osvaldo Luiz Santos Pereira" userId="c308351cf5a860c7" providerId="LiveId" clId="{3EF59E56-4CCE-4FE5-AF5F-969E092DDC67}" dt="2026-04-21T10:37:51.737" v="586"/>
          <pc:sldLayoutMkLst>
            <pc:docMk/>
            <pc:sldMasterMk cId="227375347" sldId="2147483744"/>
            <pc:sldLayoutMk cId="3580195893" sldId="2147483750"/>
          </pc:sldLayoutMkLst>
        </pc:sldLayoutChg>
        <pc:sldLayoutChg chg="setBg">
          <pc:chgData name="Osvaldo Luiz Santos Pereira" userId="c308351cf5a860c7" providerId="LiveId" clId="{3EF59E56-4CCE-4FE5-AF5F-969E092DDC67}" dt="2026-04-21T10:37:51.737" v="586"/>
          <pc:sldLayoutMkLst>
            <pc:docMk/>
            <pc:sldMasterMk cId="227375347" sldId="2147483744"/>
            <pc:sldLayoutMk cId="3464700200" sldId="2147483751"/>
          </pc:sldLayoutMkLst>
        </pc:sldLayoutChg>
        <pc:sldLayoutChg chg="modSp setBg">
          <pc:chgData name="Osvaldo Luiz Santos Pereira" userId="c308351cf5a860c7" providerId="LiveId" clId="{3EF59E56-4CCE-4FE5-AF5F-969E092DDC67}" dt="2026-04-21T13:28:22.399" v="593"/>
          <pc:sldLayoutMkLst>
            <pc:docMk/>
            <pc:sldMasterMk cId="227375347" sldId="2147483744"/>
            <pc:sldLayoutMk cId="882059199" sldId="2147483752"/>
          </pc:sldLayoutMkLst>
          <pc:spChg chg="mod">
            <ac:chgData name="Osvaldo Luiz Santos Pereira" userId="c308351cf5a860c7" providerId="LiveId" clId="{3EF59E56-4CCE-4FE5-AF5F-969E092DDC67}" dt="2026-04-21T13:28:22.399" v="593"/>
            <ac:spMkLst>
              <pc:docMk/>
              <pc:sldMasterMk cId="227375347" sldId="2147483744"/>
              <pc:sldLayoutMk cId="882059199" sldId="2147483752"/>
              <ac:spMk id="2" creationId="{00000000-0000-0000-0000-000000000000}"/>
            </ac:spMkLst>
          </pc:spChg>
          <pc:spChg chg="mod">
            <ac:chgData name="Osvaldo Luiz Santos Pereira" userId="c308351cf5a860c7" providerId="LiveId" clId="{3EF59E56-4CCE-4FE5-AF5F-969E092DDC67}" dt="2026-04-21T13:28:22.399" v="593"/>
            <ac:spMkLst>
              <pc:docMk/>
              <pc:sldMasterMk cId="227375347" sldId="2147483744"/>
              <pc:sldLayoutMk cId="882059199" sldId="2147483752"/>
              <ac:spMk id="3" creationId="{00000000-0000-0000-0000-000000000000}"/>
            </ac:spMkLst>
          </pc:spChg>
          <pc:spChg chg="mod">
            <ac:chgData name="Osvaldo Luiz Santos Pereira" userId="c308351cf5a860c7" providerId="LiveId" clId="{3EF59E56-4CCE-4FE5-AF5F-969E092DDC67}" dt="2026-04-21T13:28:22.399" v="593"/>
            <ac:spMkLst>
              <pc:docMk/>
              <pc:sldMasterMk cId="227375347" sldId="2147483744"/>
              <pc:sldLayoutMk cId="882059199" sldId="2147483752"/>
              <ac:spMk id="4" creationId="{00000000-0000-0000-0000-000000000000}"/>
            </ac:spMkLst>
          </pc:spChg>
        </pc:sldLayoutChg>
        <pc:sldLayoutChg chg="modSp setBg">
          <pc:chgData name="Osvaldo Luiz Santos Pereira" userId="c308351cf5a860c7" providerId="LiveId" clId="{3EF59E56-4CCE-4FE5-AF5F-969E092DDC67}" dt="2026-04-21T13:28:22.399" v="593"/>
          <pc:sldLayoutMkLst>
            <pc:docMk/>
            <pc:sldMasterMk cId="227375347" sldId="2147483744"/>
            <pc:sldLayoutMk cId="3416550361" sldId="2147483753"/>
          </pc:sldLayoutMkLst>
          <pc:spChg chg="mod">
            <ac:chgData name="Osvaldo Luiz Santos Pereira" userId="c308351cf5a860c7" providerId="LiveId" clId="{3EF59E56-4CCE-4FE5-AF5F-969E092DDC67}" dt="2026-04-21T13:28:22.399" v="593"/>
            <ac:spMkLst>
              <pc:docMk/>
              <pc:sldMasterMk cId="227375347" sldId="2147483744"/>
              <pc:sldLayoutMk cId="3416550361" sldId="2147483753"/>
              <ac:spMk id="2" creationId="{00000000-0000-0000-0000-000000000000}"/>
            </ac:spMkLst>
          </pc:spChg>
          <pc:spChg chg="mod">
            <ac:chgData name="Osvaldo Luiz Santos Pereira" userId="c308351cf5a860c7" providerId="LiveId" clId="{3EF59E56-4CCE-4FE5-AF5F-969E092DDC67}" dt="2026-04-21T13:28:22.399" v="593"/>
            <ac:spMkLst>
              <pc:docMk/>
              <pc:sldMasterMk cId="227375347" sldId="2147483744"/>
              <pc:sldLayoutMk cId="3416550361" sldId="2147483753"/>
              <ac:spMk id="3" creationId="{00000000-0000-0000-0000-000000000000}"/>
            </ac:spMkLst>
          </pc:spChg>
          <pc:spChg chg="mod">
            <ac:chgData name="Osvaldo Luiz Santos Pereira" userId="c308351cf5a860c7" providerId="LiveId" clId="{3EF59E56-4CCE-4FE5-AF5F-969E092DDC67}" dt="2026-04-21T13:28:22.399" v="593"/>
            <ac:spMkLst>
              <pc:docMk/>
              <pc:sldMasterMk cId="227375347" sldId="2147483744"/>
              <pc:sldLayoutMk cId="3416550361" sldId="2147483753"/>
              <ac:spMk id="4" creationId="{00000000-0000-0000-0000-000000000000}"/>
            </ac:spMkLst>
          </pc:spChg>
        </pc:sldLayoutChg>
        <pc:sldLayoutChg chg="setBg">
          <pc:chgData name="Osvaldo Luiz Santos Pereira" userId="c308351cf5a860c7" providerId="LiveId" clId="{3EF59E56-4CCE-4FE5-AF5F-969E092DDC67}" dt="2026-04-21T10:37:51.737" v="586"/>
          <pc:sldLayoutMkLst>
            <pc:docMk/>
            <pc:sldMasterMk cId="227375347" sldId="2147483744"/>
            <pc:sldLayoutMk cId="3121084386" sldId="2147483754"/>
          </pc:sldLayoutMkLst>
        </pc:sldLayoutChg>
        <pc:sldLayoutChg chg="modSp setBg">
          <pc:chgData name="Osvaldo Luiz Santos Pereira" userId="c308351cf5a860c7" providerId="LiveId" clId="{3EF59E56-4CCE-4FE5-AF5F-969E092DDC67}" dt="2026-04-21T13:28:22.399" v="593"/>
          <pc:sldLayoutMkLst>
            <pc:docMk/>
            <pc:sldMasterMk cId="227375347" sldId="2147483744"/>
            <pc:sldLayoutMk cId="3240733629" sldId="2147483755"/>
          </pc:sldLayoutMkLst>
          <pc:spChg chg="mod">
            <ac:chgData name="Osvaldo Luiz Santos Pereira" userId="c308351cf5a860c7" providerId="LiveId" clId="{3EF59E56-4CCE-4FE5-AF5F-969E092DDC67}" dt="2026-04-21T13:28:22.399" v="593"/>
            <ac:spMkLst>
              <pc:docMk/>
              <pc:sldMasterMk cId="227375347" sldId="2147483744"/>
              <pc:sldLayoutMk cId="3240733629" sldId="2147483755"/>
              <ac:spMk id="2" creationId="{00000000-0000-0000-0000-000000000000}"/>
            </ac:spMkLst>
          </pc:spChg>
          <pc:spChg chg="mod">
            <ac:chgData name="Osvaldo Luiz Santos Pereira" userId="c308351cf5a860c7" providerId="LiveId" clId="{3EF59E56-4CCE-4FE5-AF5F-969E092DDC67}" dt="2026-04-21T13:28:22.399" v="593"/>
            <ac:spMkLst>
              <pc:docMk/>
              <pc:sldMasterMk cId="227375347" sldId="2147483744"/>
              <pc:sldLayoutMk cId="3240733629" sldId="2147483755"/>
              <ac:spMk id="3" creationId="{00000000-0000-0000-0000-000000000000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32000" y="1496484"/>
            <a:ext cx="12192000" cy="318346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2000" y="4802717"/>
            <a:ext cx="12192000" cy="220768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21/04/2026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3806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21/04/2026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2697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9133" y="2279652"/>
            <a:ext cx="14020800" cy="3803649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9133" y="6119285"/>
            <a:ext cx="14020800" cy="200024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21/04/2026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0825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7600" y="2434167"/>
            <a:ext cx="6908800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0" y="2434167"/>
            <a:ext cx="6908800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21/04/2026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72908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9717" y="486834"/>
            <a:ext cx="14020800" cy="176741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9718" y="2241551"/>
            <a:ext cx="6877049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9718" y="3340100"/>
            <a:ext cx="6877049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229600" y="2241551"/>
            <a:ext cx="6910917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229600" y="3340100"/>
            <a:ext cx="6910917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21/04/2026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2631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21/04/2026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3164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21/04/2026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697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9718" y="609600"/>
            <a:ext cx="5242983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10917" y="1316567"/>
            <a:ext cx="8229600" cy="649816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9718" y="2743200"/>
            <a:ext cx="5242983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21/04/2026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2699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9718" y="609600"/>
            <a:ext cx="5242983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10917" y="1316567"/>
            <a:ext cx="8229600" cy="6498167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9718" y="2743200"/>
            <a:ext cx="5242983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21/04/2026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3623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21/04/2026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6436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633200" y="486834"/>
            <a:ext cx="3505200" cy="774911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7600" y="486834"/>
            <a:ext cx="10312400" cy="77491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21/04/2026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1239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7600" y="486834"/>
            <a:ext cx="140208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7600" y="2434167"/>
            <a:ext cx="140208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17600" y="8475134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D562CB-6E9B-4530-A46B-47C426A19172}" type="datetimeFigureOut">
              <a:rPr lang="pt-BR" smtClean="0"/>
              <a:t>21/04/2026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84800" y="8475134"/>
            <a:ext cx="5486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80800" y="8475134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6912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1EF45-041D-7791-D209-4C7FEB7D0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33A99964-FDA3-CD83-08F8-7195A100EB3E}"/>
                  </a:ext>
                </a:extLst>
              </p:cNvPr>
              <p:cNvSpPr txBox="1"/>
              <p:nvPr/>
            </p:nvSpPr>
            <p:spPr>
              <a:xfrm>
                <a:off x="4763069" y="2924877"/>
                <a:ext cx="5513695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t-BR" sz="3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t-BR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pt-BR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pt-BR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pt-BR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pt-BR" sz="3200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pt-BR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pt-BR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 </m:t>
                    </m:r>
                    <m:r>
                      <a:rPr lang="pt-BR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  <m:r>
                      <a:rPr lang="pt-BR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0&lt;</m:t>
                    </m:r>
                    <m:r>
                      <a:rPr lang="pt-BR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pt-BR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≠1</m:t>
                    </m:r>
                  </m:oMath>
                </a14:m>
                <a:endParaRPr lang="pt-BR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33A99964-FDA3-CD83-08F8-7195A100EB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3069" y="2924877"/>
                <a:ext cx="5513695" cy="492443"/>
              </a:xfrm>
              <a:prstGeom prst="rect">
                <a:avLst/>
              </a:prstGeom>
              <a:blipFill>
                <a:blip r:embed="rId2"/>
                <a:stretch>
                  <a:fillRect l="-110" t="-29630" b="-4444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CaixaDeTexto 8">
            <a:extLst>
              <a:ext uri="{FF2B5EF4-FFF2-40B4-BE49-F238E27FC236}">
                <a16:creationId xmlns:a16="http://schemas.microsoft.com/office/drawing/2014/main" id="{0A83C0D2-8840-4CCC-79FE-0EC231FCB6BE}"/>
              </a:ext>
            </a:extLst>
          </p:cNvPr>
          <p:cNvSpPr txBox="1"/>
          <p:nvPr/>
        </p:nvSpPr>
        <p:spPr>
          <a:xfrm>
            <a:off x="266132" y="1332148"/>
            <a:ext cx="102524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Find</a:t>
            </a:r>
            <a:r>
              <a:rPr lang="pt-B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pt-B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derivative</a:t>
            </a:r>
            <a:r>
              <a:rPr lang="pt-B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pt-B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pt-B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exponential</a:t>
            </a:r>
            <a:r>
              <a:rPr lang="pt-B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endParaRPr lang="pt-BR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F27E8E3-1420-38B1-3856-11879B004FD6}"/>
              </a:ext>
            </a:extLst>
          </p:cNvPr>
          <p:cNvSpPr txBox="1"/>
          <p:nvPr/>
        </p:nvSpPr>
        <p:spPr>
          <a:xfrm>
            <a:off x="266132" y="4476538"/>
            <a:ext cx="96988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lang="pt-B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pt-B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  <a:r>
              <a:rPr lang="pt-B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pt-B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derivatives</a:t>
            </a:r>
            <a:r>
              <a:rPr lang="pt-B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via </a:t>
            </a:r>
            <a:r>
              <a:rPr lang="pt-B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limits</a:t>
            </a:r>
            <a:endParaRPr lang="pt-BR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97810DA4-7900-286E-7144-C09EC78EE8A6}"/>
                  </a:ext>
                </a:extLst>
              </p:cNvPr>
              <p:cNvSpPr txBox="1"/>
              <p:nvPr/>
            </p:nvSpPr>
            <p:spPr>
              <a:xfrm>
                <a:off x="6326421" y="5994935"/>
                <a:ext cx="3466353" cy="93621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𝑑𝑓</m:t>
                          </m:r>
                        </m:num>
                        <m:den>
                          <m:r>
                            <a:rPr lang="pt-BR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pt-BR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BR" sz="3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pt-BR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BR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sz="3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pt-BR" sz="3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pt-BR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pt-BR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pt-BR" sz="3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pt-BR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pt-BR" sz="3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pt-BR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pt-BR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97810DA4-7900-286E-7144-C09EC78EE8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6421" y="5994935"/>
                <a:ext cx="3466353" cy="9362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Agrupar 9">
            <a:extLst>
              <a:ext uri="{FF2B5EF4-FFF2-40B4-BE49-F238E27FC236}">
                <a16:creationId xmlns:a16="http://schemas.microsoft.com/office/drawing/2014/main" id="{6B96AC43-BD43-3F75-792A-392774CA7F14}"/>
              </a:ext>
            </a:extLst>
          </p:cNvPr>
          <p:cNvGrpSpPr/>
          <p:nvPr/>
        </p:nvGrpSpPr>
        <p:grpSpPr>
          <a:xfrm>
            <a:off x="0" y="8557146"/>
            <a:ext cx="16256000" cy="586854"/>
            <a:chOff x="0" y="8557146"/>
            <a:chExt cx="16256000" cy="586854"/>
          </a:xfrm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1AABAB1D-9797-6773-45E4-0ECAAB235598}"/>
                </a:ext>
              </a:extLst>
            </p:cNvPr>
            <p:cNvSpPr/>
            <p:nvPr/>
          </p:nvSpPr>
          <p:spPr>
            <a:xfrm>
              <a:off x="0" y="8557146"/>
              <a:ext cx="16256000" cy="586854"/>
            </a:xfrm>
            <a:prstGeom prst="rect">
              <a:avLst/>
            </a:prstGeom>
            <a:solidFill>
              <a:srgbClr val="4847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B9F40675-3053-1DD2-A775-72B7BECA7FD4}"/>
                </a:ext>
              </a:extLst>
            </p:cNvPr>
            <p:cNvSpPr txBox="1"/>
            <p:nvPr/>
          </p:nvSpPr>
          <p:spPr>
            <a:xfrm>
              <a:off x="81886" y="8665907"/>
              <a:ext cx="34597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b="1" dirty="0">
                  <a:solidFill>
                    <a:schemeClr val="bg1"/>
                  </a:solidFill>
                </a:rPr>
                <a:t>Dr. Osvaldo L. Santos-Pereira</a:t>
              </a:r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162FACE7-476F-1FCE-FFA9-E75CC190D4E5}"/>
                </a:ext>
              </a:extLst>
            </p:cNvPr>
            <p:cNvSpPr txBox="1"/>
            <p:nvPr/>
          </p:nvSpPr>
          <p:spPr>
            <a:xfrm>
              <a:off x="12576412" y="8665907"/>
              <a:ext cx="34597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pt-BR" b="1" dirty="0">
                  <a:solidFill>
                    <a:schemeClr val="bg1"/>
                  </a:solidFill>
                </a:rPr>
                <a:t>olsp@if.ufrj.br</a:t>
              </a:r>
            </a:p>
          </p:txBody>
        </p:sp>
      </p:grpSp>
      <p:sp>
        <p:nvSpPr>
          <p:cNvPr id="11" name="Retângulo 10">
            <a:extLst>
              <a:ext uri="{FF2B5EF4-FFF2-40B4-BE49-F238E27FC236}">
                <a16:creationId xmlns:a16="http://schemas.microsoft.com/office/drawing/2014/main" id="{7CB39915-738C-348C-40D2-D9D6A143049C}"/>
              </a:ext>
            </a:extLst>
          </p:cNvPr>
          <p:cNvSpPr/>
          <p:nvPr/>
        </p:nvSpPr>
        <p:spPr>
          <a:xfrm>
            <a:off x="15729044" y="-6824"/>
            <a:ext cx="526955" cy="9144000"/>
          </a:xfrm>
          <a:prstGeom prst="rect">
            <a:avLst/>
          </a:prstGeom>
          <a:solidFill>
            <a:srgbClr val="4847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8620B9C-12BA-551F-7E05-750B8A7DCF7D}"/>
              </a:ext>
            </a:extLst>
          </p:cNvPr>
          <p:cNvSpPr txBox="1"/>
          <p:nvPr/>
        </p:nvSpPr>
        <p:spPr>
          <a:xfrm>
            <a:off x="504967" y="103977"/>
            <a:ext cx="96988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Derivative</a:t>
            </a:r>
            <a:r>
              <a:rPr lang="pt-B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pt-B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exponential</a:t>
            </a:r>
            <a:r>
              <a:rPr lang="pt-B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endParaRPr lang="pt-BR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16AA065A-EF38-BDD3-82EF-B1BF56F307D4}"/>
              </a:ext>
            </a:extLst>
          </p:cNvPr>
          <p:cNvCxnSpPr>
            <a:cxnSpLocks/>
          </p:cNvCxnSpPr>
          <p:nvPr/>
        </p:nvCxnSpPr>
        <p:spPr>
          <a:xfrm>
            <a:off x="504967" y="910943"/>
            <a:ext cx="11259403" cy="0"/>
          </a:xfrm>
          <a:prstGeom prst="line">
            <a:avLst/>
          </a:prstGeom>
          <a:ln w="38100">
            <a:solidFill>
              <a:srgbClr val="4847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02231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37FA5-5CD9-BED1-0D01-229298B94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6C59A3A0-0782-3286-044E-75ECD2ADC196}"/>
                  </a:ext>
                </a:extLst>
              </p:cNvPr>
              <p:cNvSpPr txBox="1"/>
              <p:nvPr/>
            </p:nvSpPr>
            <p:spPr>
              <a:xfrm>
                <a:off x="5947825" y="2110123"/>
                <a:ext cx="4169283" cy="9557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pt-BR" sz="3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pt-BR" sz="3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pt-BR" sz="3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pt-BR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pt-BR" sz="3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pt-BR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pt-BR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pt-BR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pt-BR" sz="3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pt-BR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6C59A3A0-0782-3286-044E-75ECD2ADC1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7825" y="2110123"/>
                <a:ext cx="4169283" cy="95571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tângulo 2">
            <a:extLst>
              <a:ext uri="{FF2B5EF4-FFF2-40B4-BE49-F238E27FC236}">
                <a16:creationId xmlns:a16="http://schemas.microsoft.com/office/drawing/2014/main" id="{CCC9B23D-EB0A-9FBE-6DA7-ED7BEB3464F5}"/>
              </a:ext>
            </a:extLst>
          </p:cNvPr>
          <p:cNvSpPr/>
          <p:nvPr/>
        </p:nvSpPr>
        <p:spPr>
          <a:xfrm>
            <a:off x="15729044" y="-6824"/>
            <a:ext cx="526955" cy="9144000"/>
          </a:xfrm>
          <a:prstGeom prst="rect">
            <a:avLst/>
          </a:prstGeom>
          <a:solidFill>
            <a:srgbClr val="4847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A2FCA65-2DCF-57F9-5DB9-AE83F10AD400}"/>
              </a:ext>
            </a:extLst>
          </p:cNvPr>
          <p:cNvSpPr txBox="1"/>
          <p:nvPr/>
        </p:nvSpPr>
        <p:spPr>
          <a:xfrm>
            <a:off x="388961" y="1077065"/>
            <a:ext cx="148629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lang="pt-B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pt-B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  <a:r>
              <a:rPr lang="pt-B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pt-B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variation</a:t>
            </a:r>
            <a:r>
              <a:rPr lang="pt-B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pt-B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pt-B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endParaRPr lang="pt-BR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43156B7-440D-4D8A-3B88-21B24DDC64B2}"/>
              </a:ext>
            </a:extLst>
          </p:cNvPr>
          <p:cNvSpPr txBox="1"/>
          <p:nvPr/>
        </p:nvSpPr>
        <p:spPr>
          <a:xfrm>
            <a:off x="504967" y="103977"/>
            <a:ext cx="96988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Calculating</a:t>
            </a:r>
            <a:r>
              <a:rPr lang="pt-B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pt-B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variation</a:t>
            </a:r>
            <a:r>
              <a:rPr lang="pt-B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pt-B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pt-B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endParaRPr lang="pt-BR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6E2F953E-D30A-E7E8-BCA5-6F531DD47751}"/>
              </a:ext>
            </a:extLst>
          </p:cNvPr>
          <p:cNvCxnSpPr>
            <a:cxnSpLocks/>
          </p:cNvCxnSpPr>
          <p:nvPr/>
        </p:nvCxnSpPr>
        <p:spPr>
          <a:xfrm>
            <a:off x="504967" y="910943"/>
            <a:ext cx="11259403" cy="0"/>
          </a:xfrm>
          <a:prstGeom prst="line">
            <a:avLst/>
          </a:prstGeom>
          <a:ln w="38100">
            <a:solidFill>
              <a:srgbClr val="4847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C3FC30AF-976C-A545-8DB6-78C491A0B34D}"/>
                  </a:ext>
                </a:extLst>
              </p:cNvPr>
              <p:cNvSpPr txBox="1"/>
              <p:nvPr/>
            </p:nvSpPr>
            <p:spPr>
              <a:xfrm>
                <a:off x="388961" y="3721037"/>
                <a:ext cx="10210637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Being the function </a:t>
                </a:r>
                <a14:m>
                  <m:oMath xmlns:m="http://schemas.openxmlformats.org/officeDocument/2006/math">
                    <m:r>
                      <a:rPr lang="pt-BR" sz="40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t-BR" sz="4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4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pt-BR" sz="40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pt-BR" sz="4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4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pt-BR" sz="40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pt-BR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C3FC30AF-976C-A545-8DB6-78C491A0B3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961" y="3721037"/>
                <a:ext cx="10210637" cy="707886"/>
              </a:xfrm>
              <a:prstGeom prst="rect">
                <a:avLst/>
              </a:prstGeom>
              <a:blipFill>
                <a:blip r:embed="rId3"/>
                <a:stretch>
                  <a:fillRect l="-2149" t="-15385" b="-3504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63CEF6DA-040B-68D0-98D5-52D849C5201A}"/>
                  </a:ext>
                </a:extLst>
              </p:cNvPr>
              <p:cNvSpPr txBox="1"/>
              <p:nvPr/>
            </p:nvSpPr>
            <p:spPr>
              <a:xfrm>
                <a:off x="5947825" y="4850687"/>
                <a:ext cx="3090526" cy="10023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pt-BR" sz="3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pt-BR" sz="3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pt-BR" sz="3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t-BR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pt-BR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pt-BR" sz="3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pt-BR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pt-BR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pt-BR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pt-BR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num>
                        <m:den>
                          <m:r>
                            <m:rPr>
                              <m:sty m:val="p"/>
                            </m:rPr>
                            <a:rPr lang="pt-BR" sz="3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pt-BR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63CEF6DA-040B-68D0-98D5-52D849C520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7825" y="4850687"/>
                <a:ext cx="3090526" cy="100239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6825DAC1-ABBA-4F9B-2D53-B9DF771796BE}"/>
                  </a:ext>
                </a:extLst>
              </p:cNvPr>
              <p:cNvSpPr txBox="1"/>
              <p:nvPr/>
            </p:nvSpPr>
            <p:spPr>
              <a:xfrm>
                <a:off x="504967" y="6192634"/>
                <a:ext cx="12595457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4000" b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Factorizing</a:t>
                </a:r>
                <a:r>
                  <a:rPr lang="pt-BR" sz="4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pt-BR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pt-BR" sz="4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pt-BR" sz="4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</a:t>
                </a:r>
                <a:r>
                  <a:rPr lang="pt-BR" sz="4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pt-BR" sz="4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then</a:t>
                </a:r>
                <a:r>
                  <a:rPr lang="pt-BR" sz="4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pt-BR" sz="4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have</a:t>
                </a:r>
                <a:r>
                  <a:rPr lang="pt-BR" sz="4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pt-BR" sz="4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</a:t>
                </a:r>
                <a:r>
                  <a:rPr lang="pt-BR" sz="4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pt-BR" sz="4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following</a:t>
                </a:r>
                <a:endParaRPr lang="pt-BR" sz="4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6825DAC1-ABBA-4F9B-2D53-B9DF771796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967" y="6192634"/>
                <a:ext cx="12595457" cy="707886"/>
              </a:xfrm>
              <a:prstGeom prst="rect">
                <a:avLst/>
              </a:prstGeom>
              <a:blipFill>
                <a:blip r:embed="rId5"/>
                <a:stretch>
                  <a:fillRect l="-1742" t="-15517" b="-3620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BAC1E1D9-2E0D-16EC-085C-93959C3E03BF}"/>
                  </a:ext>
                </a:extLst>
              </p:cNvPr>
              <p:cNvSpPr txBox="1"/>
              <p:nvPr/>
            </p:nvSpPr>
            <p:spPr>
              <a:xfrm>
                <a:off x="5947825" y="7169418"/>
                <a:ext cx="2974725" cy="10023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pt-BR" sz="3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pt-BR" sz="3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pt-BR" sz="3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pt-BR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f>
                        <m:fPr>
                          <m:ctrlPr>
                            <a:rPr lang="pt-BR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t-BR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pt-BR" sz="3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pt-BR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pt-BR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pt-BR" sz="3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pt-BR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BAC1E1D9-2E0D-16EC-085C-93959C3E03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7825" y="7169418"/>
                <a:ext cx="2974725" cy="100239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Agrupar 15">
            <a:extLst>
              <a:ext uri="{FF2B5EF4-FFF2-40B4-BE49-F238E27FC236}">
                <a16:creationId xmlns:a16="http://schemas.microsoft.com/office/drawing/2014/main" id="{DD46A61D-E1D0-ABFB-752F-2346E1F1BB81}"/>
              </a:ext>
            </a:extLst>
          </p:cNvPr>
          <p:cNvGrpSpPr/>
          <p:nvPr/>
        </p:nvGrpSpPr>
        <p:grpSpPr>
          <a:xfrm>
            <a:off x="0" y="8557146"/>
            <a:ext cx="16256000" cy="586854"/>
            <a:chOff x="0" y="8557146"/>
            <a:chExt cx="16256000" cy="586854"/>
          </a:xfrm>
        </p:grpSpPr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E106CFE0-CC6D-6F78-C5DA-0E5C29266848}"/>
                </a:ext>
              </a:extLst>
            </p:cNvPr>
            <p:cNvSpPr/>
            <p:nvPr/>
          </p:nvSpPr>
          <p:spPr>
            <a:xfrm>
              <a:off x="0" y="8557146"/>
              <a:ext cx="16256000" cy="586854"/>
            </a:xfrm>
            <a:prstGeom prst="rect">
              <a:avLst/>
            </a:prstGeom>
            <a:solidFill>
              <a:srgbClr val="4847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61AAB03C-BB5F-F2C0-B6BB-BA5C586A5990}"/>
                </a:ext>
              </a:extLst>
            </p:cNvPr>
            <p:cNvSpPr txBox="1"/>
            <p:nvPr/>
          </p:nvSpPr>
          <p:spPr>
            <a:xfrm>
              <a:off x="81886" y="8665907"/>
              <a:ext cx="34597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b="1" dirty="0">
                  <a:solidFill>
                    <a:schemeClr val="bg1"/>
                  </a:solidFill>
                </a:rPr>
                <a:t>Dr. Osvaldo L. Santos-Pereira</a:t>
              </a:r>
            </a:p>
          </p:txBody>
        </p:sp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id="{BC05EC02-19C4-9919-B73C-469FF94510F8}"/>
                </a:ext>
              </a:extLst>
            </p:cNvPr>
            <p:cNvSpPr txBox="1"/>
            <p:nvPr/>
          </p:nvSpPr>
          <p:spPr>
            <a:xfrm>
              <a:off x="12576412" y="8665907"/>
              <a:ext cx="34597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pt-BR" b="1" dirty="0">
                  <a:solidFill>
                    <a:schemeClr val="bg1"/>
                  </a:solidFill>
                </a:rPr>
                <a:t>olsp@if.ufrj.br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00977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E64B7-A7F0-E4FD-FF4A-3A6A14ECC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74524663-DBE3-5007-ADD1-5310B478C91D}"/>
                  </a:ext>
                </a:extLst>
              </p:cNvPr>
              <p:cNvSpPr txBox="1"/>
              <p:nvPr/>
            </p:nvSpPr>
            <p:spPr>
              <a:xfrm>
                <a:off x="5354390" y="2817503"/>
                <a:ext cx="4730590" cy="10023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pt-BR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BR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sz="3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pt-BR" sz="3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pt-BR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pt-BR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pt-BR" sz="3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pt-BR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pt-BR" sz="3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pt-BR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</m:e>
                      </m:func>
                      <m:r>
                        <a:rPr lang="pt-BR" sz="3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pt-BR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func>
                        <m:funcPr>
                          <m:ctrlPr>
                            <a:rPr lang="pt-BR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BR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sz="3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pt-BR" sz="3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pt-BR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pt-BR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pt-BR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pt-BR" sz="3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pt-BR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  <m:r>
                                <a:rPr lang="pt-BR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pt-BR" sz="3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pt-BR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pt-BR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74524663-DBE3-5007-ADD1-5310B478C9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4390" y="2817503"/>
                <a:ext cx="4730590" cy="10023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Agrupar 3">
            <a:extLst>
              <a:ext uri="{FF2B5EF4-FFF2-40B4-BE49-F238E27FC236}">
                <a16:creationId xmlns:a16="http://schemas.microsoft.com/office/drawing/2014/main" id="{7F0E85AD-2AF2-76E8-AC17-0588FB963AC7}"/>
              </a:ext>
            </a:extLst>
          </p:cNvPr>
          <p:cNvGrpSpPr/>
          <p:nvPr/>
        </p:nvGrpSpPr>
        <p:grpSpPr>
          <a:xfrm>
            <a:off x="0" y="8557146"/>
            <a:ext cx="16256000" cy="586854"/>
            <a:chOff x="0" y="8557146"/>
            <a:chExt cx="16256000" cy="586854"/>
          </a:xfrm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9DF25A96-C200-4147-29F6-29A0F3E26C68}"/>
                </a:ext>
              </a:extLst>
            </p:cNvPr>
            <p:cNvSpPr/>
            <p:nvPr/>
          </p:nvSpPr>
          <p:spPr>
            <a:xfrm>
              <a:off x="0" y="8557146"/>
              <a:ext cx="16256000" cy="586854"/>
            </a:xfrm>
            <a:prstGeom prst="rect">
              <a:avLst/>
            </a:prstGeom>
            <a:solidFill>
              <a:srgbClr val="4847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38D8876A-C94B-FE6B-3429-69F06AD9FBB2}"/>
                </a:ext>
              </a:extLst>
            </p:cNvPr>
            <p:cNvSpPr txBox="1"/>
            <p:nvPr/>
          </p:nvSpPr>
          <p:spPr>
            <a:xfrm>
              <a:off x="81886" y="8665907"/>
              <a:ext cx="34597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b="1" dirty="0">
                  <a:solidFill>
                    <a:schemeClr val="bg1"/>
                  </a:solidFill>
                </a:rPr>
                <a:t>Dr. Osvaldo L. Santos-Pereira</a:t>
              </a:r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A504E5AF-608A-5126-A067-45AD8DD911F0}"/>
                </a:ext>
              </a:extLst>
            </p:cNvPr>
            <p:cNvSpPr txBox="1"/>
            <p:nvPr/>
          </p:nvSpPr>
          <p:spPr>
            <a:xfrm>
              <a:off x="12576412" y="8665907"/>
              <a:ext cx="34597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pt-BR" b="1" dirty="0">
                  <a:solidFill>
                    <a:schemeClr val="bg1"/>
                  </a:solidFill>
                </a:rPr>
                <a:t>olsp@if.ufrj.br</a:t>
              </a:r>
            </a:p>
          </p:txBody>
        </p:sp>
      </p:grpSp>
      <p:sp>
        <p:nvSpPr>
          <p:cNvPr id="10" name="Retângulo 9">
            <a:extLst>
              <a:ext uri="{FF2B5EF4-FFF2-40B4-BE49-F238E27FC236}">
                <a16:creationId xmlns:a16="http://schemas.microsoft.com/office/drawing/2014/main" id="{BC77262D-AE8B-B787-4E07-0D2243763E2E}"/>
              </a:ext>
            </a:extLst>
          </p:cNvPr>
          <p:cNvSpPr/>
          <p:nvPr/>
        </p:nvSpPr>
        <p:spPr>
          <a:xfrm>
            <a:off x="15729044" y="-6824"/>
            <a:ext cx="526955" cy="9144000"/>
          </a:xfrm>
          <a:prstGeom prst="rect">
            <a:avLst/>
          </a:prstGeom>
          <a:solidFill>
            <a:srgbClr val="4847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DB30EA66-252F-3621-B92D-AE2F47AFE738}"/>
                  </a:ext>
                </a:extLst>
              </p:cNvPr>
              <p:cNvSpPr txBox="1"/>
              <p:nvPr/>
            </p:nvSpPr>
            <p:spPr>
              <a:xfrm>
                <a:off x="388961" y="1384145"/>
                <a:ext cx="10210637" cy="9838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Applying</a:t>
                </a:r>
                <a:r>
                  <a:rPr lang="pt-BR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pt-BR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</a:t>
                </a:r>
                <a:r>
                  <a:rPr lang="pt-BR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pt-BR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limit</a:t>
                </a:r>
                <a:r>
                  <a:rPr lang="pt-BR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pt-BR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</a:t>
                </a:r>
                <a:r>
                  <a:rPr lang="pt-BR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sz="4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pt-BR" sz="400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pt-BR" sz="4000" i="1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pt-BR" sz="400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pt-BR" sz="4000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endParaRPr lang="pt-BR" sz="4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DB30EA66-252F-3621-B92D-AE2F47AFE7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961" y="1384145"/>
                <a:ext cx="10210637" cy="983859"/>
              </a:xfrm>
              <a:prstGeom prst="rect">
                <a:avLst/>
              </a:prstGeom>
              <a:blipFill>
                <a:blip r:embed="rId3"/>
                <a:stretch>
                  <a:fillRect l="-2149" b="-1180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CaixaDeTexto 12">
            <a:extLst>
              <a:ext uri="{FF2B5EF4-FFF2-40B4-BE49-F238E27FC236}">
                <a16:creationId xmlns:a16="http://schemas.microsoft.com/office/drawing/2014/main" id="{CB420DCF-5A82-E865-AFAF-52377A53EAE3}"/>
              </a:ext>
            </a:extLst>
          </p:cNvPr>
          <p:cNvSpPr txBox="1"/>
          <p:nvPr/>
        </p:nvSpPr>
        <p:spPr>
          <a:xfrm>
            <a:off x="504967" y="103977"/>
            <a:ext cx="96988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Applying</a:t>
            </a:r>
            <a:r>
              <a:rPr lang="pt-B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pt-B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limit</a:t>
            </a:r>
            <a:r>
              <a:rPr lang="pt-B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pt-B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pt-B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variation</a:t>
            </a:r>
            <a:endParaRPr lang="pt-BR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CF163805-0D61-E331-7F45-439F2D57C15A}"/>
              </a:ext>
            </a:extLst>
          </p:cNvPr>
          <p:cNvCxnSpPr>
            <a:cxnSpLocks/>
          </p:cNvCxnSpPr>
          <p:nvPr/>
        </p:nvCxnSpPr>
        <p:spPr>
          <a:xfrm>
            <a:off x="504967" y="910943"/>
            <a:ext cx="11259403" cy="0"/>
          </a:xfrm>
          <a:prstGeom prst="line">
            <a:avLst/>
          </a:prstGeom>
          <a:ln w="38100">
            <a:solidFill>
              <a:srgbClr val="4847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0D44FA4A-71D4-5F3B-C267-D2F4B58AB386}"/>
              </a:ext>
            </a:extLst>
          </p:cNvPr>
          <p:cNvSpPr txBox="1"/>
          <p:nvPr/>
        </p:nvSpPr>
        <p:spPr>
          <a:xfrm>
            <a:off x="504967" y="4687182"/>
            <a:ext cx="139343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pt-B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limit</a:t>
            </a:r>
            <a:r>
              <a:rPr lang="pt-B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displayed</a:t>
            </a:r>
            <a:r>
              <a:rPr lang="pt-B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above</a:t>
            </a:r>
            <a:r>
              <a:rPr lang="pt-B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pt-B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fundamental </a:t>
            </a:r>
            <a:r>
              <a:rPr lang="pt-B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one</a:t>
            </a:r>
            <a:endParaRPr lang="pt-BR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8671FCF0-4EF3-FC34-4AE4-D2F5D1DCDD71}"/>
                  </a:ext>
                </a:extLst>
              </p:cNvPr>
              <p:cNvSpPr txBox="1"/>
              <p:nvPr/>
            </p:nvSpPr>
            <p:spPr>
              <a:xfrm>
                <a:off x="5354390" y="6127257"/>
                <a:ext cx="3887539" cy="10023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pt-BR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BR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sz="3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pt-BR" sz="3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pt-BR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pt-BR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pt-BR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pt-BR" sz="3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pt-BR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  <m:r>
                                <a:rPr lang="pt-BR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pt-BR" sz="3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pt-BR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  <m:r>
                            <a:rPr lang="pt-BR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=ℓ</m:t>
                          </m:r>
                          <m:r>
                            <a:rPr lang="pt-BR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pt-BR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pt-BR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8671FCF0-4EF3-FC34-4AE4-D2F5D1DCDD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4390" y="6127257"/>
                <a:ext cx="3887539" cy="100239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0933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487E9-7077-D171-7902-58D1D392B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1012C861-7596-DBC7-E089-7B1320B88A75}"/>
                  </a:ext>
                </a:extLst>
              </p:cNvPr>
              <p:cNvSpPr txBox="1"/>
              <p:nvPr/>
            </p:nvSpPr>
            <p:spPr>
              <a:xfrm>
                <a:off x="5014574" y="2291637"/>
                <a:ext cx="6749796" cy="10023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func>
                            <m:funcPr>
                              <m:ctrlPr>
                                <a:rPr lang="pt-BR" sz="3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pt-BR" sz="3200" i="1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pt-BR" sz="3200">
                                      <a:latin typeface="Cambria Math" panose="02040503050406030204" pitchFamily="18" charset="0"/>
                                    </a:rPr>
                                    <m:t>lim</m:t>
                                  </m:r>
                                </m:e>
                                <m:lim>
                                  <m:r>
                                    <m:rPr>
                                      <m:sty m:val="p"/>
                                    </m:rPr>
                                    <a:rPr lang="pt-BR" sz="3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pt-BR" sz="3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pt-BR" sz="3200" i="1">
                                      <a:latin typeface="Cambria Math" panose="02040503050406030204" pitchFamily="18" charset="0"/>
                                    </a:rPr>
                                    <m:t>→0</m:t>
                                  </m:r>
                                </m:lim>
                              </m:limLow>
                            </m:fName>
                            <m:e>
                              <m:f>
                                <m:fPr>
                                  <m:ctrlPr>
                                    <a:rPr lang="pt-BR" sz="3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pt-BR" sz="3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pt-BR" sz="32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pt-BR" sz="3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pt-BR" sz="3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</m:func>
                          <m:r>
                            <a:rPr lang="pt-BR" sz="32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pt-BR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pt-BR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func>
                        <m:funcPr>
                          <m:ctrlPr>
                            <a:rPr lang="pt-BR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BR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sz="3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pt-BR" sz="3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pt-BR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pt-BR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pt-BR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pt-BR" sz="3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pt-BR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  <m:r>
                                <a:rPr lang="pt-BR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pt-BR" sz="3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pt-BR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  <m:r>
                            <a:rPr lang="pt-BR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pt-BR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pt-BR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pt-BR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  <m:r>
                            <a:rPr lang="pt-BR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pt-BR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pt-BR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1012C861-7596-DBC7-E089-7B1320B88A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4574" y="2291637"/>
                <a:ext cx="6749796" cy="10023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Agrupar 4">
            <a:extLst>
              <a:ext uri="{FF2B5EF4-FFF2-40B4-BE49-F238E27FC236}">
                <a16:creationId xmlns:a16="http://schemas.microsoft.com/office/drawing/2014/main" id="{8A67F533-3DF6-166C-1BB1-2CE7972AC955}"/>
              </a:ext>
            </a:extLst>
          </p:cNvPr>
          <p:cNvGrpSpPr/>
          <p:nvPr/>
        </p:nvGrpSpPr>
        <p:grpSpPr>
          <a:xfrm>
            <a:off x="0" y="8557146"/>
            <a:ext cx="16256000" cy="586854"/>
            <a:chOff x="0" y="8557146"/>
            <a:chExt cx="16256000" cy="586854"/>
          </a:xfrm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408530DE-2AF3-7753-A8DE-C5C8EE3A379B}"/>
                </a:ext>
              </a:extLst>
            </p:cNvPr>
            <p:cNvSpPr/>
            <p:nvPr/>
          </p:nvSpPr>
          <p:spPr>
            <a:xfrm>
              <a:off x="0" y="8557146"/>
              <a:ext cx="16256000" cy="586854"/>
            </a:xfrm>
            <a:prstGeom prst="rect">
              <a:avLst/>
            </a:prstGeom>
            <a:solidFill>
              <a:srgbClr val="4847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BDF5EE54-9B5F-9749-F615-BDE3D24B643C}"/>
                </a:ext>
              </a:extLst>
            </p:cNvPr>
            <p:cNvSpPr txBox="1"/>
            <p:nvPr/>
          </p:nvSpPr>
          <p:spPr>
            <a:xfrm>
              <a:off x="81886" y="8665907"/>
              <a:ext cx="34597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b="1" dirty="0">
                  <a:solidFill>
                    <a:schemeClr val="bg1"/>
                  </a:solidFill>
                </a:rPr>
                <a:t>Dr. Osvaldo L. Santos-Pereira</a:t>
              </a:r>
            </a:p>
          </p:txBody>
        </p:sp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6F9532AC-6155-5752-C674-532A4B9BE27C}"/>
                </a:ext>
              </a:extLst>
            </p:cNvPr>
            <p:cNvSpPr txBox="1"/>
            <p:nvPr/>
          </p:nvSpPr>
          <p:spPr>
            <a:xfrm>
              <a:off x="12576412" y="8665907"/>
              <a:ext cx="34597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pt-BR" b="1" dirty="0">
                  <a:solidFill>
                    <a:schemeClr val="bg1"/>
                  </a:solidFill>
                </a:rPr>
                <a:t>olsp@if.ufrj.br</a:t>
              </a:r>
            </a:p>
          </p:txBody>
        </p:sp>
      </p:grpSp>
      <p:sp>
        <p:nvSpPr>
          <p:cNvPr id="12" name="Retângulo 11">
            <a:extLst>
              <a:ext uri="{FF2B5EF4-FFF2-40B4-BE49-F238E27FC236}">
                <a16:creationId xmlns:a16="http://schemas.microsoft.com/office/drawing/2014/main" id="{34A194FE-1F49-9EC9-A70A-1EDE107C91B9}"/>
              </a:ext>
            </a:extLst>
          </p:cNvPr>
          <p:cNvSpPr/>
          <p:nvPr/>
        </p:nvSpPr>
        <p:spPr>
          <a:xfrm>
            <a:off x="15729044" y="-6824"/>
            <a:ext cx="526955" cy="9144000"/>
          </a:xfrm>
          <a:prstGeom prst="rect">
            <a:avLst/>
          </a:prstGeom>
          <a:solidFill>
            <a:srgbClr val="4847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2D96358F-E788-3AAC-5656-D45DCC33992F}"/>
              </a:ext>
            </a:extLst>
          </p:cNvPr>
          <p:cNvSpPr txBox="1"/>
          <p:nvPr/>
        </p:nvSpPr>
        <p:spPr>
          <a:xfrm>
            <a:off x="504967" y="103977"/>
            <a:ext cx="96988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Calculating</a:t>
            </a:r>
            <a:r>
              <a:rPr lang="pt-B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pt-B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limit</a:t>
            </a:r>
            <a:endParaRPr lang="pt-BR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54F6AFD6-CE3A-409F-1327-18DE008395EE}"/>
              </a:ext>
            </a:extLst>
          </p:cNvPr>
          <p:cNvCxnSpPr>
            <a:cxnSpLocks/>
          </p:cNvCxnSpPr>
          <p:nvPr/>
        </p:nvCxnSpPr>
        <p:spPr>
          <a:xfrm>
            <a:off x="504967" y="910943"/>
            <a:ext cx="11259403" cy="0"/>
          </a:xfrm>
          <a:prstGeom prst="line">
            <a:avLst/>
          </a:prstGeom>
          <a:ln w="38100">
            <a:solidFill>
              <a:srgbClr val="4847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24FA3D46-273A-14B5-B017-511E2745C158}"/>
              </a:ext>
            </a:extLst>
          </p:cNvPr>
          <p:cNvSpPr txBox="1"/>
          <p:nvPr/>
        </p:nvSpPr>
        <p:spPr>
          <a:xfrm>
            <a:off x="388961" y="1077065"/>
            <a:ext cx="102106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Therefore</a:t>
            </a:r>
            <a:endParaRPr lang="pt-BR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ADBBA5F1-1A33-E965-7BE2-EEB0123D491A}"/>
                  </a:ext>
                </a:extLst>
              </p:cNvPr>
              <p:cNvSpPr txBox="1"/>
              <p:nvPr/>
            </p:nvSpPr>
            <p:spPr>
              <a:xfrm>
                <a:off x="504967" y="4062567"/>
                <a:ext cx="1393436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</a:t>
                </a:r>
                <a:r>
                  <a:rPr lang="pt-BR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pt-BR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</a:t>
                </a:r>
                <a:r>
                  <a:rPr lang="pt-BR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pt-BR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result</a:t>
                </a:r>
                <a:r>
                  <a:rPr lang="pt-BR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pt-BR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</a:t>
                </a:r>
                <a:r>
                  <a:rPr lang="pt-BR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pt-BR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</a:t>
                </a:r>
                <a:r>
                  <a:rPr lang="pt-BR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pt-BR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derivative</a:t>
                </a:r>
                <a:r>
                  <a:rPr lang="pt-BR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pt-BR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</a:t>
                </a:r>
                <a:r>
                  <a:rPr lang="pt-BR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pt-BR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</a:t>
                </a:r>
                <a:r>
                  <a:rPr lang="pt-BR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pt-BR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function</a:t>
                </a:r>
                <a:r>
                  <a:rPr lang="pt-BR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t-BR" sz="40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t-BR" sz="4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4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pt-BR" sz="40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pt-BR" sz="4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4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pt-BR" sz="40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pt-BR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</a:t>
                </a:r>
              </a:p>
            </p:txBody>
          </p:sp>
        </mc:Choice>
        <mc:Fallback xmlns=""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ADBBA5F1-1A33-E965-7BE2-EEB0123D49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967" y="4062567"/>
                <a:ext cx="13934364" cy="707886"/>
              </a:xfrm>
              <a:prstGeom prst="rect">
                <a:avLst/>
              </a:prstGeom>
              <a:blipFill>
                <a:blip r:embed="rId3"/>
                <a:stretch>
                  <a:fillRect l="-1575" t="-15385" b="-3504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818EF310-223A-ED10-B0B0-9F7B721DF4CA}"/>
                  </a:ext>
                </a:extLst>
              </p:cNvPr>
              <p:cNvSpPr txBox="1"/>
              <p:nvPr/>
            </p:nvSpPr>
            <p:spPr>
              <a:xfrm>
                <a:off x="5097633" y="5571643"/>
                <a:ext cx="3307124" cy="9362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𝑑𝑓</m:t>
                          </m:r>
                        </m:num>
                        <m:den>
                          <m:r>
                            <a:rPr lang="pt-BR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pt-BR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BR" sz="3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pt-BR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pt-BR" sz="3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ℓ</m:t>
                      </m:r>
                      <m:r>
                        <a:rPr lang="pt-BR" sz="3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sz="3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3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pt-BR" sz="3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818EF310-223A-ED10-B0B0-9F7B721DF4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7633" y="5571643"/>
                <a:ext cx="3307124" cy="93621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tângulo 17">
            <a:extLst>
              <a:ext uri="{FF2B5EF4-FFF2-40B4-BE49-F238E27FC236}">
                <a16:creationId xmlns:a16="http://schemas.microsoft.com/office/drawing/2014/main" id="{EB7CE787-9368-7797-B8A1-BA98DC779B7E}"/>
              </a:ext>
            </a:extLst>
          </p:cNvPr>
          <p:cNvSpPr/>
          <p:nvPr/>
        </p:nvSpPr>
        <p:spPr>
          <a:xfrm>
            <a:off x="12311621" y="5955518"/>
            <a:ext cx="399232" cy="399232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37058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EF7E3-8771-4EBD-FB25-E38908797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Agrupar 4">
            <a:extLst>
              <a:ext uri="{FF2B5EF4-FFF2-40B4-BE49-F238E27FC236}">
                <a16:creationId xmlns:a16="http://schemas.microsoft.com/office/drawing/2014/main" id="{44804F81-8FAC-D5EC-AE85-11977FBAD75E}"/>
              </a:ext>
            </a:extLst>
          </p:cNvPr>
          <p:cNvGrpSpPr/>
          <p:nvPr/>
        </p:nvGrpSpPr>
        <p:grpSpPr>
          <a:xfrm>
            <a:off x="0" y="8557146"/>
            <a:ext cx="16256000" cy="586854"/>
            <a:chOff x="0" y="8557146"/>
            <a:chExt cx="16256000" cy="586854"/>
          </a:xfrm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5E291C7D-683D-CC33-BF7F-004D73766242}"/>
                </a:ext>
              </a:extLst>
            </p:cNvPr>
            <p:cNvSpPr/>
            <p:nvPr/>
          </p:nvSpPr>
          <p:spPr>
            <a:xfrm>
              <a:off x="0" y="8557146"/>
              <a:ext cx="16256000" cy="586854"/>
            </a:xfrm>
            <a:prstGeom prst="rect">
              <a:avLst/>
            </a:prstGeom>
            <a:solidFill>
              <a:srgbClr val="4847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93FE15EA-1F64-6055-BA12-3DCA3040D31D}"/>
                </a:ext>
              </a:extLst>
            </p:cNvPr>
            <p:cNvSpPr txBox="1"/>
            <p:nvPr/>
          </p:nvSpPr>
          <p:spPr>
            <a:xfrm>
              <a:off x="81886" y="8665907"/>
              <a:ext cx="34597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b="1" dirty="0">
                  <a:solidFill>
                    <a:schemeClr val="bg1"/>
                  </a:solidFill>
                </a:rPr>
                <a:t>Dr. Osvaldo L. Santos-Pereira</a:t>
              </a:r>
            </a:p>
          </p:txBody>
        </p:sp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63A84673-E075-8D4B-C7A3-4653CF3A78E4}"/>
                </a:ext>
              </a:extLst>
            </p:cNvPr>
            <p:cNvSpPr txBox="1"/>
            <p:nvPr/>
          </p:nvSpPr>
          <p:spPr>
            <a:xfrm>
              <a:off x="12576412" y="8665907"/>
              <a:ext cx="34597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pt-BR" b="1" dirty="0">
                  <a:solidFill>
                    <a:schemeClr val="bg1"/>
                  </a:solidFill>
                </a:rPr>
                <a:t>olsp@if.ufrj.br</a:t>
              </a:r>
            </a:p>
          </p:txBody>
        </p:sp>
      </p:grpSp>
      <p:sp>
        <p:nvSpPr>
          <p:cNvPr id="12" name="Retângulo 11">
            <a:extLst>
              <a:ext uri="{FF2B5EF4-FFF2-40B4-BE49-F238E27FC236}">
                <a16:creationId xmlns:a16="http://schemas.microsoft.com/office/drawing/2014/main" id="{42031E59-5C83-B539-E9B1-61AF7C941F6C}"/>
              </a:ext>
            </a:extLst>
          </p:cNvPr>
          <p:cNvSpPr/>
          <p:nvPr/>
        </p:nvSpPr>
        <p:spPr>
          <a:xfrm>
            <a:off x="15729044" y="-6824"/>
            <a:ext cx="526955" cy="9144000"/>
          </a:xfrm>
          <a:prstGeom prst="rect">
            <a:avLst/>
          </a:prstGeom>
          <a:solidFill>
            <a:srgbClr val="4847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2D2AF8FE-B382-3126-AE70-5F8C452B7EA2}"/>
              </a:ext>
            </a:extLst>
          </p:cNvPr>
          <p:cNvSpPr txBox="1"/>
          <p:nvPr/>
        </p:nvSpPr>
        <p:spPr>
          <a:xfrm>
            <a:off x="504967" y="103977"/>
            <a:ext cx="96988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fundamental </a:t>
            </a:r>
            <a:r>
              <a:rPr lang="pt-B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limit</a:t>
            </a:r>
            <a:endParaRPr lang="pt-BR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AD017A03-0AE5-767C-704D-31239455F2FA}"/>
              </a:ext>
            </a:extLst>
          </p:cNvPr>
          <p:cNvCxnSpPr>
            <a:cxnSpLocks/>
          </p:cNvCxnSpPr>
          <p:nvPr/>
        </p:nvCxnSpPr>
        <p:spPr>
          <a:xfrm>
            <a:off x="504967" y="910943"/>
            <a:ext cx="11259403" cy="0"/>
          </a:xfrm>
          <a:prstGeom prst="line">
            <a:avLst/>
          </a:prstGeom>
          <a:ln w="38100">
            <a:solidFill>
              <a:srgbClr val="4847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CaixaDeTexto 1">
            <a:extLst>
              <a:ext uri="{FF2B5EF4-FFF2-40B4-BE49-F238E27FC236}">
                <a16:creationId xmlns:a16="http://schemas.microsoft.com/office/drawing/2014/main" id="{A8E03C43-1592-5626-028B-4FAC66CBA465}"/>
              </a:ext>
            </a:extLst>
          </p:cNvPr>
          <p:cNvSpPr txBox="1"/>
          <p:nvPr/>
        </p:nvSpPr>
        <p:spPr>
          <a:xfrm>
            <a:off x="388961" y="1077065"/>
            <a:ext cx="102106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fundamental </a:t>
            </a:r>
            <a:r>
              <a:rPr lang="pt-B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limit</a:t>
            </a:r>
            <a:r>
              <a:rPr lang="pt-B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EFA13921-EF56-4243-ABEA-25BA239EA7CC}"/>
                  </a:ext>
                </a:extLst>
              </p:cNvPr>
              <p:cNvSpPr txBox="1"/>
              <p:nvPr/>
            </p:nvSpPr>
            <p:spPr>
              <a:xfrm>
                <a:off x="5354390" y="2110950"/>
                <a:ext cx="3887539" cy="10023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pt-BR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BR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sz="3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pt-BR" sz="3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pt-BR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pt-BR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pt-BR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pt-BR" sz="3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pt-BR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  <m:r>
                                <a:rPr lang="pt-BR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pt-BR" sz="3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pt-BR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  <m:r>
                            <a:rPr lang="pt-BR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=ℓ</m:t>
                          </m:r>
                          <m:r>
                            <a:rPr lang="pt-BR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pt-BR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pt-BR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EFA13921-EF56-4243-ABEA-25BA239EA7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4390" y="2110950"/>
                <a:ext cx="3887539" cy="10023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7944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EDA5B-7472-E452-367A-54B1207FD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Agrupar 4">
            <a:extLst>
              <a:ext uri="{FF2B5EF4-FFF2-40B4-BE49-F238E27FC236}">
                <a16:creationId xmlns:a16="http://schemas.microsoft.com/office/drawing/2014/main" id="{4CF36519-A27C-E9FE-0BDD-D53EE6A34E37}"/>
              </a:ext>
            </a:extLst>
          </p:cNvPr>
          <p:cNvGrpSpPr/>
          <p:nvPr/>
        </p:nvGrpSpPr>
        <p:grpSpPr>
          <a:xfrm>
            <a:off x="0" y="8557146"/>
            <a:ext cx="16256000" cy="586854"/>
            <a:chOff x="0" y="8557146"/>
            <a:chExt cx="16256000" cy="586854"/>
          </a:xfrm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26A76F08-D95B-C47E-A0FE-5F3651FBE3D9}"/>
                </a:ext>
              </a:extLst>
            </p:cNvPr>
            <p:cNvSpPr/>
            <p:nvPr/>
          </p:nvSpPr>
          <p:spPr>
            <a:xfrm>
              <a:off x="0" y="8557146"/>
              <a:ext cx="16256000" cy="586854"/>
            </a:xfrm>
            <a:prstGeom prst="rect">
              <a:avLst/>
            </a:prstGeom>
            <a:solidFill>
              <a:srgbClr val="4847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D6461A77-DAE3-60B3-376F-BDB7C47B0AC6}"/>
                </a:ext>
              </a:extLst>
            </p:cNvPr>
            <p:cNvSpPr txBox="1"/>
            <p:nvPr/>
          </p:nvSpPr>
          <p:spPr>
            <a:xfrm>
              <a:off x="81886" y="8665907"/>
              <a:ext cx="34597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b="1" dirty="0">
                  <a:solidFill>
                    <a:schemeClr val="bg1"/>
                  </a:solidFill>
                </a:rPr>
                <a:t>Dr. Osvaldo L. Santos-Pereira</a:t>
              </a:r>
            </a:p>
          </p:txBody>
        </p:sp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32114753-CE8C-0330-B43A-37321444737D}"/>
                </a:ext>
              </a:extLst>
            </p:cNvPr>
            <p:cNvSpPr txBox="1"/>
            <p:nvPr/>
          </p:nvSpPr>
          <p:spPr>
            <a:xfrm>
              <a:off x="12576412" y="8665907"/>
              <a:ext cx="34597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pt-BR" b="1" dirty="0">
                  <a:solidFill>
                    <a:schemeClr val="bg1"/>
                  </a:solidFill>
                </a:rPr>
                <a:t>olsp@if.ufrj.br</a:t>
              </a:r>
            </a:p>
          </p:txBody>
        </p:sp>
      </p:grpSp>
      <p:sp>
        <p:nvSpPr>
          <p:cNvPr id="12" name="Retângulo 11">
            <a:extLst>
              <a:ext uri="{FF2B5EF4-FFF2-40B4-BE49-F238E27FC236}">
                <a16:creationId xmlns:a16="http://schemas.microsoft.com/office/drawing/2014/main" id="{0A5F520D-6A9F-3A87-4537-E82F08506F04}"/>
              </a:ext>
            </a:extLst>
          </p:cNvPr>
          <p:cNvSpPr/>
          <p:nvPr/>
        </p:nvSpPr>
        <p:spPr>
          <a:xfrm>
            <a:off x="15729044" y="-6824"/>
            <a:ext cx="526955" cy="9144000"/>
          </a:xfrm>
          <a:prstGeom prst="rect">
            <a:avLst/>
          </a:prstGeom>
          <a:solidFill>
            <a:srgbClr val="4847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3F910FA0-8209-7D88-1684-DC2A8AFF5A47}"/>
              </a:ext>
            </a:extLst>
          </p:cNvPr>
          <p:cNvSpPr txBox="1"/>
          <p:nvPr/>
        </p:nvSpPr>
        <p:spPr>
          <a:xfrm>
            <a:off x="504967" y="103977"/>
            <a:ext cx="96988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Euler </a:t>
            </a:r>
            <a:r>
              <a:rPr lang="pt-B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number</a:t>
            </a:r>
            <a:r>
              <a:rPr lang="pt-B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pt-B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fundamental </a:t>
            </a:r>
            <a:r>
              <a:rPr lang="pt-B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limit</a:t>
            </a:r>
            <a:endParaRPr lang="pt-BR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AD81A4CE-4DDB-DF46-C63F-8E32FA7F83B5}"/>
              </a:ext>
            </a:extLst>
          </p:cNvPr>
          <p:cNvCxnSpPr>
            <a:cxnSpLocks/>
          </p:cNvCxnSpPr>
          <p:nvPr/>
        </p:nvCxnSpPr>
        <p:spPr>
          <a:xfrm>
            <a:off x="504967" y="910943"/>
            <a:ext cx="11259403" cy="0"/>
          </a:xfrm>
          <a:prstGeom prst="line">
            <a:avLst/>
          </a:prstGeom>
          <a:ln w="38100">
            <a:solidFill>
              <a:srgbClr val="4847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CCAAFD16-068F-0AEC-7568-1C0512F26F68}"/>
              </a:ext>
            </a:extLst>
          </p:cNvPr>
          <p:cNvSpPr txBox="1"/>
          <p:nvPr/>
        </p:nvSpPr>
        <p:spPr>
          <a:xfrm>
            <a:off x="388961" y="1077065"/>
            <a:ext cx="102106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pt-B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limit</a:t>
            </a:r>
            <a:endParaRPr lang="pt-BR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C672C39D-EA15-5D41-0733-D24FBAA33098}"/>
              </a:ext>
            </a:extLst>
          </p:cNvPr>
          <p:cNvSpPr txBox="1"/>
          <p:nvPr/>
        </p:nvSpPr>
        <p:spPr>
          <a:xfrm>
            <a:off x="504967" y="4062567"/>
            <a:ext cx="139343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pt-B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pt-B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derived</a:t>
            </a:r>
            <a:r>
              <a:rPr lang="pt-B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pt-B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lang="pt-B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pt-B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  <a:r>
              <a:rPr lang="pt-B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pt-B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pt-B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number</a:t>
            </a:r>
            <a:r>
              <a:rPr lang="pt-B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683794D3-476F-271F-9A4F-407ADA632DB8}"/>
                  </a:ext>
                </a:extLst>
              </p:cNvPr>
              <p:cNvSpPr txBox="1"/>
              <p:nvPr/>
            </p:nvSpPr>
            <p:spPr>
              <a:xfrm>
                <a:off x="5354390" y="2110950"/>
                <a:ext cx="3887539" cy="10023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pt-BR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BR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sz="3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pt-BR" sz="3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pt-BR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pt-BR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pt-BR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pt-BR" sz="3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pt-BR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  <m:r>
                                <a:rPr lang="pt-BR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pt-BR" sz="3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pt-BR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  <m:r>
                            <a:rPr lang="pt-BR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=ℓ</m:t>
                          </m:r>
                          <m:r>
                            <a:rPr lang="pt-BR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pt-BR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pt-BR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683794D3-476F-271F-9A4F-407ADA632D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4390" y="2110950"/>
                <a:ext cx="3887539" cy="10023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D1CEE3AD-58B9-C6FC-9840-E2457ED62CE7}"/>
                  </a:ext>
                </a:extLst>
              </p:cNvPr>
              <p:cNvSpPr txBox="1"/>
              <p:nvPr/>
            </p:nvSpPr>
            <p:spPr>
              <a:xfrm>
                <a:off x="5354390" y="5500147"/>
                <a:ext cx="6358536" cy="11636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pt-BR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pt-BR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pt-BR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limLow>
                            <m:limLowPr>
                              <m:ctrlPr>
                                <a:rPr lang="pt-BR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sz="3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pt-BR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pt-BR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sz="3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3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f>
                                    <m:fPr>
                                      <m:ctrlPr>
                                        <a:rPr lang="pt-BR" sz="3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pt-BR" sz="3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pt-BR" sz="3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pt-BR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pt-BR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≈2.7182818284</m:t>
                          </m:r>
                        </m:e>
                      </m:func>
                    </m:oMath>
                  </m:oMathPara>
                </a14:m>
                <a:endParaRPr lang="pt-BR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D1CEE3AD-58B9-C6FC-9840-E2457ED62C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4390" y="5500147"/>
                <a:ext cx="6358536" cy="11636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7746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B5D90-EC81-866E-A191-0B3464D0B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Agrupar 4">
            <a:extLst>
              <a:ext uri="{FF2B5EF4-FFF2-40B4-BE49-F238E27FC236}">
                <a16:creationId xmlns:a16="http://schemas.microsoft.com/office/drawing/2014/main" id="{284B07E9-5B78-5C0D-07DB-D30B787EA4C8}"/>
              </a:ext>
            </a:extLst>
          </p:cNvPr>
          <p:cNvGrpSpPr/>
          <p:nvPr/>
        </p:nvGrpSpPr>
        <p:grpSpPr>
          <a:xfrm>
            <a:off x="0" y="8557146"/>
            <a:ext cx="16256000" cy="586854"/>
            <a:chOff x="0" y="8557146"/>
            <a:chExt cx="16256000" cy="586854"/>
          </a:xfrm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422D158F-C262-737D-8E6F-BDE5B1028114}"/>
                </a:ext>
              </a:extLst>
            </p:cNvPr>
            <p:cNvSpPr/>
            <p:nvPr/>
          </p:nvSpPr>
          <p:spPr>
            <a:xfrm>
              <a:off x="0" y="8557146"/>
              <a:ext cx="16256000" cy="586854"/>
            </a:xfrm>
            <a:prstGeom prst="rect">
              <a:avLst/>
            </a:prstGeom>
            <a:solidFill>
              <a:srgbClr val="4847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313B00AE-8E23-6B58-1BC4-A4EAEA06BCD4}"/>
                </a:ext>
              </a:extLst>
            </p:cNvPr>
            <p:cNvSpPr txBox="1"/>
            <p:nvPr/>
          </p:nvSpPr>
          <p:spPr>
            <a:xfrm>
              <a:off x="81886" y="8665907"/>
              <a:ext cx="34597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b="1" dirty="0">
                  <a:solidFill>
                    <a:schemeClr val="bg1"/>
                  </a:solidFill>
                </a:rPr>
                <a:t>Dr. Osvaldo L. Santos-Pereira</a:t>
              </a:r>
            </a:p>
          </p:txBody>
        </p:sp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19BC56D3-69B5-682E-8734-ABC1AD4E41DE}"/>
                </a:ext>
              </a:extLst>
            </p:cNvPr>
            <p:cNvSpPr txBox="1"/>
            <p:nvPr/>
          </p:nvSpPr>
          <p:spPr>
            <a:xfrm>
              <a:off x="12576412" y="8665907"/>
              <a:ext cx="34597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pt-BR" b="1" dirty="0">
                  <a:solidFill>
                    <a:schemeClr val="bg1"/>
                  </a:solidFill>
                </a:rPr>
                <a:t>olsp@if.ufrj.br</a:t>
              </a:r>
            </a:p>
          </p:txBody>
        </p:sp>
      </p:grpSp>
      <p:sp>
        <p:nvSpPr>
          <p:cNvPr id="12" name="Retângulo 11">
            <a:extLst>
              <a:ext uri="{FF2B5EF4-FFF2-40B4-BE49-F238E27FC236}">
                <a16:creationId xmlns:a16="http://schemas.microsoft.com/office/drawing/2014/main" id="{ED7D2A81-B173-1110-447F-BAD645980800}"/>
              </a:ext>
            </a:extLst>
          </p:cNvPr>
          <p:cNvSpPr/>
          <p:nvPr/>
        </p:nvSpPr>
        <p:spPr>
          <a:xfrm>
            <a:off x="15729044" y="-6824"/>
            <a:ext cx="526955" cy="9144000"/>
          </a:xfrm>
          <a:prstGeom prst="rect">
            <a:avLst/>
          </a:prstGeom>
          <a:solidFill>
            <a:srgbClr val="4847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766A864-B295-AB31-84AA-B97BCA1D93CA}"/>
              </a:ext>
            </a:extLst>
          </p:cNvPr>
          <p:cNvSpPr txBox="1"/>
          <p:nvPr/>
        </p:nvSpPr>
        <p:spPr>
          <a:xfrm>
            <a:off x="504967" y="103977"/>
            <a:ext cx="96988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pt-B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theorem</a:t>
            </a:r>
            <a:r>
              <a:rPr lang="pt-B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pt-B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pt-B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proof</a:t>
            </a:r>
            <a:endParaRPr lang="pt-BR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59757BB0-D3C5-EF0F-6BBD-EDA0E345E17D}"/>
              </a:ext>
            </a:extLst>
          </p:cNvPr>
          <p:cNvCxnSpPr>
            <a:cxnSpLocks/>
          </p:cNvCxnSpPr>
          <p:nvPr/>
        </p:nvCxnSpPr>
        <p:spPr>
          <a:xfrm>
            <a:off x="504967" y="910943"/>
            <a:ext cx="11259403" cy="0"/>
          </a:xfrm>
          <a:prstGeom prst="line">
            <a:avLst/>
          </a:prstGeom>
          <a:ln w="38100">
            <a:solidFill>
              <a:srgbClr val="4847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5EED21B2-D992-DD23-E330-86867BDF116B}"/>
              </a:ext>
            </a:extLst>
          </p:cNvPr>
          <p:cNvSpPr txBox="1"/>
          <p:nvPr/>
        </p:nvSpPr>
        <p:spPr>
          <a:xfrm>
            <a:off x="388961" y="1077065"/>
            <a:ext cx="102106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</a:t>
            </a:r>
            <a:r>
              <a:rPr lang="pt-B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</a:t>
            </a:r>
            <a:r>
              <a:rPr lang="pt-B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state</a:t>
            </a:r>
            <a:r>
              <a:rPr lang="pt-B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our</a:t>
            </a:r>
            <a:r>
              <a:rPr lang="pt-B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theorem</a:t>
            </a:r>
            <a:endParaRPr lang="pt-BR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FA1CC286-3334-F363-11D5-4EB7EABD33BD}"/>
                  </a:ext>
                </a:extLst>
              </p:cNvPr>
              <p:cNvSpPr txBox="1"/>
              <p:nvPr/>
            </p:nvSpPr>
            <p:spPr>
              <a:xfrm>
                <a:off x="5354390" y="1910535"/>
                <a:ext cx="3887539" cy="10023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pt-BR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BR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sz="3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pt-BR" sz="3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pt-BR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pt-BR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pt-BR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pt-BR" sz="3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pt-BR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  <m:r>
                                <a:rPr lang="pt-BR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pt-BR" sz="3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pt-BR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  <m:r>
                            <a:rPr lang="pt-BR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=ℓ</m:t>
                          </m:r>
                          <m:r>
                            <a:rPr lang="pt-BR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pt-BR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pt-BR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FA1CC286-3334-F363-11D5-4EB7EABD33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4390" y="1910535"/>
                <a:ext cx="3887539" cy="10023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638DBEA2-196B-1C12-E7AB-CA1E3041B811}"/>
              </a:ext>
            </a:extLst>
          </p:cNvPr>
          <p:cNvSpPr txBox="1"/>
          <p:nvPr/>
        </p:nvSpPr>
        <p:spPr>
          <a:xfrm>
            <a:off x="388961" y="3285737"/>
            <a:ext cx="102106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Proof</a:t>
            </a:r>
            <a:r>
              <a:rPr lang="pt-B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CC202F7D-5771-103E-7C93-70E7D7374F58}"/>
                  </a:ext>
                </a:extLst>
              </p:cNvPr>
              <p:cNvSpPr txBox="1"/>
              <p:nvPr/>
            </p:nvSpPr>
            <p:spPr>
              <a:xfrm>
                <a:off x="2731247" y="5378183"/>
                <a:ext cx="8128000" cy="6032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pt-BR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pt-BR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pt-BR" sz="3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pt-BR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pt-BR" sz="3200" dirty="0"/>
              </a:p>
            </p:txBody>
          </p:sp>
        </mc:Choice>
        <mc:Fallback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CC202F7D-5771-103E-7C93-70E7D7374F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1247" y="5378183"/>
                <a:ext cx="8128000" cy="60324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2B5E0DC6-607F-251B-717B-0298BEE809CF}"/>
                  </a:ext>
                </a:extLst>
              </p:cNvPr>
              <p:cNvSpPr txBox="1"/>
              <p:nvPr/>
            </p:nvSpPr>
            <p:spPr>
              <a:xfrm>
                <a:off x="388961" y="4264275"/>
                <a:ext cx="10210637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Supposing </a:t>
                </a:r>
                <a14:m>
                  <m:oMath xmlns:m="http://schemas.openxmlformats.org/officeDocument/2006/math">
                    <m:r>
                      <a:rPr lang="pt-BR" sz="400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pt-BR" sz="40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pt-BR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t-BR" sz="40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pt-BR" sz="4000" b="0" i="1" smtClean="0">
                        <a:latin typeface="Cambria Math" panose="02040503050406030204" pitchFamily="18" charset="0"/>
                      </a:rPr>
                      <m:t>≠1</m:t>
                    </m:r>
                  </m:oMath>
                </a14:m>
                <a:r>
                  <a:rPr lang="pt-BR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pt-BR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</a:t>
                </a:r>
                <a:r>
                  <a:rPr lang="pt-BR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pt-BR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defining</a:t>
                </a:r>
                <a:endParaRPr lang="pt-BR" sz="4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2B5E0DC6-607F-251B-717B-0298BEE809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961" y="4264275"/>
                <a:ext cx="10210637" cy="707886"/>
              </a:xfrm>
              <a:prstGeom prst="rect">
                <a:avLst/>
              </a:prstGeom>
              <a:blipFill>
                <a:blip r:embed="rId4"/>
                <a:stretch>
                  <a:fillRect l="-2149" t="-15517" b="-3620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CaixaDeTexto 17">
            <a:extLst>
              <a:ext uri="{FF2B5EF4-FFF2-40B4-BE49-F238E27FC236}">
                <a16:creationId xmlns:a16="http://schemas.microsoft.com/office/drawing/2014/main" id="{BB4DF625-F590-7386-4818-9F0DDEDC1CCF}"/>
              </a:ext>
            </a:extLst>
          </p:cNvPr>
          <p:cNvSpPr txBox="1"/>
          <p:nvPr/>
        </p:nvSpPr>
        <p:spPr>
          <a:xfrm>
            <a:off x="388961" y="6291832"/>
            <a:ext cx="102106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Which</a:t>
            </a:r>
            <a:r>
              <a:rPr lang="pt-B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leads </a:t>
            </a:r>
            <a:r>
              <a:rPr lang="pt-B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pt-B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pt-B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following</a:t>
            </a:r>
            <a:endParaRPr lang="pt-BR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9A230A57-C4E4-18EA-897E-403516BD7FFA}"/>
                  </a:ext>
                </a:extLst>
              </p:cNvPr>
              <p:cNvSpPr txBox="1"/>
              <p:nvPr/>
            </p:nvSpPr>
            <p:spPr>
              <a:xfrm>
                <a:off x="2731247" y="7233465"/>
                <a:ext cx="8128000" cy="11353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sz="3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pt-BR" sz="3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  <m:r>
                            <a:rPr lang="pt-BR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d>
                            <m:dPr>
                              <m:ctrlPr>
                                <a:rPr lang="pt-BR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pt-BR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num>
                        <m:den>
                          <m:r>
                            <a:rPr lang="pt-BR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  <m:r>
                            <a:rPr lang="pt-BR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pt-BR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pt-BR" sz="3200" dirty="0"/>
              </a:p>
            </p:txBody>
          </p:sp>
        </mc:Choice>
        <mc:Fallback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9A230A57-C4E4-18EA-897E-403516BD7F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1247" y="7233465"/>
                <a:ext cx="8128000" cy="11353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97197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A6E22-04A4-E1C5-AEA9-E71C4D3F4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Agrupar 4">
            <a:extLst>
              <a:ext uri="{FF2B5EF4-FFF2-40B4-BE49-F238E27FC236}">
                <a16:creationId xmlns:a16="http://schemas.microsoft.com/office/drawing/2014/main" id="{14B0B1EB-C8CF-F755-C263-B16A48145BCB}"/>
              </a:ext>
            </a:extLst>
          </p:cNvPr>
          <p:cNvGrpSpPr/>
          <p:nvPr/>
        </p:nvGrpSpPr>
        <p:grpSpPr>
          <a:xfrm>
            <a:off x="0" y="8557146"/>
            <a:ext cx="16256000" cy="586854"/>
            <a:chOff x="0" y="8557146"/>
            <a:chExt cx="16256000" cy="586854"/>
          </a:xfrm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0172DF78-C408-5A3C-A22A-7DB3A1D35CFE}"/>
                </a:ext>
              </a:extLst>
            </p:cNvPr>
            <p:cNvSpPr/>
            <p:nvPr/>
          </p:nvSpPr>
          <p:spPr>
            <a:xfrm>
              <a:off x="0" y="8557146"/>
              <a:ext cx="16256000" cy="586854"/>
            </a:xfrm>
            <a:prstGeom prst="rect">
              <a:avLst/>
            </a:prstGeom>
            <a:solidFill>
              <a:srgbClr val="4847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4203FA81-C729-9487-077F-584579127A8F}"/>
                </a:ext>
              </a:extLst>
            </p:cNvPr>
            <p:cNvSpPr txBox="1"/>
            <p:nvPr/>
          </p:nvSpPr>
          <p:spPr>
            <a:xfrm>
              <a:off x="81886" y="8665907"/>
              <a:ext cx="34597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b="1" dirty="0">
                  <a:solidFill>
                    <a:schemeClr val="bg1"/>
                  </a:solidFill>
                </a:rPr>
                <a:t>Dr. Osvaldo L. Santos-Pereira</a:t>
              </a:r>
            </a:p>
          </p:txBody>
        </p:sp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BA59C61F-0BC7-15E4-0771-582780CD265E}"/>
                </a:ext>
              </a:extLst>
            </p:cNvPr>
            <p:cNvSpPr txBox="1"/>
            <p:nvPr/>
          </p:nvSpPr>
          <p:spPr>
            <a:xfrm>
              <a:off x="12576412" y="8665907"/>
              <a:ext cx="34597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pt-BR" b="1" dirty="0">
                  <a:solidFill>
                    <a:schemeClr val="bg1"/>
                  </a:solidFill>
                </a:rPr>
                <a:t>olsp@if.ufrj.br</a:t>
              </a:r>
            </a:p>
          </p:txBody>
        </p:sp>
      </p:grpSp>
      <p:sp>
        <p:nvSpPr>
          <p:cNvPr id="12" name="Retângulo 11">
            <a:extLst>
              <a:ext uri="{FF2B5EF4-FFF2-40B4-BE49-F238E27FC236}">
                <a16:creationId xmlns:a16="http://schemas.microsoft.com/office/drawing/2014/main" id="{6D3C1C16-735E-BE46-C739-6D6AED390486}"/>
              </a:ext>
            </a:extLst>
          </p:cNvPr>
          <p:cNvSpPr/>
          <p:nvPr/>
        </p:nvSpPr>
        <p:spPr>
          <a:xfrm>
            <a:off x="15729044" y="-6824"/>
            <a:ext cx="526955" cy="9144000"/>
          </a:xfrm>
          <a:prstGeom prst="rect">
            <a:avLst/>
          </a:prstGeom>
          <a:solidFill>
            <a:srgbClr val="4847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BED8588C-4240-D2F4-D915-63360D65C9B4}"/>
              </a:ext>
            </a:extLst>
          </p:cNvPr>
          <p:cNvSpPr txBox="1"/>
          <p:nvPr/>
        </p:nvSpPr>
        <p:spPr>
          <a:xfrm>
            <a:off x="504967" y="103977"/>
            <a:ext cx="96988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pt-B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theorem</a:t>
            </a:r>
            <a:r>
              <a:rPr lang="pt-B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pt-B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pt-B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proof</a:t>
            </a:r>
            <a:r>
              <a:rPr lang="pt-B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(cont.)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F5A80836-66FB-18BE-C5A5-C20D9020FCD8}"/>
              </a:ext>
            </a:extLst>
          </p:cNvPr>
          <p:cNvCxnSpPr>
            <a:cxnSpLocks/>
          </p:cNvCxnSpPr>
          <p:nvPr/>
        </p:nvCxnSpPr>
        <p:spPr>
          <a:xfrm>
            <a:off x="504967" y="910943"/>
            <a:ext cx="11259403" cy="0"/>
          </a:xfrm>
          <a:prstGeom prst="line">
            <a:avLst/>
          </a:prstGeom>
          <a:ln w="38100">
            <a:solidFill>
              <a:srgbClr val="4847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687D5CA4-3EDB-5C6A-2CED-5D93BC43B2E2}"/>
              </a:ext>
            </a:extLst>
          </p:cNvPr>
          <p:cNvSpPr txBox="1"/>
          <p:nvPr/>
        </p:nvSpPr>
        <p:spPr>
          <a:xfrm>
            <a:off x="388961" y="1077065"/>
            <a:ext cx="102106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Notice</a:t>
            </a:r>
            <a:r>
              <a:rPr lang="pt-B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endParaRPr lang="pt-BR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C45EF876-59E2-C852-020B-C38BC3612F75}"/>
                  </a:ext>
                </a:extLst>
              </p:cNvPr>
              <p:cNvSpPr txBox="1"/>
              <p:nvPr/>
            </p:nvSpPr>
            <p:spPr>
              <a:xfrm>
                <a:off x="5354390" y="1910535"/>
                <a:ext cx="4016228" cy="10720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3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t-BR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32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pt-BR" sz="320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pt-BR" sz="3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pt-BR" sz="3200" i="1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pt-BR" sz="320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𝑏</m:t>
                      </m:r>
                      <m:f>
                        <m:fPr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ℓ</m:t>
                          </m:r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d>
                            <m:dPr>
                              <m:ctrlP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num>
                        <m:den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ℓ</m:t>
                          </m:r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d>
                            <m:dPr>
                              <m:ctrlP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pt-BR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C45EF876-59E2-C852-020B-C38BC3612F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4390" y="1910535"/>
                <a:ext cx="4016228" cy="107202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9EF28D6D-BA86-6DE0-AAE8-831431DBA357}"/>
              </a:ext>
            </a:extLst>
          </p:cNvPr>
          <p:cNvSpPr txBox="1"/>
          <p:nvPr/>
        </p:nvSpPr>
        <p:spPr>
          <a:xfrm>
            <a:off x="388961" y="3285737"/>
            <a:ext cx="102106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pt-B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further</a:t>
            </a:r>
            <a:r>
              <a:rPr lang="pt-B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algebraic</a:t>
            </a:r>
            <a:r>
              <a:rPr lang="pt-B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manipulation</a:t>
            </a:r>
            <a:endParaRPr lang="pt-BR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087DE195-A8C4-FE7B-7084-4F9F2F744045}"/>
                  </a:ext>
                </a:extLst>
              </p:cNvPr>
              <p:cNvSpPr txBox="1"/>
              <p:nvPr/>
            </p:nvSpPr>
            <p:spPr>
              <a:xfrm>
                <a:off x="5354390" y="4402442"/>
                <a:ext cx="4606517" cy="12640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𝑏</m:t>
                      </m:r>
                      <m:f>
                        <m:fPr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ℓ</m:t>
                          </m:r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d>
                            <m:dPr>
                              <m:ctrlP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num>
                        <m:den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ℓ</m:t>
                          </m:r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d>
                            <m:dPr>
                              <m:ctrlP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den>
                      </m:f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3200" i="1">
                              <a:latin typeface="Cambria Math" panose="02040503050406030204" pitchFamily="18" charset="0"/>
                            </a:rPr>
                            <m:t>ℓ</m:t>
                          </m:r>
                          <m:r>
                            <a:rPr lang="pt-BR" sz="3200" i="1">
                              <a:latin typeface="Cambria Math" panose="02040503050406030204" pitchFamily="18" charset="0"/>
                            </a:rPr>
                            <m:t>𝑛</m:t>
                          </m:r>
                          <m:d>
                            <m:dPr>
                              <m:ctrlPr>
                                <a:rPr lang="pt-BR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32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num>
                        <m:den>
                          <m:r>
                            <a:rPr lang="pt-BR" sz="3200" i="1">
                              <a:latin typeface="Cambria Math" panose="02040503050406030204" pitchFamily="18" charset="0"/>
                            </a:rPr>
                            <m:t>ℓ</m:t>
                          </m:r>
                          <m:r>
                            <a:rPr lang="pt-BR" sz="3200" i="1">
                              <a:latin typeface="Cambria Math" panose="02040503050406030204" pitchFamily="18" charset="0"/>
                            </a:rPr>
                            <m:t>𝑛</m:t>
                          </m:r>
                          <m:sSup>
                            <m:sSupPr>
                              <m:ctrlP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sz="3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3200" i="1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pt-BR" sz="32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</m:e>
                            <m:sup>
                              <m:f>
                                <m:fPr>
                                  <m:ctrlPr>
                                    <a:rPr lang="pt-BR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sz="3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pt-BR" sz="32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den>
                              </m:f>
                            </m:sup>
                          </m:sSup>
                        </m:den>
                      </m:f>
                    </m:oMath>
                  </m:oMathPara>
                </a14:m>
                <a:endParaRPr lang="pt-BR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087DE195-A8C4-FE7B-7084-4F9F2F7440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4390" y="4402442"/>
                <a:ext cx="4606517" cy="12640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A414D9E-8476-5AE4-DF65-FFBDDCCB8C72}"/>
              </a:ext>
            </a:extLst>
          </p:cNvPr>
          <p:cNvSpPr txBox="1"/>
          <p:nvPr/>
        </p:nvSpPr>
        <p:spPr>
          <a:xfrm>
            <a:off x="388961" y="5889808"/>
            <a:ext cx="102106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therefore</a:t>
            </a:r>
            <a:endParaRPr lang="pt-BR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7DD70212-5E06-C5AC-BD27-5073BAF15B85}"/>
                  </a:ext>
                </a:extLst>
              </p:cNvPr>
              <p:cNvSpPr txBox="1"/>
              <p:nvPr/>
            </p:nvSpPr>
            <p:spPr>
              <a:xfrm>
                <a:off x="5354390" y="6820996"/>
                <a:ext cx="5678029" cy="13107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pt-BR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BR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sz="3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pt-BR" sz="3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pt-BR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pt-BR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pt-BR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pt-BR" sz="3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pt-BR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  <m:r>
                                <a:rPr lang="pt-BR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pt-BR" sz="3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pt-BR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</m:e>
                      </m:func>
                      <m:r>
                        <a:rPr lang="pt-BR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pt-BR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pt-BR" sz="3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pt-BR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pt-BR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→0</m:t>
                          </m:r>
                        </m:lim>
                      </m:limLow>
                      <m:f>
                        <m:fPr>
                          <m:ctrlPr>
                            <a:rPr lang="pt-BR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3200" i="1">
                              <a:latin typeface="Cambria Math" panose="02040503050406030204" pitchFamily="18" charset="0"/>
                            </a:rPr>
                            <m:t>ℓ</m:t>
                          </m:r>
                          <m:r>
                            <a:rPr lang="pt-BR" sz="3200" i="1">
                              <a:latin typeface="Cambria Math" panose="02040503050406030204" pitchFamily="18" charset="0"/>
                            </a:rPr>
                            <m:t>𝑛</m:t>
                          </m:r>
                          <m:d>
                            <m:dPr>
                              <m:ctrlPr>
                                <a:rPr lang="pt-BR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32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num>
                        <m:den>
                          <m:r>
                            <a:rPr lang="pt-BR" sz="3200" i="1">
                              <a:latin typeface="Cambria Math" panose="02040503050406030204" pitchFamily="18" charset="0"/>
                            </a:rPr>
                            <m:t>ℓ</m:t>
                          </m:r>
                          <m:r>
                            <a:rPr lang="pt-BR" sz="3200" i="1">
                              <a:latin typeface="Cambria Math" panose="02040503050406030204" pitchFamily="18" charset="0"/>
                            </a:rPr>
                            <m:t>𝑛</m:t>
                          </m:r>
                          <m:sSup>
                            <m:sSupPr>
                              <m:ctrlPr>
                                <a:rPr lang="pt-BR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sz="3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3200" i="1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pt-BR" sz="32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</m:e>
                            <m:sup>
                              <m:f>
                                <m:fPr>
                                  <m:ctrlPr>
                                    <a:rPr lang="pt-BR" sz="3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sz="32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pt-BR" sz="32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den>
                              </m:f>
                            </m:sup>
                          </m:sSup>
                        </m:den>
                      </m:f>
                    </m:oMath>
                  </m:oMathPara>
                </a14:m>
                <a:endParaRPr lang="pt-BR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7DD70212-5E06-C5AC-BD27-5073BAF15B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4390" y="6820996"/>
                <a:ext cx="5678029" cy="13107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41747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CF0EC-AF4D-4687-79D4-1BE165401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Agrupar 4">
            <a:extLst>
              <a:ext uri="{FF2B5EF4-FFF2-40B4-BE49-F238E27FC236}">
                <a16:creationId xmlns:a16="http://schemas.microsoft.com/office/drawing/2014/main" id="{F6E50062-A1DF-CF18-FAB9-84118EAFB113}"/>
              </a:ext>
            </a:extLst>
          </p:cNvPr>
          <p:cNvGrpSpPr/>
          <p:nvPr/>
        </p:nvGrpSpPr>
        <p:grpSpPr>
          <a:xfrm>
            <a:off x="0" y="8557146"/>
            <a:ext cx="16256000" cy="586854"/>
            <a:chOff x="0" y="8557146"/>
            <a:chExt cx="16256000" cy="586854"/>
          </a:xfrm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F5F88A93-6E99-92F3-D294-3033A143E5FE}"/>
                </a:ext>
              </a:extLst>
            </p:cNvPr>
            <p:cNvSpPr/>
            <p:nvPr/>
          </p:nvSpPr>
          <p:spPr>
            <a:xfrm>
              <a:off x="0" y="8557146"/>
              <a:ext cx="16256000" cy="586854"/>
            </a:xfrm>
            <a:prstGeom prst="rect">
              <a:avLst/>
            </a:prstGeom>
            <a:solidFill>
              <a:srgbClr val="4847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08013DBE-92B6-0B50-3BC0-C5F76C43A8A0}"/>
                </a:ext>
              </a:extLst>
            </p:cNvPr>
            <p:cNvSpPr txBox="1"/>
            <p:nvPr/>
          </p:nvSpPr>
          <p:spPr>
            <a:xfrm>
              <a:off x="81886" y="8665907"/>
              <a:ext cx="34597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b="1" dirty="0">
                  <a:solidFill>
                    <a:schemeClr val="bg1"/>
                  </a:solidFill>
                </a:rPr>
                <a:t>Dr. Osvaldo L. Santos-Pereira</a:t>
              </a:r>
            </a:p>
          </p:txBody>
        </p:sp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29F92B74-4043-10CD-E46C-D0DB69F52215}"/>
                </a:ext>
              </a:extLst>
            </p:cNvPr>
            <p:cNvSpPr txBox="1"/>
            <p:nvPr/>
          </p:nvSpPr>
          <p:spPr>
            <a:xfrm>
              <a:off x="12576412" y="8665907"/>
              <a:ext cx="34597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pt-BR" b="1" dirty="0">
                  <a:solidFill>
                    <a:schemeClr val="bg1"/>
                  </a:solidFill>
                </a:rPr>
                <a:t>olsp@if.ufrj.br</a:t>
              </a:r>
            </a:p>
          </p:txBody>
        </p:sp>
      </p:grpSp>
      <p:sp>
        <p:nvSpPr>
          <p:cNvPr id="12" name="Retângulo 11">
            <a:extLst>
              <a:ext uri="{FF2B5EF4-FFF2-40B4-BE49-F238E27FC236}">
                <a16:creationId xmlns:a16="http://schemas.microsoft.com/office/drawing/2014/main" id="{2F79C16F-7A33-9B88-BA62-B87FD4512B96}"/>
              </a:ext>
            </a:extLst>
          </p:cNvPr>
          <p:cNvSpPr/>
          <p:nvPr/>
        </p:nvSpPr>
        <p:spPr>
          <a:xfrm>
            <a:off x="15729044" y="-6824"/>
            <a:ext cx="526955" cy="9144000"/>
          </a:xfrm>
          <a:prstGeom prst="rect">
            <a:avLst/>
          </a:prstGeom>
          <a:solidFill>
            <a:srgbClr val="4847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DC611F9A-777D-64B9-CF16-09CC0315140D}"/>
              </a:ext>
            </a:extLst>
          </p:cNvPr>
          <p:cNvSpPr txBox="1"/>
          <p:nvPr/>
        </p:nvSpPr>
        <p:spPr>
          <a:xfrm>
            <a:off x="504967" y="103977"/>
            <a:ext cx="96988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pt-B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theorem</a:t>
            </a:r>
            <a:r>
              <a:rPr lang="pt-B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pt-B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pt-B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proof</a:t>
            </a:r>
            <a:r>
              <a:rPr lang="pt-B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(QED)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F7D9D9EA-35F6-E6C6-8D79-1CAC0B614718}"/>
              </a:ext>
            </a:extLst>
          </p:cNvPr>
          <p:cNvCxnSpPr>
            <a:cxnSpLocks/>
          </p:cNvCxnSpPr>
          <p:nvPr/>
        </p:nvCxnSpPr>
        <p:spPr>
          <a:xfrm>
            <a:off x="504967" y="910943"/>
            <a:ext cx="11259403" cy="0"/>
          </a:xfrm>
          <a:prstGeom prst="line">
            <a:avLst/>
          </a:prstGeom>
          <a:ln w="38100">
            <a:solidFill>
              <a:srgbClr val="4847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2184BD2F-25BE-0053-94A7-965670ED2DB3}"/>
              </a:ext>
            </a:extLst>
          </p:cNvPr>
          <p:cNvSpPr txBox="1"/>
          <p:nvPr/>
        </p:nvSpPr>
        <p:spPr>
          <a:xfrm>
            <a:off x="388961" y="1077065"/>
            <a:ext cx="102106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Notice</a:t>
            </a:r>
            <a:r>
              <a:rPr lang="pt-B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endParaRPr lang="pt-BR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BB2B6F83-9E4A-4E6F-916B-5758021736AE}"/>
                  </a:ext>
                </a:extLst>
              </p:cNvPr>
              <p:cNvSpPr txBox="1"/>
              <p:nvPr/>
            </p:nvSpPr>
            <p:spPr>
              <a:xfrm>
                <a:off x="5354390" y="1784951"/>
                <a:ext cx="6382901" cy="16619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pt-BR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pt-BR" sz="3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m:rPr>
                              <m:sty m:val="p"/>
                            </m:rPr>
                            <a:rPr lang="pt-BR" sz="3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pt-BR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→0</m:t>
                          </m:r>
                        </m:lim>
                      </m:limLow>
                      <m:f>
                        <m:fPr>
                          <m:ctrlPr>
                            <a:rPr lang="pt-BR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3200" i="1">
                              <a:latin typeface="Cambria Math" panose="02040503050406030204" pitchFamily="18" charset="0"/>
                            </a:rPr>
                            <m:t>ℓ</m:t>
                          </m:r>
                          <m:r>
                            <a:rPr lang="pt-BR" sz="3200" i="1">
                              <a:latin typeface="Cambria Math" panose="02040503050406030204" pitchFamily="18" charset="0"/>
                            </a:rPr>
                            <m:t>𝑛</m:t>
                          </m:r>
                          <m:d>
                            <m:dPr>
                              <m:ctrlPr>
                                <a:rPr lang="pt-BR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32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num>
                        <m:den>
                          <m:r>
                            <a:rPr lang="pt-BR" sz="3200" i="1">
                              <a:latin typeface="Cambria Math" panose="02040503050406030204" pitchFamily="18" charset="0"/>
                            </a:rPr>
                            <m:t>ℓ</m:t>
                          </m:r>
                          <m:r>
                            <a:rPr lang="pt-BR" sz="3200" i="1">
                              <a:latin typeface="Cambria Math" panose="02040503050406030204" pitchFamily="18" charset="0"/>
                            </a:rPr>
                            <m:t>𝑛</m:t>
                          </m:r>
                          <m:sSup>
                            <m:sSupPr>
                              <m:ctrlPr>
                                <a:rPr lang="pt-BR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sz="3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3200" i="1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pt-BR" sz="32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</m:e>
                            <m:sup>
                              <m:f>
                                <m:fPr>
                                  <m:ctrlPr>
                                    <a:rPr lang="pt-BR" sz="3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sz="32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pt-BR" sz="32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den>
                              </m:f>
                            </m:sup>
                          </m:sSup>
                        </m:den>
                      </m:f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3200" i="1">
                              <a:latin typeface="Cambria Math" panose="02040503050406030204" pitchFamily="18" charset="0"/>
                            </a:rPr>
                            <m:t>ℓ</m:t>
                          </m:r>
                          <m:r>
                            <a:rPr lang="pt-BR" sz="3200" i="1">
                              <a:latin typeface="Cambria Math" panose="02040503050406030204" pitchFamily="18" charset="0"/>
                            </a:rPr>
                            <m:t>𝑛</m:t>
                          </m:r>
                          <m:d>
                            <m:dPr>
                              <m:ctrlPr>
                                <a:rPr lang="pt-BR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32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num>
                        <m:den>
                          <m:r>
                            <a:rPr lang="pt-BR" sz="3200" i="1">
                              <a:latin typeface="Cambria Math" panose="02040503050406030204" pitchFamily="18" charset="0"/>
                            </a:rPr>
                            <m:t>ℓ</m:t>
                          </m:r>
                          <m:r>
                            <a:rPr lang="pt-BR" sz="3200" i="1">
                              <a:latin typeface="Cambria Math" panose="02040503050406030204" pitchFamily="18" charset="0"/>
                            </a:rPr>
                            <m:t>𝑛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pt-BR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limLow>
                                    <m:limLowPr>
                                      <m:ctrlPr>
                                        <a:rPr lang="pt-BR" sz="3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pt-BR" sz="3200">
                                          <a:latin typeface="Cambria Math" panose="02040503050406030204" pitchFamily="18" charset="0"/>
                                        </a:rPr>
                                        <m:t>lim</m:t>
                                      </m:r>
                                    </m:e>
                                    <m:lim>
                                      <m:r>
                                        <a:rPr lang="pt-BR" sz="3200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  <m:r>
                                        <a:rPr lang="pt-BR" sz="3200" i="1">
                                          <a:latin typeface="Cambria Math" panose="02040503050406030204" pitchFamily="18" charset="0"/>
                                        </a:rPr>
                                        <m:t>→0</m:t>
                                      </m:r>
                                    </m:lim>
                                  </m:limLow>
                                  <m:d>
                                    <m:dPr>
                                      <m:ctrlPr>
                                        <a:rPr lang="pt-BR" sz="3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3200" i="1">
                                          <a:latin typeface="Cambria Math" panose="02040503050406030204" pitchFamily="18" charset="0"/>
                                        </a:rPr>
                                        <m:t>1+</m:t>
                                      </m:r>
                                      <m:r>
                                        <a:rPr lang="pt-BR" sz="3200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</m:d>
                                </m:e>
                                <m:sup>
                                  <m:f>
                                    <m:fPr>
                                      <m:ctrlPr>
                                        <a:rPr lang="pt-BR" sz="3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pt-BR" sz="32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pt-BR" sz="3200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den>
                                  </m:f>
                                </m:sup>
                              </m:sSup>
                            </m:e>
                          </m:d>
                        </m:den>
                      </m:f>
                    </m:oMath>
                  </m:oMathPara>
                </a14:m>
                <a:endParaRPr lang="pt-BR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BB2B6F83-9E4A-4E6F-916B-5758021736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4390" y="1784951"/>
                <a:ext cx="6382901" cy="166199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aixaDeTexto 10">
            <a:extLst>
              <a:ext uri="{FF2B5EF4-FFF2-40B4-BE49-F238E27FC236}">
                <a16:creationId xmlns:a16="http://schemas.microsoft.com/office/drawing/2014/main" id="{6EFD6116-9174-D5DE-148C-C95D0015168F}"/>
              </a:ext>
            </a:extLst>
          </p:cNvPr>
          <p:cNvSpPr txBox="1"/>
          <p:nvPr/>
        </p:nvSpPr>
        <p:spPr>
          <a:xfrm>
            <a:off x="388961" y="3629622"/>
            <a:ext cx="124783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pt-B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pt-B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denominator</a:t>
            </a:r>
            <a:r>
              <a:rPr lang="pt-B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pt-B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pt-B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above</a:t>
            </a:r>
            <a:r>
              <a:rPr lang="pt-B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equation</a:t>
            </a:r>
            <a:r>
              <a:rPr lang="pt-B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equals</a:t>
            </a:r>
            <a:r>
              <a:rPr lang="pt-B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one</a:t>
            </a:r>
            <a:r>
              <a:rPr lang="pt-B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95E1B535-8E5B-A975-659B-21977B3B6211}"/>
                  </a:ext>
                </a:extLst>
              </p:cNvPr>
              <p:cNvSpPr txBox="1"/>
              <p:nvPr/>
            </p:nvSpPr>
            <p:spPr>
              <a:xfrm>
                <a:off x="3800522" y="4572000"/>
                <a:ext cx="8128000" cy="11882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3200" i="1" smtClean="0">
                          <a:latin typeface="Cambria Math" panose="02040503050406030204" pitchFamily="18" charset="0"/>
                        </a:rPr>
                        <m:t>ℓ</m:t>
                      </m:r>
                      <m:r>
                        <a:rPr lang="pt-BR" sz="3200" i="1" smtClean="0">
                          <a:latin typeface="Cambria Math" panose="02040503050406030204" pitchFamily="18" charset="0"/>
                        </a:rPr>
                        <m:t>𝑛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pt-BR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limLow>
                                <m:limLowPr>
                                  <m:ctrlPr>
                                    <a:rPr lang="pt-BR" sz="3200" i="1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pt-BR" sz="3200">
                                      <a:latin typeface="Cambria Math" panose="02040503050406030204" pitchFamily="18" charset="0"/>
                                    </a:rPr>
                                    <m:t>lim</m:t>
                                  </m:r>
                                </m:e>
                                <m:lim>
                                  <m:r>
                                    <a:rPr lang="pt-BR" sz="32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lang="pt-BR" sz="3200" i="1">
                                      <a:latin typeface="Cambria Math" panose="02040503050406030204" pitchFamily="18" charset="0"/>
                                    </a:rPr>
                                    <m:t>→0</m:t>
                                  </m:r>
                                </m:lim>
                              </m:limLow>
                              <m:d>
                                <m:dPr>
                                  <m:ctrlPr>
                                    <a:rPr lang="pt-BR" sz="3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3200" i="1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pt-BR" sz="32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</m:e>
                            <m:sup>
                              <m:f>
                                <m:fPr>
                                  <m:ctrlPr>
                                    <a:rPr lang="pt-BR" sz="3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sz="32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pt-BR" sz="32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den>
                              </m:f>
                            </m:sup>
                          </m:sSup>
                        </m:e>
                      </m:d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=ℓ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𝑛</m:t>
                      </m:r>
                      <m:d>
                        <m:dPr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pt-BR" sz="3200" dirty="0"/>
              </a:p>
            </p:txBody>
          </p:sp>
        </mc:Choice>
        <mc:Fallback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95E1B535-8E5B-A975-659B-21977B3B62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0522" y="4572000"/>
                <a:ext cx="8128000" cy="11882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tângulo 17">
            <a:extLst>
              <a:ext uri="{FF2B5EF4-FFF2-40B4-BE49-F238E27FC236}">
                <a16:creationId xmlns:a16="http://schemas.microsoft.com/office/drawing/2014/main" id="{9442E59E-978D-5581-34E6-72D8C0926AEF}"/>
              </a:ext>
            </a:extLst>
          </p:cNvPr>
          <p:cNvSpPr/>
          <p:nvPr/>
        </p:nvSpPr>
        <p:spPr>
          <a:xfrm>
            <a:off x="12667725" y="7276751"/>
            <a:ext cx="399232" cy="399232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CB8C6BA1-2620-411C-B664-E9157633A486}"/>
              </a:ext>
            </a:extLst>
          </p:cNvPr>
          <p:cNvSpPr txBox="1"/>
          <p:nvPr/>
        </p:nvSpPr>
        <p:spPr>
          <a:xfrm>
            <a:off x="388961" y="5889808"/>
            <a:ext cx="102106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Therefore</a:t>
            </a:r>
            <a:r>
              <a:rPr lang="pt-B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as </a:t>
            </a:r>
            <a:r>
              <a:rPr lang="pt-B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pt-B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intended</a:t>
            </a:r>
            <a:r>
              <a:rPr lang="pt-B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pt-B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 (QED)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CBC18FE0-7A99-CBC7-0099-25F974744AA6}"/>
                  </a:ext>
                </a:extLst>
              </p:cNvPr>
              <p:cNvSpPr txBox="1"/>
              <p:nvPr/>
            </p:nvSpPr>
            <p:spPr>
              <a:xfrm>
                <a:off x="4714427" y="6820996"/>
                <a:ext cx="7049943" cy="13107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pt-BR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BR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sz="3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pt-BR" sz="3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pt-BR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pt-BR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pt-BR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pt-BR" sz="3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pt-BR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  <m:r>
                                <a:rPr lang="pt-BR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pt-BR" sz="3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pt-BR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</m:e>
                      </m:func>
                      <m:r>
                        <a:rPr lang="pt-BR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pt-BR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pt-BR" sz="3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pt-BR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pt-BR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→0</m:t>
                          </m:r>
                        </m:lim>
                      </m:limLow>
                      <m:f>
                        <m:fPr>
                          <m:ctrlPr>
                            <a:rPr lang="pt-BR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3200" i="1">
                              <a:latin typeface="Cambria Math" panose="02040503050406030204" pitchFamily="18" charset="0"/>
                            </a:rPr>
                            <m:t>ℓ</m:t>
                          </m:r>
                          <m:r>
                            <a:rPr lang="pt-BR" sz="3200" i="1">
                              <a:latin typeface="Cambria Math" panose="02040503050406030204" pitchFamily="18" charset="0"/>
                            </a:rPr>
                            <m:t>𝑛</m:t>
                          </m:r>
                          <m:d>
                            <m:dPr>
                              <m:ctrlPr>
                                <a:rPr lang="pt-BR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32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num>
                        <m:den>
                          <m:r>
                            <a:rPr lang="pt-BR" sz="3200" i="1">
                              <a:latin typeface="Cambria Math" panose="02040503050406030204" pitchFamily="18" charset="0"/>
                            </a:rPr>
                            <m:t>ℓ</m:t>
                          </m:r>
                          <m:r>
                            <a:rPr lang="pt-BR" sz="3200" i="1">
                              <a:latin typeface="Cambria Math" panose="02040503050406030204" pitchFamily="18" charset="0"/>
                            </a:rPr>
                            <m:t>𝑛</m:t>
                          </m:r>
                          <m:sSup>
                            <m:sSupPr>
                              <m:ctrlPr>
                                <a:rPr lang="pt-BR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sz="3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3200" i="1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pt-BR" sz="32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</m:e>
                            <m:sup>
                              <m:f>
                                <m:fPr>
                                  <m:ctrlPr>
                                    <a:rPr lang="pt-BR" sz="3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sz="32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pt-BR" sz="32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den>
                              </m:f>
                            </m:sup>
                          </m:sSup>
                        </m:den>
                      </m:f>
                      <m:r>
                        <a:rPr lang="pt-BR" sz="32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ℓ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CBC18FE0-7A99-CBC7-0099-25F974744A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4427" y="6820996"/>
                <a:ext cx="7049943" cy="13107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70147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85110-8BB8-8911-E956-0ECDB674C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Agrupar 4">
            <a:extLst>
              <a:ext uri="{FF2B5EF4-FFF2-40B4-BE49-F238E27FC236}">
                <a16:creationId xmlns:a16="http://schemas.microsoft.com/office/drawing/2014/main" id="{53091E24-E4C0-CBE2-7647-91E80BD59DD6}"/>
              </a:ext>
            </a:extLst>
          </p:cNvPr>
          <p:cNvGrpSpPr/>
          <p:nvPr/>
        </p:nvGrpSpPr>
        <p:grpSpPr>
          <a:xfrm>
            <a:off x="0" y="8557146"/>
            <a:ext cx="16256000" cy="586854"/>
            <a:chOff x="0" y="8557146"/>
            <a:chExt cx="16256000" cy="586854"/>
          </a:xfrm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F89625F7-59B6-A45E-3E4E-ABEB6644180C}"/>
                </a:ext>
              </a:extLst>
            </p:cNvPr>
            <p:cNvSpPr/>
            <p:nvPr/>
          </p:nvSpPr>
          <p:spPr>
            <a:xfrm>
              <a:off x="0" y="8557146"/>
              <a:ext cx="16256000" cy="586854"/>
            </a:xfrm>
            <a:prstGeom prst="rect">
              <a:avLst/>
            </a:prstGeom>
            <a:solidFill>
              <a:srgbClr val="4847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E5866D78-6067-D8E7-563B-E45A54C9A9C9}"/>
                </a:ext>
              </a:extLst>
            </p:cNvPr>
            <p:cNvSpPr txBox="1"/>
            <p:nvPr/>
          </p:nvSpPr>
          <p:spPr>
            <a:xfrm>
              <a:off x="81886" y="8665907"/>
              <a:ext cx="34597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b="1" dirty="0">
                  <a:solidFill>
                    <a:schemeClr val="bg1"/>
                  </a:solidFill>
                </a:rPr>
                <a:t>Dr. Osvaldo L. Santos-Pereira</a:t>
              </a:r>
            </a:p>
          </p:txBody>
        </p:sp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46992BEA-2DC7-6D0D-7BD1-B4F62629EC27}"/>
                </a:ext>
              </a:extLst>
            </p:cNvPr>
            <p:cNvSpPr txBox="1"/>
            <p:nvPr/>
          </p:nvSpPr>
          <p:spPr>
            <a:xfrm>
              <a:off x="12576412" y="8665907"/>
              <a:ext cx="34597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pt-BR" b="1" dirty="0">
                  <a:solidFill>
                    <a:schemeClr val="bg1"/>
                  </a:solidFill>
                </a:rPr>
                <a:t>olsp@if.ufrj.br</a:t>
              </a:r>
            </a:p>
          </p:txBody>
        </p:sp>
      </p:grpSp>
      <p:sp>
        <p:nvSpPr>
          <p:cNvPr id="12" name="Retângulo 11">
            <a:extLst>
              <a:ext uri="{FF2B5EF4-FFF2-40B4-BE49-F238E27FC236}">
                <a16:creationId xmlns:a16="http://schemas.microsoft.com/office/drawing/2014/main" id="{3EB71867-8445-582F-6D95-0F274366F08A}"/>
              </a:ext>
            </a:extLst>
          </p:cNvPr>
          <p:cNvSpPr/>
          <p:nvPr/>
        </p:nvSpPr>
        <p:spPr>
          <a:xfrm>
            <a:off x="15729044" y="-6824"/>
            <a:ext cx="526955" cy="9144000"/>
          </a:xfrm>
          <a:prstGeom prst="rect">
            <a:avLst/>
          </a:prstGeom>
          <a:solidFill>
            <a:srgbClr val="4847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AD41F56E-CA45-5DF7-5E53-99EE29B3BC10}"/>
              </a:ext>
            </a:extLst>
          </p:cNvPr>
          <p:cNvSpPr txBox="1"/>
          <p:nvPr/>
        </p:nvSpPr>
        <p:spPr>
          <a:xfrm>
            <a:off x="504967" y="103977"/>
            <a:ext cx="96988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Caveats</a:t>
            </a:r>
            <a:r>
              <a:rPr lang="pt-B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pt-B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challenge</a:t>
            </a:r>
            <a:endParaRPr lang="pt-BR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EF192D08-1C40-4FD5-2D61-C8317E7CC475}"/>
              </a:ext>
            </a:extLst>
          </p:cNvPr>
          <p:cNvCxnSpPr>
            <a:cxnSpLocks/>
          </p:cNvCxnSpPr>
          <p:nvPr/>
        </p:nvCxnSpPr>
        <p:spPr>
          <a:xfrm>
            <a:off x="504967" y="910943"/>
            <a:ext cx="11259403" cy="0"/>
          </a:xfrm>
          <a:prstGeom prst="line">
            <a:avLst/>
          </a:prstGeom>
          <a:ln w="38100">
            <a:solidFill>
              <a:srgbClr val="4847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9199295E-6BD0-0F18-A3C1-5D2DAFA99939}"/>
              </a:ext>
            </a:extLst>
          </p:cNvPr>
          <p:cNvSpPr txBox="1"/>
          <p:nvPr/>
        </p:nvSpPr>
        <p:spPr>
          <a:xfrm>
            <a:off x="388961" y="1201285"/>
            <a:ext cx="102106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Another</a:t>
            </a:r>
            <a:r>
              <a:rPr lang="pt-B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theorem</a:t>
            </a:r>
            <a:r>
              <a:rPr lang="pt-B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pt-B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equivalence</a:t>
            </a:r>
            <a:r>
              <a:rPr lang="pt-B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pt-B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limits</a:t>
            </a:r>
            <a:endParaRPr lang="pt-BR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41EAFCE7-580B-A7D9-EC79-F5468997514D}"/>
                  </a:ext>
                </a:extLst>
              </p:cNvPr>
              <p:cNvSpPr txBox="1"/>
              <p:nvPr/>
            </p:nvSpPr>
            <p:spPr>
              <a:xfrm>
                <a:off x="4051519" y="2397675"/>
                <a:ext cx="6198107" cy="11636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pt-BR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pt-BR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pt-BR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limLow>
                            <m:limLowPr>
                              <m:ctrlPr>
                                <a:rPr lang="pt-BR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sz="3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pt-BR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pt-BR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sz="3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3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f>
                                    <m:fPr>
                                      <m:ctrlPr>
                                        <a:rPr lang="pt-BR" sz="3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pt-BR" sz="3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pt-BR" sz="3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pt-BR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pt-BR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limLow>
                            <m:limLowPr>
                              <m:ctrlPr>
                                <a:rPr lang="pt-BR" sz="32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sz="320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pt-BR" sz="3200" i="1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lim>
                          </m:limLow>
                          <m:sSup>
                            <m:sSupPr>
                              <m:ctrlP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3200" b="0" i="1" smtClean="0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pt-BR" sz="32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</m:d>
                            </m:e>
                            <m:sup>
                              <m:f>
                                <m:fPr>
                                  <m:ctrlPr>
                                    <a:rPr lang="pt-BR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sz="3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pt-BR" sz="32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den>
                              </m:f>
                            </m:sup>
                          </m:sSup>
                        </m:e>
                      </m:func>
                    </m:oMath>
                  </m:oMathPara>
                </a14:m>
                <a:endParaRPr lang="pt-BR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41EAFCE7-580B-A7D9-EC79-F546899751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1519" y="2397675"/>
                <a:ext cx="6198107" cy="116365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4244FE9B-A332-8751-50AF-95D796FA1D77}"/>
                  </a:ext>
                </a:extLst>
              </p:cNvPr>
              <p:cNvSpPr txBox="1"/>
              <p:nvPr/>
            </p:nvSpPr>
            <p:spPr>
              <a:xfrm>
                <a:off x="4051519" y="5179716"/>
                <a:ext cx="6382901" cy="16619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pt-BR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pt-BR" sz="3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m:rPr>
                              <m:sty m:val="p"/>
                            </m:rPr>
                            <a:rPr lang="pt-BR" sz="3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pt-BR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→0</m:t>
                          </m:r>
                        </m:lim>
                      </m:limLow>
                      <m:f>
                        <m:fPr>
                          <m:ctrlPr>
                            <a:rPr lang="pt-BR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3200" i="1">
                              <a:latin typeface="Cambria Math" panose="02040503050406030204" pitchFamily="18" charset="0"/>
                            </a:rPr>
                            <m:t>ℓ</m:t>
                          </m:r>
                          <m:r>
                            <a:rPr lang="pt-BR" sz="3200" i="1">
                              <a:latin typeface="Cambria Math" panose="02040503050406030204" pitchFamily="18" charset="0"/>
                            </a:rPr>
                            <m:t>𝑛</m:t>
                          </m:r>
                          <m:d>
                            <m:dPr>
                              <m:ctrlPr>
                                <a:rPr lang="pt-BR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32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num>
                        <m:den>
                          <m:r>
                            <a:rPr lang="pt-BR" sz="3200" i="1">
                              <a:latin typeface="Cambria Math" panose="02040503050406030204" pitchFamily="18" charset="0"/>
                            </a:rPr>
                            <m:t>ℓ</m:t>
                          </m:r>
                          <m:r>
                            <a:rPr lang="pt-BR" sz="3200" i="1">
                              <a:latin typeface="Cambria Math" panose="02040503050406030204" pitchFamily="18" charset="0"/>
                            </a:rPr>
                            <m:t>𝑛</m:t>
                          </m:r>
                          <m:sSup>
                            <m:sSupPr>
                              <m:ctrlPr>
                                <a:rPr lang="pt-BR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sz="3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3200" i="1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pt-BR" sz="32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</m:e>
                            <m:sup>
                              <m:f>
                                <m:fPr>
                                  <m:ctrlPr>
                                    <a:rPr lang="pt-BR" sz="3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sz="32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pt-BR" sz="32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den>
                              </m:f>
                            </m:sup>
                          </m:sSup>
                        </m:den>
                      </m:f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3200" i="1">
                              <a:latin typeface="Cambria Math" panose="02040503050406030204" pitchFamily="18" charset="0"/>
                            </a:rPr>
                            <m:t>ℓ</m:t>
                          </m:r>
                          <m:r>
                            <a:rPr lang="pt-BR" sz="3200" i="1">
                              <a:latin typeface="Cambria Math" panose="02040503050406030204" pitchFamily="18" charset="0"/>
                            </a:rPr>
                            <m:t>𝑛</m:t>
                          </m:r>
                          <m:d>
                            <m:dPr>
                              <m:ctrlPr>
                                <a:rPr lang="pt-BR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32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num>
                        <m:den>
                          <m:r>
                            <a:rPr lang="pt-BR" sz="3200" i="1">
                              <a:latin typeface="Cambria Math" panose="02040503050406030204" pitchFamily="18" charset="0"/>
                            </a:rPr>
                            <m:t>ℓ</m:t>
                          </m:r>
                          <m:r>
                            <a:rPr lang="pt-BR" sz="3200" i="1">
                              <a:latin typeface="Cambria Math" panose="02040503050406030204" pitchFamily="18" charset="0"/>
                            </a:rPr>
                            <m:t>𝑛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pt-BR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limLow>
                                    <m:limLowPr>
                                      <m:ctrlPr>
                                        <a:rPr lang="pt-BR" sz="3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pt-BR" sz="3200">
                                          <a:latin typeface="Cambria Math" panose="02040503050406030204" pitchFamily="18" charset="0"/>
                                        </a:rPr>
                                        <m:t>lim</m:t>
                                      </m:r>
                                    </m:e>
                                    <m:lim>
                                      <m:r>
                                        <a:rPr lang="pt-BR" sz="3200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  <m:r>
                                        <a:rPr lang="pt-BR" sz="3200" i="1">
                                          <a:latin typeface="Cambria Math" panose="02040503050406030204" pitchFamily="18" charset="0"/>
                                        </a:rPr>
                                        <m:t>→0</m:t>
                                      </m:r>
                                    </m:lim>
                                  </m:limLow>
                                  <m:d>
                                    <m:dPr>
                                      <m:ctrlPr>
                                        <a:rPr lang="pt-BR" sz="3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3200" i="1">
                                          <a:latin typeface="Cambria Math" panose="02040503050406030204" pitchFamily="18" charset="0"/>
                                        </a:rPr>
                                        <m:t>1+</m:t>
                                      </m:r>
                                      <m:r>
                                        <a:rPr lang="pt-BR" sz="3200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</m:d>
                                </m:e>
                                <m:sup>
                                  <m:f>
                                    <m:fPr>
                                      <m:ctrlPr>
                                        <a:rPr lang="pt-BR" sz="3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pt-BR" sz="32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pt-BR" sz="3200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den>
                                  </m:f>
                                </m:sup>
                              </m:sSup>
                            </m:e>
                          </m:d>
                        </m:den>
                      </m:f>
                    </m:oMath>
                  </m:oMathPara>
                </a14:m>
                <a:endParaRPr lang="pt-BR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4244FE9B-A332-8751-50AF-95D796FA1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1519" y="5179716"/>
                <a:ext cx="6382901" cy="166199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CaixaDeTexto 15">
            <a:extLst>
              <a:ext uri="{FF2B5EF4-FFF2-40B4-BE49-F238E27FC236}">
                <a16:creationId xmlns:a16="http://schemas.microsoft.com/office/drawing/2014/main" id="{85E68900-82AC-49FF-266B-ACF0715774DD}"/>
              </a:ext>
            </a:extLst>
          </p:cNvPr>
          <p:cNvSpPr txBox="1"/>
          <p:nvPr/>
        </p:nvSpPr>
        <p:spPr>
          <a:xfrm>
            <a:off x="388961" y="4113112"/>
            <a:ext cx="102106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pt-B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theorem</a:t>
            </a:r>
            <a:r>
              <a:rPr lang="pt-B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pt-B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limits</a:t>
            </a:r>
            <a:endParaRPr lang="pt-BR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766344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947</TotalTime>
  <Words>420</Words>
  <Application>Microsoft Office PowerPoint</Application>
  <PresentationFormat>Personalizar</PresentationFormat>
  <Paragraphs>77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Cambria Math</vt:lpstr>
      <vt:lpstr>Times New Roman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Osvaldo Luiz Santos Pereira</dc:creator>
  <cp:lastModifiedBy>Osvaldo Luiz Santos Pereira</cp:lastModifiedBy>
  <cp:revision>1</cp:revision>
  <dcterms:created xsi:type="dcterms:W3CDTF">2025-07-20T22:11:02Z</dcterms:created>
  <dcterms:modified xsi:type="dcterms:W3CDTF">2026-04-22T00:51:39Z</dcterms:modified>
</cp:coreProperties>
</file>