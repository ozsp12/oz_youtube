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0EED8-0B70-491E-9525-80F668636CD3}" v="262" dt="2025-09-16T22:10:41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E1967A4-1167-4736-B128-DD9B47A5C9D1}"/>
    <pc:docChg chg="custSel modSld">
      <pc:chgData name="Osvaldo Luiz Santos Pereira" userId="c308351cf5a860c7" providerId="LiveId" clId="{0E1967A4-1167-4736-B128-DD9B47A5C9D1}" dt="2025-08-03T11:59:11.583" v="56"/>
      <pc:docMkLst>
        <pc:docMk/>
      </pc:docMkLst>
      <pc:sldChg chg="addSp delSp modSp mod delAnim modAnim">
        <pc:chgData name="Osvaldo Luiz Santos Pereira" userId="c308351cf5a860c7" providerId="LiveId" clId="{0E1967A4-1167-4736-B128-DD9B47A5C9D1}" dt="2025-08-03T11:59:11.583" v="56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6820B8A7-9978-4D90-B983-4C45FD9822E4}"/>
    <pc:docChg chg="modSld">
      <pc:chgData name="Osvaldo Luiz Santos Pereira" userId="c308351cf5a860c7" providerId="LiveId" clId="{6820B8A7-9978-4D90-B983-4C45FD9822E4}" dt="2025-08-05T17:31:56.196" v="123" actId="20577"/>
      <pc:docMkLst>
        <pc:docMk/>
      </pc:docMkLst>
      <pc:sldChg chg="modSp mod">
        <pc:chgData name="Osvaldo Luiz Santos Pereira" userId="c308351cf5a860c7" providerId="LiveId" clId="{6820B8A7-9978-4D90-B983-4C45FD9822E4}" dt="2025-08-05T17:31:56.196" v="123" actId="20577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321F7B29-6969-48E4-A4DF-D2C1AA7426AD}"/>
    <pc:docChg chg="custSel modSld">
      <pc:chgData name="Osvaldo Luiz Santos Pereira" userId="c308351cf5a860c7" providerId="LiveId" clId="{321F7B29-6969-48E4-A4DF-D2C1AA7426AD}" dt="2025-08-01T21:58:10.035" v="294" actId="1076"/>
      <pc:docMkLst>
        <pc:docMk/>
      </pc:docMkLst>
      <pc:sldChg chg="addSp delSp modSp mod delAnim modAnim">
        <pc:chgData name="Osvaldo Luiz Santos Pereira" userId="c308351cf5a860c7" providerId="LiveId" clId="{321F7B29-6969-48E4-A4DF-D2C1AA7426AD}" dt="2025-08-01T21:58:10.035" v="294" actId="1076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</pc:docChg>
  </pc:docChgLst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D25B3449-73F6-47A8-8E6C-0C0864E92DA8}"/>
    <pc:docChg chg="modSld">
      <pc:chgData name="Osvaldo Luiz Santos Pereira" userId="c308351cf5a860c7" providerId="LiveId" clId="{D25B3449-73F6-47A8-8E6C-0C0864E92DA8}" dt="2025-08-07T02:39:57.473" v="151" actId="1076"/>
      <pc:docMkLst>
        <pc:docMk/>
      </pc:docMkLst>
      <pc:sldChg chg="modSp mod">
        <pc:chgData name="Osvaldo Luiz Santos Pereira" userId="c308351cf5a860c7" providerId="LiveId" clId="{D25B3449-73F6-47A8-8E6C-0C0864E92DA8}" dt="2025-08-07T02:39:57.473" v="151" actId="1076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30D4B243-E56E-4CD9-9C49-7B140616515F}"/>
    <pc:docChg chg="custSel modSld">
      <pc:chgData name="Osvaldo Luiz Santos Pereira" userId="c308351cf5a860c7" providerId="LiveId" clId="{30D4B243-E56E-4CD9-9C49-7B140616515F}" dt="2025-09-16T22:10:41.635" v="273"/>
      <pc:docMkLst>
        <pc:docMk/>
      </pc:docMkLst>
      <pc:sldChg chg="addSp delSp modSp mod delAnim modAnim">
        <pc:chgData name="Osvaldo Luiz Santos Pereira" userId="c308351cf5a860c7" providerId="LiveId" clId="{30D4B243-E56E-4CD9-9C49-7B140616515F}" dt="2025-09-16T22:10:41.635" v="273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09-16T21:54:24.285" v="12" actId="1076"/>
          <ac:spMkLst>
            <pc:docMk/>
            <pc:sldMk cId="3410455670" sldId="256"/>
            <ac:spMk id="2" creationId="{D0F76A19-FCFA-BE77-FD1E-422BF7ED783C}"/>
          </ac:spMkLst>
        </pc:spChg>
        <pc:spChg chg="mod">
          <ac:chgData name="Osvaldo Luiz Santos Pereira" userId="c308351cf5a860c7" providerId="LiveId" clId="{30D4B243-E56E-4CD9-9C49-7B140616515F}" dt="2025-09-16T21:55:51.939" v="84" actId="1076"/>
          <ac:spMkLst>
            <pc:docMk/>
            <pc:sldMk cId="3410455670" sldId="256"/>
            <ac:spMk id="3" creationId="{1376403D-02E3-BCCD-236C-165C24D671F2}"/>
          </ac:spMkLst>
        </pc:spChg>
        <pc:spChg chg="del">
          <ac:chgData name="Osvaldo Luiz Santos Pereira" userId="c308351cf5a860c7" providerId="LiveId" clId="{30D4B243-E56E-4CD9-9C49-7B140616515F}" dt="2025-09-16T21:56:01.611" v="85" actId="478"/>
          <ac:spMkLst>
            <pc:docMk/>
            <pc:sldMk cId="3410455670" sldId="256"/>
            <ac:spMk id="4" creationId="{595A8CB4-5C40-EDB8-D0FE-B8382FFB4A49}"/>
          </ac:spMkLst>
        </pc:spChg>
        <pc:spChg chg="del">
          <ac:chgData name="Osvaldo Luiz Santos Pereira" userId="c308351cf5a860c7" providerId="LiveId" clId="{30D4B243-E56E-4CD9-9C49-7B140616515F}" dt="2025-09-16T21:56:01.611" v="85" actId="478"/>
          <ac:spMkLst>
            <pc:docMk/>
            <pc:sldMk cId="3410455670" sldId="256"/>
            <ac:spMk id="6" creationId="{DA5B5C7C-A770-B984-6328-8B92590C1122}"/>
          </ac:spMkLst>
        </pc:spChg>
        <pc:spChg chg="del">
          <ac:chgData name="Osvaldo Luiz Santos Pereira" userId="c308351cf5a860c7" providerId="LiveId" clId="{30D4B243-E56E-4CD9-9C49-7B140616515F}" dt="2025-09-16T21:56:01.611" v="85" actId="478"/>
          <ac:spMkLst>
            <pc:docMk/>
            <pc:sldMk cId="3410455670" sldId="256"/>
            <ac:spMk id="7" creationId="{6184FD01-16E1-7E20-4B4B-40222343D3AB}"/>
          </ac:spMkLst>
        </pc:spChg>
        <pc:spChg chg="del">
          <ac:chgData name="Osvaldo Luiz Santos Pereira" userId="c308351cf5a860c7" providerId="LiveId" clId="{30D4B243-E56E-4CD9-9C49-7B140616515F}" dt="2025-09-16T21:56:01.611" v="85" actId="478"/>
          <ac:spMkLst>
            <pc:docMk/>
            <pc:sldMk cId="3410455670" sldId="256"/>
            <ac:spMk id="8" creationId="{87522B44-3296-506E-1F30-A489F20514F7}"/>
          </ac:spMkLst>
        </pc:spChg>
        <pc:spChg chg="add mod">
          <ac:chgData name="Osvaldo Luiz Santos Pereira" userId="c308351cf5a860c7" providerId="LiveId" clId="{30D4B243-E56E-4CD9-9C49-7B140616515F}" dt="2025-09-16T21:54:41.935" v="24" actId="6549"/>
          <ac:spMkLst>
            <pc:docMk/>
            <pc:sldMk cId="3410455670" sldId="256"/>
            <ac:spMk id="9" creationId="{CFB7BF73-918E-B5AF-787B-E56D595AC47E}"/>
          </ac:spMkLst>
        </pc:spChg>
        <pc:spChg chg="del">
          <ac:chgData name="Osvaldo Luiz Santos Pereira" userId="c308351cf5a860c7" providerId="LiveId" clId="{30D4B243-E56E-4CD9-9C49-7B140616515F}" dt="2025-09-16T21:56:01.611" v="85" actId="478"/>
          <ac:spMkLst>
            <pc:docMk/>
            <pc:sldMk cId="3410455670" sldId="256"/>
            <ac:spMk id="10" creationId="{6B79FFC0-4208-2EFE-7FB1-3A68C604ED48}"/>
          </ac:spMkLst>
        </pc:spChg>
        <pc:spChg chg="add mod">
          <ac:chgData name="Osvaldo Luiz Santos Pereira" userId="c308351cf5a860c7" providerId="LiveId" clId="{30D4B243-E56E-4CD9-9C49-7B140616515F}" dt="2025-09-16T21:56:25.071" v="94" actId="1076"/>
          <ac:spMkLst>
            <pc:docMk/>
            <pc:sldMk cId="3410455670" sldId="256"/>
            <ac:spMk id="11" creationId="{595D8EBA-06E0-CCE1-0960-A0717F288BA5}"/>
          </ac:spMkLst>
        </pc:spChg>
        <pc:spChg chg="add mod">
          <ac:chgData name="Osvaldo Luiz Santos Pereira" userId="c308351cf5a860c7" providerId="LiveId" clId="{30D4B243-E56E-4CD9-9C49-7B140616515F}" dt="2025-09-16T21:57:00.672" v="104" actId="1076"/>
          <ac:spMkLst>
            <pc:docMk/>
            <pc:sldMk cId="3410455670" sldId="256"/>
            <ac:spMk id="12" creationId="{CA6A1915-17DD-C506-2C8F-062FA383F11B}"/>
          </ac:spMkLst>
        </pc:spChg>
        <pc:spChg chg="add mod">
          <ac:chgData name="Osvaldo Luiz Santos Pereira" userId="c308351cf5a860c7" providerId="LiveId" clId="{30D4B243-E56E-4CD9-9C49-7B140616515F}" dt="2025-09-16T22:00:27.945" v="203" actId="20577"/>
          <ac:spMkLst>
            <pc:docMk/>
            <pc:sldMk cId="3410455670" sldId="256"/>
            <ac:spMk id="13" creationId="{C32B757B-9296-3428-9E76-9592F1AD3F2C}"/>
          </ac:spMkLst>
        </pc:spChg>
        <pc:spChg chg="add mod">
          <ac:chgData name="Osvaldo Luiz Santos Pereira" userId="c308351cf5a860c7" providerId="LiveId" clId="{30D4B243-E56E-4CD9-9C49-7B140616515F}" dt="2025-09-16T22:00:33.703" v="206" actId="20577"/>
          <ac:spMkLst>
            <pc:docMk/>
            <pc:sldMk cId="3410455670" sldId="256"/>
            <ac:spMk id="14" creationId="{8BEC2C0D-A591-B02F-94B3-C0FD9DCC75E6}"/>
          </ac:spMkLst>
        </pc:spChg>
        <pc:spChg chg="add mod">
          <ac:chgData name="Osvaldo Luiz Santos Pereira" userId="c308351cf5a860c7" providerId="LiveId" clId="{30D4B243-E56E-4CD9-9C49-7B140616515F}" dt="2025-09-16T22:01:21.185" v="223" actId="1076"/>
          <ac:spMkLst>
            <pc:docMk/>
            <pc:sldMk cId="3410455670" sldId="256"/>
            <ac:spMk id="15" creationId="{0EB7F88C-F975-EFA9-325B-4776D1A7B878}"/>
          </ac:spMkLst>
        </pc:spChg>
        <pc:spChg chg="del">
          <ac:chgData name="Osvaldo Luiz Santos Pereira" userId="c308351cf5a860c7" providerId="LiveId" clId="{30D4B243-E56E-4CD9-9C49-7B140616515F}" dt="2025-09-16T21:56:01.611" v="85" actId="478"/>
          <ac:spMkLst>
            <pc:docMk/>
            <pc:sldMk cId="3410455670" sldId="256"/>
            <ac:spMk id="16" creationId="{529E8C7E-2923-C8E3-557C-5AA38FE8B686}"/>
          </ac:spMkLst>
        </pc:spChg>
        <pc:spChg chg="add mod">
          <ac:chgData name="Osvaldo Luiz Santos Pereira" userId="c308351cf5a860c7" providerId="LiveId" clId="{30D4B243-E56E-4CD9-9C49-7B140616515F}" dt="2025-09-16T22:01:34.502" v="225" actId="1076"/>
          <ac:spMkLst>
            <pc:docMk/>
            <pc:sldMk cId="3410455670" sldId="256"/>
            <ac:spMk id="17" creationId="{41D40CFE-5144-B218-A70C-7923FD5810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395082" y="200555"/>
                <a:ext cx="197066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82" y="200555"/>
                <a:ext cx="1970668" cy="307777"/>
              </a:xfrm>
              <a:prstGeom prst="rect">
                <a:avLst/>
              </a:prstGeom>
              <a:blipFill>
                <a:blip r:embed="rId2"/>
                <a:stretch>
                  <a:fillRect l="-1548" r="-2477" b="-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/>
              <p:nvPr/>
            </p:nvSpPr>
            <p:spPr>
              <a:xfrm>
                <a:off x="415524" y="788089"/>
                <a:ext cx="2811475" cy="658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1376403D-02E3-BCCD-236C-165C24D67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24" y="788089"/>
                <a:ext cx="2811475" cy="658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FB7BF73-918E-B5AF-787B-E56D595AC47E}"/>
                  </a:ext>
                </a:extLst>
              </p:cNvPr>
              <p:cNvSpPr txBox="1"/>
              <p:nvPr/>
            </p:nvSpPr>
            <p:spPr>
              <a:xfrm>
                <a:off x="2797928" y="200555"/>
                <a:ext cx="67935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FB7BF73-918E-B5AF-787B-E56D595AC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928" y="200555"/>
                <a:ext cx="679353" cy="307777"/>
              </a:xfrm>
              <a:prstGeom prst="rect">
                <a:avLst/>
              </a:prstGeom>
              <a:blipFill>
                <a:blip r:embed="rId4"/>
                <a:stretch>
                  <a:fillRect l="-5405" r="-8108" b="-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95D8EBA-06E0-CCE1-0960-A0717F288BA5}"/>
                  </a:ext>
                </a:extLst>
              </p:cNvPr>
              <p:cNvSpPr txBox="1"/>
              <p:nvPr/>
            </p:nvSpPr>
            <p:spPr>
              <a:xfrm>
                <a:off x="587829" y="2329746"/>
                <a:ext cx="1897763" cy="5843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95D8EBA-06E0-CCE1-0960-A0717F288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2329746"/>
                <a:ext cx="1897763" cy="5843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A6A1915-17DD-C506-2C8F-062FA383F11B}"/>
                  </a:ext>
                </a:extLst>
              </p:cNvPr>
              <p:cNvSpPr txBox="1"/>
              <p:nvPr/>
            </p:nvSpPr>
            <p:spPr>
              <a:xfrm>
                <a:off x="587829" y="3344954"/>
                <a:ext cx="1683859" cy="5843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A6A1915-17DD-C506-2C8F-062FA383F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3344954"/>
                <a:ext cx="1683859" cy="5843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32B757B-9296-3428-9E76-9592F1AD3F2C}"/>
                  </a:ext>
                </a:extLst>
              </p:cNvPr>
              <p:cNvSpPr txBox="1"/>
              <p:nvPr/>
            </p:nvSpPr>
            <p:spPr>
              <a:xfrm>
                <a:off x="587829" y="4572000"/>
                <a:ext cx="2883995" cy="6176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32B757B-9296-3428-9E76-9592F1AD3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4572000"/>
                <a:ext cx="2883995" cy="6176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BEC2C0D-A591-B02F-94B3-C0FD9DCC75E6}"/>
                  </a:ext>
                </a:extLst>
              </p:cNvPr>
              <p:cNvSpPr txBox="1"/>
              <p:nvPr/>
            </p:nvSpPr>
            <p:spPr>
              <a:xfrm>
                <a:off x="587829" y="5827153"/>
                <a:ext cx="2527807" cy="7523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num>
                                <m:den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𝑎𝑐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BEC2C0D-A591-B02F-94B3-C0FD9DCC7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5827153"/>
                <a:ext cx="2527807" cy="75232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EB7F88C-F975-EFA9-325B-4776D1A7B878}"/>
                  </a:ext>
                </a:extLst>
              </p:cNvPr>
              <p:cNvSpPr txBox="1"/>
              <p:nvPr/>
            </p:nvSpPr>
            <p:spPr>
              <a:xfrm>
                <a:off x="620184" y="7205079"/>
                <a:ext cx="2517420" cy="658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pt-BR" sz="2000" b="0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0EB7F88C-F975-EFA9-325B-4776D1A7B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84" y="7205079"/>
                <a:ext cx="2517420" cy="6586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tângulo 16">
            <a:extLst>
              <a:ext uri="{FF2B5EF4-FFF2-40B4-BE49-F238E27FC236}">
                <a16:creationId xmlns:a16="http://schemas.microsoft.com/office/drawing/2014/main" id="{41D40CFE-5144-B218-A70C-7923FD581079}"/>
              </a:ext>
            </a:extLst>
          </p:cNvPr>
          <p:cNvSpPr/>
          <p:nvPr/>
        </p:nvSpPr>
        <p:spPr>
          <a:xfrm>
            <a:off x="3959419" y="7464489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7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312</TotalTime>
  <Words>52</Words>
  <Application>Microsoft Office PowerPoint</Application>
  <PresentationFormat>Personalizar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2025-09-16T22:10:50Z</dcterms:modified>
</cp:coreProperties>
</file>