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ED52E-08F3-43A4-97C6-068A871B4A17}" v="284" dt="2025-09-29T20:43:51.552"/>
    <p1510:client id="{611977BD-72CE-4860-BA28-D7BAEB40E561}" v="260" dt="2025-09-30T00:15:42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876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09-30T00:15:55.974" v="798" actId="1076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09-30T00:15:55.974" v="798" actId="1076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09-30T00:09:42.676" v="703" actId="20577"/>
          <ac:spMkLst>
            <pc:docMk/>
            <pc:sldMk cId="3410455670" sldId="256"/>
            <ac:spMk id="2" creationId="{D0F76A19-FCFA-BE77-FD1E-422BF7ED783C}"/>
          </ac:spMkLst>
        </pc:spChg>
        <pc:spChg chg="add del mod">
          <ac:chgData name="Osvaldo Luiz Santos Pereira" userId="c308351cf5a860c7" providerId="LiveId" clId="{30D4B243-E56E-4CD9-9C49-7B140616515F}" dt="2025-09-29T23:33:45.960" v="521" actId="478"/>
          <ac:spMkLst>
            <pc:docMk/>
            <pc:sldMk cId="3410455670" sldId="256"/>
            <ac:spMk id="3" creationId="{BFFD9AEF-1F86-C16F-1169-CE4AF8940608}"/>
          </ac:spMkLst>
        </pc:spChg>
        <pc:spChg chg="add del mod">
          <ac:chgData name="Osvaldo Luiz Santos Pereira" userId="c308351cf5a860c7" providerId="LiveId" clId="{30D4B243-E56E-4CD9-9C49-7B140616515F}" dt="2025-09-29T20:31:46.449" v="299" actId="478"/>
          <ac:spMkLst>
            <pc:docMk/>
            <pc:sldMk cId="3410455670" sldId="256"/>
            <ac:spMk id="4" creationId="{ACFF9D6A-C2E4-D554-9FEB-DCCF6F467B3E}"/>
          </ac:spMkLst>
        </pc:spChg>
        <pc:spChg chg="add mod">
          <ac:chgData name="Osvaldo Luiz Santos Pereira" userId="c308351cf5a860c7" providerId="LiveId" clId="{30D4B243-E56E-4CD9-9C49-7B140616515F}" dt="2025-09-30T00:09:48.593" v="708" actId="20577"/>
          <ac:spMkLst>
            <pc:docMk/>
            <pc:sldMk cId="3410455670" sldId="256"/>
            <ac:spMk id="6" creationId="{3E50F4C6-F823-2708-43AB-6F759CAA4FFC}"/>
          </ac:spMkLst>
        </pc:spChg>
        <pc:spChg chg="add mod">
          <ac:chgData name="Osvaldo Luiz Santos Pereira" userId="c308351cf5a860c7" providerId="LiveId" clId="{30D4B243-E56E-4CD9-9C49-7B140616515F}" dt="2025-09-29T23:36:29.680" v="577" actId="1076"/>
          <ac:spMkLst>
            <pc:docMk/>
            <pc:sldMk cId="3410455670" sldId="256"/>
            <ac:spMk id="7" creationId="{51D55928-1CF4-66FB-5BFF-9AB2956B4022}"/>
          </ac:spMkLst>
        </pc:spChg>
        <pc:spChg chg="add del mod">
          <ac:chgData name="Osvaldo Luiz Santos Pereira" userId="c308351cf5a860c7" providerId="LiveId" clId="{30D4B243-E56E-4CD9-9C49-7B140616515F}" dt="2025-09-29T20:34:40.682" v="367" actId="478"/>
          <ac:spMkLst>
            <pc:docMk/>
            <pc:sldMk cId="3410455670" sldId="256"/>
            <ac:spMk id="7" creationId="{F08897F8-89B5-EF1B-B86A-FA120C938C19}"/>
          </ac:spMkLst>
        </pc:spChg>
        <pc:spChg chg="add del mod">
          <ac:chgData name="Osvaldo Luiz Santos Pereira" userId="c308351cf5a860c7" providerId="LiveId" clId="{30D4B243-E56E-4CD9-9C49-7B140616515F}" dt="2025-09-29T20:31:46.449" v="299" actId="478"/>
          <ac:spMkLst>
            <pc:docMk/>
            <pc:sldMk cId="3410455670" sldId="256"/>
            <ac:spMk id="8" creationId="{5CB4A4C4-DCF8-C703-A925-C913A6D1AC19}"/>
          </ac:spMkLst>
        </pc:spChg>
        <pc:spChg chg="add mod">
          <ac:chgData name="Osvaldo Luiz Santos Pereira" userId="c308351cf5a860c7" providerId="LiveId" clId="{30D4B243-E56E-4CD9-9C49-7B140616515F}" dt="2025-09-30T00:09:52.981" v="712" actId="6549"/>
          <ac:spMkLst>
            <pc:docMk/>
            <pc:sldMk cId="3410455670" sldId="256"/>
            <ac:spMk id="9" creationId="{D3984E7A-188B-076C-4076-0C5B52E6E8EE}"/>
          </ac:spMkLst>
        </pc:spChg>
        <pc:spChg chg="add mod">
          <ac:chgData name="Osvaldo Luiz Santos Pereira" userId="c308351cf5a860c7" providerId="LiveId" clId="{30D4B243-E56E-4CD9-9C49-7B140616515F}" dt="2025-09-30T00:14:23.596" v="769"/>
          <ac:spMkLst>
            <pc:docMk/>
            <pc:sldMk cId="3410455670" sldId="256"/>
            <ac:spMk id="10" creationId="{AB223867-A83B-0FF5-7562-EAF1C8CF2F7C}"/>
          </ac:spMkLst>
        </pc:spChg>
        <pc:spChg chg="add del mod">
          <ac:chgData name="Osvaldo Luiz Santos Pereira" userId="c308351cf5a860c7" providerId="LiveId" clId="{30D4B243-E56E-4CD9-9C49-7B140616515F}" dt="2025-09-29T20:31:46.449" v="299" actId="478"/>
          <ac:spMkLst>
            <pc:docMk/>
            <pc:sldMk cId="3410455670" sldId="256"/>
            <ac:spMk id="11" creationId="{F123AF78-CC32-4FF2-2069-BD72A1BC0536}"/>
          </ac:spMkLst>
        </pc:spChg>
        <pc:spChg chg="add mod">
          <ac:chgData name="Osvaldo Luiz Santos Pereira" userId="c308351cf5a860c7" providerId="LiveId" clId="{30D4B243-E56E-4CD9-9C49-7B140616515F}" dt="2025-09-30T00:14:32.516" v="770" actId="1076"/>
          <ac:spMkLst>
            <pc:docMk/>
            <pc:sldMk cId="3410455670" sldId="256"/>
            <ac:spMk id="12" creationId="{53A965C7-25F3-E6B1-D240-76C20B744DF2}"/>
          </ac:spMkLst>
        </pc:spChg>
        <pc:spChg chg="add mod">
          <ac:chgData name="Osvaldo Luiz Santos Pereira" userId="c308351cf5a860c7" providerId="LiveId" clId="{30D4B243-E56E-4CD9-9C49-7B140616515F}" dt="2025-09-30T00:15:24.670" v="788" actId="20577"/>
          <ac:spMkLst>
            <pc:docMk/>
            <pc:sldMk cId="3410455670" sldId="256"/>
            <ac:spMk id="13" creationId="{60C232FB-F7F8-5BC7-5FFD-A3A8F9A2F115}"/>
          </ac:spMkLst>
        </pc:spChg>
        <pc:spChg chg="add mod">
          <ac:chgData name="Osvaldo Luiz Santos Pereira" userId="c308351cf5a860c7" providerId="LiveId" clId="{30D4B243-E56E-4CD9-9C49-7B140616515F}" dt="2025-09-30T00:15:42.276" v="797" actId="20577"/>
          <ac:spMkLst>
            <pc:docMk/>
            <pc:sldMk cId="3410455670" sldId="256"/>
            <ac:spMk id="15" creationId="{B61CD7D8-BFB7-CC90-9485-B4A80F61A526}"/>
          </ac:spMkLst>
        </pc:spChg>
        <pc:spChg chg="mod">
          <ac:chgData name="Osvaldo Luiz Santos Pereira" userId="c308351cf5a860c7" providerId="LiveId" clId="{30D4B243-E56E-4CD9-9C49-7B140616515F}" dt="2025-09-30T00:15:55.974" v="798" actId="1076"/>
          <ac:spMkLst>
            <pc:docMk/>
            <pc:sldMk cId="3410455670" sldId="256"/>
            <ac:spMk id="16" creationId="{529E8C7E-2923-C8E3-557C-5AA38FE8B686}"/>
          </ac:spMkLst>
        </pc:spChg>
        <pc:spChg chg="add del mod">
          <ac:chgData name="Osvaldo Luiz Santos Pereira" userId="c308351cf5a860c7" providerId="LiveId" clId="{30D4B243-E56E-4CD9-9C49-7B140616515F}" dt="2025-09-29T20:31:46.449" v="299" actId="478"/>
          <ac:spMkLst>
            <pc:docMk/>
            <pc:sldMk cId="3410455670" sldId="256"/>
            <ac:spMk id="17" creationId="{38284372-FD36-691D-E26B-A36D7AA476BA}"/>
          </ac:spMkLst>
        </pc:spChg>
        <pc:picChg chg="add del mod">
          <ac:chgData name="Osvaldo Luiz Santos Pereira" userId="c308351cf5a860c7" providerId="LiveId" clId="{30D4B243-E56E-4CD9-9C49-7B140616515F}" dt="2025-09-29T20:31:36.042" v="298" actId="478"/>
          <ac:picMkLst>
            <pc:docMk/>
            <pc:sldMk cId="3410455670" sldId="256"/>
            <ac:picMk id="14" creationId="{16330F1D-27A9-375C-179A-7F2C10A173AC}"/>
          </ac:picMkLst>
        </pc:picChg>
        <pc:cxnChg chg="add mod">
          <ac:chgData name="Osvaldo Luiz Santos Pereira" userId="c308351cf5a860c7" providerId="LiveId" clId="{30D4B243-E56E-4CD9-9C49-7B140616515F}" dt="2025-09-29T23:35:38.363" v="556"/>
          <ac:cxnSpMkLst>
            <pc:docMk/>
            <pc:sldMk cId="3410455670" sldId="256"/>
            <ac:cxnSpMk id="4" creationId="{C1327371-16B8-B49B-93BB-C5FAF3050140}"/>
          </ac:cxnSpMkLst>
        </pc:cxnChg>
        <pc:cxnChg chg="del mod">
          <ac:chgData name="Osvaldo Luiz Santos Pereira" userId="c308351cf5a860c7" providerId="LiveId" clId="{30D4B243-E56E-4CD9-9C49-7B140616515F}" dt="2025-09-29T23:35:40.484" v="557" actId="478"/>
          <ac:cxnSpMkLst>
            <pc:docMk/>
            <pc:sldMk cId="3410455670" sldId="256"/>
            <ac:cxnSpMk id="5" creationId="{FF102456-5362-2191-8CE5-272A7544A499}"/>
          </ac:cxnSpMkLst>
        </pc:cxn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897931" y="356260"/>
                <a:ext cx="1421736" cy="6942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noBar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=7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ra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=11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931" y="356260"/>
                <a:ext cx="1421736" cy="694293"/>
              </a:xfrm>
              <a:prstGeom prst="rect">
                <a:avLst/>
              </a:prstGeom>
              <a:blipFill>
                <a:blip r:embed="rId2"/>
                <a:stretch>
                  <a:fillRect b="-8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3693334" y="6633636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E50F4C6-F823-2708-43AB-6F759CAA4FFC}"/>
                  </a:ext>
                </a:extLst>
              </p:cNvPr>
              <p:cNvSpPr txBox="1"/>
              <p:nvPr/>
            </p:nvSpPr>
            <p:spPr>
              <a:xfrm>
                <a:off x="591823" y="2141560"/>
                <a:ext cx="1393010" cy="66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noBar"/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E50F4C6-F823-2708-43AB-6F759CAA4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23" y="2141560"/>
                <a:ext cx="1393010" cy="669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3984E7A-188B-076C-4076-0C5B52E6E8EE}"/>
                  </a:ext>
                </a:extLst>
              </p:cNvPr>
              <p:cNvSpPr txBox="1"/>
              <p:nvPr/>
            </p:nvSpPr>
            <p:spPr>
              <a:xfrm>
                <a:off x="587829" y="3295906"/>
                <a:ext cx="22741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3984E7A-188B-076C-4076-0C5B52E6E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295906"/>
                <a:ext cx="2274149" cy="307777"/>
              </a:xfrm>
              <a:prstGeom prst="rect">
                <a:avLst/>
              </a:prstGeom>
              <a:blipFill>
                <a:blip r:embed="rId4"/>
                <a:stretch>
                  <a:fillRect l="-2413" t="-2000" r="-2413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B223867-A83B-0FF5-7562-EAF1C8CF2F7C}"/>
                  </a:ext>
                </a:extLst>
              </p:cNvPr>
              <p:cNvSpPr txBox="1"/>
              <p:nvPr/>
            </p:nvSpPr>
            <p:spPr>
              <a:xfrm>
                <a:off x="587829" y="4054870"/>
                <a:ext cx="304019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B223867-A83B-0FF5-7562-EAF1C8CF2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4054870"/>
                <a:ext cx="3040191" cy="307777"/>
              </a:xfrm>
              <a:prstGeom prst="rect">
                <a:avLst/>
              </a:prstGeom>
              <a:blipFill>
                <a:blip r:embed="rId5"/>
                <a:stretch>
                  <a:fillRect r="-1603" b="-235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3A965C7-25F3-E6B1-D240-76C20B744DF2}"/>
                  </a:ext>
                </a:extLst>
              </p:cNvPr>
              <p:cNvSpPr txBox="1"/>
              <p:nvPr/>
            </p:nvSpPr>
            <p:spPr>
              <a:xfrm>
                <a:off x="596710" y="4813834"/>
                <a:ext cx="1128193" cy="630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noBar"/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3A965C7-25F3-E6B1-D240-76C20B744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10" y="4813834"/>
                <a:ext cx="1128193" cy="6300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0C232FB-F7F8-5BC7-5FFD-A3A8F9A2F115}"/>
                  </a:ext>
                </a:extLst>
              </p:cNvPr>
              <p:cNvSpPr txBox="1"/>
              <p:nvPr/>
            </p:nvSpPr>
            <p:spPr>
              <a:xfrm>
                <a:off x="601614" y="5947318"/>
                <a:ext cx="14511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=3 , 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0C232FB-F7F8-5BC7-5FFD-A3A8F9A2F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14" y="5947318"/>
                <a:ext cx="1451103" cy="307777"/>
              </a:xfrm>
              <a:prstGeom prst="rect">
                <a:avLst/>
              </a:prstGeom>
              <a:blipFill>
                <a:blip r:embed="rId7"/>
                <a:stretch>
                  <a:fillRect l="-4202" r="-3361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61CD7D8-BFB7-CC90-9485-B4A80F61A526}"/>
                  </a:ext>
                </a:extLst>
              </p:cNvPr>
              <p:cNvSpPr txBox="1"/>
              <p:nvPr/>
            </p:nvSpPr>
            <p:spPr>
              <a:xfrm>
                <a:off x="596710" y="6679364"/>
                <a:ext cx="13962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=9, 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61CD7D8-BFB7-CC90-9485-B4A80F61A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10" y="6679364"/>
                <a:ext cx="1396216" cy="307777"/>
              </a:xfrm>
              <a:prstGeom prst="rect">
                <a:avLst/>
              </a:prstGeom>
              <a:blipFill>
                <a:blip r:embed="rId8"/>
                <a:stretch>
                  <a:fillRect l="-2620" r="-3493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1327371-16B8-B49B-93BB-C5FAF3050140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1D55928-1CF4-66FB-5BFF-9AB2956B4022}"/>
                  </a:ext>
                </a:extLst>
              </p:cNvPr>
              <p:cNvSpPr txBox="1"/>
              <p:nvPr/>
            </p:nvSpPr>
            <p:spPr>
              <a:xfrm>
                <a:off x="466865" y="372315"/>
                <a:ext cx="89787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1D55928-1CF4-66FB-5BFF-9AB2956B4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5" y="372315"/>
                <a:ext cx="897875" cy="307777"/>
              </a:xfrm>
              <a:prstGeom prst="rect">
                <a:avLst/>
              </a:prstGeom>
              <a:blipFill>
                <a:blip r:embed="rId9"/>
                <a:stretch>
                  <a:fillRect l="-4082" r="-6122" b="-235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/>
      <p:bldP spid="9" grpId="0"/>
      <p:bldP spid="10" grpId="0"/>
      <p:bldP spid="12" grpId="0"/>
      <p:bldP spid="13" grpId="0"/>
      <p:bldP spid="15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</TotalTime>
  <Words>35</Words>
  <Application>Microsoft Office PowerPoint</Application>
  <PresentationFormat>Personalizar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2025-09-30T00:15:56Z</dcterms:modified>
</cp:coreProperties>
</file>