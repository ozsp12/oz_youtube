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B5C6C-1782-49C2-92B2-BF399CFD8E97}" v="279" dt="2025-10-16T21:09:31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10-16T21:09:31.365" v="1036" actId="20577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10-16T21:09:31.365" v="1036" actId="20577"/>
        <pc:sldMkLst>
          <pc:docMk/>
          <pc:sldMk cId="3410455670" sldId="256"/>
        </pc:sldMkLst>
        <pc:spChg chg="del mod">
          <ac:chgData name="Osvaldo Luiz Santos Pereira" userId="c308351cf5a860c7" providerId="LiveId" clId="{30D4B243-E56E-4CD9-9C49-7B140616515F}" dt="2025-10-16T20:53:31.629" v="740" actId="478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10-16T20:54:47.700" v="778" actId="20577"/>
          <ac:spMkLst>
            <pc:docMk/>
            <pc:sldMk cId="3410455670" sldId="256"/>
            <ac:spMk id="3" creationId="{895EA39D-957C-6349-EA0B-9F747FF6853C}"/>
          </ac:spMkLst>
        </pc:spChg>
        <pc:spChg chg="add mod">
          <ac:chgData name="Osvaldo Luiz Santos Pereira" userId="c308351cf5a860c7" providerId="LiveId" clId="{30D4B243-E56E-4CD9-9C49-7B140616515F}" dt="2025-10-16T20:56:02.052" v="821" actId="20577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10-16T20:54:22.637" v="760" actId="20577"/>
          <ac:spMkLst>
            <pc:docMk/>
            <pc:sldMk cId="3410455670" sldId="256"/>
            <ac:spMk id="6" creationId="{49490B98-AB8F-BCAC-06B6-DDB1382D42B6}"/>
          </ac:spMkLst>
        </pc:spChg>
        <pc:spChg chg="add mod">
          <ac:chgData name="Osvaldo Luiz Santos Pereira" userId="c308351cf5a860c7" providerId="LiveId" clId="{30D4B243-E56E-4CD9-9C49-7B140616515F}" dt="2025-10-16T21:03:07.668" v="993" actId="465"/>
          <ac:spMkLst>
            <pc:docMk/>
            <pc:sldMk cId="3410455670" sldId="256"/>
            <ac:spMk id="7" creationId="{7C6389E9-6965-0F26-A0A0-91A095C7C29F}"/>
          </ac:spMkLst>
        </pc:spChg>
        <pc:spChg chg="add mod">
          <ac:chgData name="Osvaldo Luiz Santos Pereira" userId="c308351cf5a860c7" providerId="LiveId" clId="{30D4B243-E56E-4CD9-9C49-7B140616515F}" dt="2025-10-16T21:03:17.322" v="998" actId="1037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10-16T21:09:31.365" v="1036" actId="20577"/>
          <ac:spMkLst>
            <pc:docMk/>
            <pc:sldMk cId="3410455670" sldId="256"/>
            <ac:spMk id="9" creationId="{C3E13401-C8F1-C4AE-CABE-E41AE92FE93F}"/>
          </ac:spMkLst>
        </pc:spChg>
        <pc:spChg chg="add mod">
          <ac:chgData name="Osvaldo Luiz Santos Pereira" userId="c308351cf5a860c7" providerId="LiveId" clId="{30D4B243-E56E-4CD9-9C49-7B140616515F}" dt="2025-10-16T21:02:49.458" v="991" actId="20577"/>
          <ac:spMkLst>
            <pc:docMk/>
            <pc:sldMk cId="3410455670" sldId="256"/>
            <ac:spMk id="10" creationId="{9776C514-18A1-77BC-ACD3-1B2BACF023CB}"/>
          </ac:spMkLst>
        </pc:spChg>
        <pc:spChg chg="add mod">
          <ac:chgData name="Osvaldo Luiz Santos Pereira" userId="c308351cf5a860c7" providerId="LiveId" clId="{30D4B243-E56E-4CD9-9C49-7B140616515F}" dt="2025-10-16T21:08:30.818" v="1028" actId="20577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10-16T21:02:54.059" v="992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10-16T21:03:07.668" v="993" actId="465"/>
          <ac:spMkLst>
            <pc:docMk/>
            <pc:sldMk cId="3410455670" sldId="256"/>
            <ac:spMk id="17" creationId="{38284372-FD36-691D-E26B-A36D7AA476BA}"/>
          </ac:spMkLst>
        </pc:sp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350655" y="7233149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481552" y="2211210"/>
                <a:ext cx="33002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.37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2" y="2211210"/>
                <a:ext cx="3300262" cy="307777"/>
              </a:xfrm>
              <a:prstGeom prst="rect">
                <a:avLst/>
              </a:prstGeom>
              <a:blipFill>
                <a:blip r:embed="rId2"/>
                <a:stretch>
                  <a:fillRect l="-1479" t="-2000" r="-1294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416237" y="3055821"/>
                <a:ext cx="95224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37" y="3055821"/>
                <a:ext cx="952248" cy="307777"/>
              </a:xfrm>
              <a:prstGeom prst="rect">
                <a:avLst/>
              </a:prstGeom>
              <a:blipFill>
                <a:blip r:embed="rId3"/>
                <a:stretch>
                  <a:fillRect l="-4487" r="-6410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420325" y="3900432"/>
                <a:ext cx="27276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25" y="3900432"/>
                <a:ext cx="2727606" cy="307777"/>
              </a:xfrm>
              <a:prstGeom prst="rect">
                <a:avLst/>
              </a:prstGeom>
              <a:blipFill>
                <a:blip r:embed="rId4"/>
                <a:stretch>
                  <a:fillRect l="-1342" r="-1790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412029" y="4745043"/>
                <a:ext cx="24867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4745043"/>
                <a:ext cx="2486706" cy="307777"/>
              </a:xfrm>
              <a:prstGeom prst="rect">
                <a:avLst/>
              </a:prstGeom>
              <a:blipFill>
                <a:blip r:embed="rId5"/>
                <a:stretch>
                  <a:fillRect l="-2206" r="-245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/>
              <p:nvPr/>
            </p:nvSpPr>
            <p:spPr>
              <a:xfrm>
                <a:off x="1223372" y="303769"/>
                <a:ext cx="21065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000" dirty="0">
                    <a:solidFill>
                      <a:srgbClr val="FFFFFF"/>
                    </a:solidFill>
                  </a:rPr>
                  <a:t>148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72" y="303769"/>
                <a:ext cx="2106539" cy="307777"/>
              </a:xfrm>
              <a:prstGeom prst="rect">
                <a:avLst/>
              </a:prstGeom>
              <a:blipFill>
                <a:blip r:embed="rId6"/>
                <a:stretch>
                  <a:fillRect l="-4348" t="-24000" r="-6377" b="-5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/>
              <p:nvPr/>
            </p:nvSpPr>
            <p:spPr>
              <a:xfrm>
                <a:off x="395201" y="5589654"/>
                <a:ext cx="9730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5589654"/>
                <a:ext cx="973087" cy="307777"/>
              </a:xfrm>
              <a:prstGeom prst="rect">
                <a:avLst/>
              </a:prstGeom>
              <a:blipFill>
                <a:blip r:embed="rId7"/>
                <a:stretch>
                  <a:fillRect l="-4403" r="-5660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95EA39D-957C-6349-EA0B-9F747FF6853C}"/>
                  </a:ext>
                </a:extLst>
              </p:cNvPr>
              <p:cNvSpPr txBox="1"/>
              <p:nvPr/>
            </p:nvSpPr>
            <p:spPr>
              <a:xfrm>
                <a:off x="1223372" y="926748"/>
                <a:ext cx="20435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={?,?,?}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95EA39D-957C-6349-EA0B-9F747FF68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72" y="926748"/>
                <a:ext cx="2043573" cy="307777"/>
              </a:xfrm>
              <a:prstGeom prst="rect">
                <a:avLst/>
              </a:prstGeom>
              <a:blipFill>
                <a:blip r:embed="rId8"/>
                <a:stretch>
                  <a:fillRect t="-1961" r="-4179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3E13401-C8F1-C4AE-CABE-E41AE92FE93F}"/>
                  </a:ext>
                </a:extLst>
              </p:cNvPr>
              <p:cNvSpPr txBox="1"/>
              <p:nvPr/>
            </p:nvSpPr>
            <p:spPr>
              <a:xfrm>
                <a:off x="395201" y="6434265"/>
                <a:ext cx="19132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3E13401-C8F1-C4AE-CABE-E41AE92FE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6434265"/>
                <a:ext cx="1913280" cy="307777"/>
              </a:xfrm>
              <a:prstGeom prst="rect">
                <a:avLst/>
              </a:prstGeom>
              <a:blipFill>
                <a:blip r:embed="rId9"/>
                <a:stretch>
                  <a:fillRect l="-1911" r="-318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776C514-18A1-77BC-ACD3-1B2BACF023CB}"/>
                  </a:ext>
                </a:extLst>
              </p:cNvPr>
              <p:cNvSpPr txBox="1"/>
              <p:nvPr/>
            </p:nvSpPr>
            <p:spPr>
              <a:xfrm>
                <a:off x="395201" y="7278877"/>
                <a:ext cx="19307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={7,4,2}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776C514-18A1-77BC-ACD3-1B2BACF02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7278877"/>
                <a:ext cx="1930721" cy="307777"/>
              </a:xfrm>
              <a:prstGeom prst="rect">
                <a:avLst/>
              </a:prstGeom>
              <a:blipFill>
                <a:blip r:embed="rId10"/>
                <a:stretch>
                  <a:fillRect t="-1961" r="-441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</TotalTime>
  <Words>44</Words>
  <Application>Microsoft Office PowerPoint</Application>
  <PresentationFormat>Personalizar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2025-10-16T21:09:35Z</dcterms:modified>
</cp:coreProperties>
</file>