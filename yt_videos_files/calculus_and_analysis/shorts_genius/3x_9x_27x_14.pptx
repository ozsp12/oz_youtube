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96244-AD46-4F4E-ACC1-FCE8847243CB}" v="201" dt="2025-10-04T22:15:43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8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undo custSel modSld">
      <pc:chgData name="Osvaldo Luiz Santos Pereira" userId="c308351cf5a860c7" providerId="LiveId" clId="{30D4B243-E56E-4CD9-9C49-7B140616515F}" dt="2025-10-04T22:15:43.257" v="443" actId="20577"/>
      <pc:docMkLst>
        <pc:docMk/>
      </pc:docMkLst>
      <pc:sldChg chg="addSp delSp modSp mod modTransition delAnim modAnim">
        <pc:chgData name="Osvaldo Luiz Santos Pereira" userId="c308351cf5a860c7" providerId="LiveId" clId="{30D4B243-E56E-4CD9-9C49-7B140616515F}" dt="2025-10-04T22:15:43.257" v="443" actId="20577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10-04T22:03:47.031" v="241" actId="20577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30D4B243-E56E-4CD9-9C49-7B140616515F}" dt="2025-10-04T22:04:12.235" v="243" actId="571"/>
          <ac:spMkLst>
            <pc:docMk/>
            <pc:sldMk cId="3410455670" sldId="256"/>
            <ac:spMk id="3" creationId="{D4F6B33D-C53E-CEB6-7B0C-5FE2C003D933}"/>
          </ac:spMkLst>
        </pc:spChg>
        <pc:spChg chg="add mod">
          <ac:chgData name="Osvaldo Luiz Santos Pereira" userId="c308351cf5a860c7" providerId="LiveId" clId="{30D4B243-E56E-4CD9-9C49-7B140616515F}" dt="2025-10-04T22:06:22.194" v="313" actId="20577"/>
          <ac:spMkLst>
            <pc:docMk/>
            <pc:sldMk cId="3410455670" sldId="256"/>
            <ac:spMk id="4" creationId="{ACFF9D6A-C2E4-D554-9FEB-DCCF6F467B3E}"/>
          </ac:spMkLst>
        </pc:spChg>
        <pc:spChg chg="add mod">
          <ac:chgData name="Osvaldo Luiz Santos Pereira" userId="c308351cf5a860c7" providerId="LiveId" clId="{30D4B243-E56E-4CD9-9C49-7B140616515F}" dt="2025-10-04T22:15:43.257" v="443" actId="20577"/>
          <ac:spMkLst>
            <pc:docMk/>
            <pc:sldMk cId="3410455670" sldId="256"/>
            <ac:spMk id="6" creationId="{49490B98-AB8F-BCAC-06B6-DDB1382D42B6}"/>
          </ac:spMkLst>
        </pc:spChg>
        <pc:spChg chg="add mod">
          <ac:chgData name="Osvaldo Luiz Santos Pereira" userId="c308351cf5a860c7" providerId="LiveId" clId="{30D4B243-E56E-4CD9-9C49-7B140616515F}" dt="2025-10-04T22:11:42.691" v="435" actId="1076"/>
          <ac:spMkLst>
            <pc:docMk/>
            <pc:sldMk cId="3410455670" sldId="256"/>
            <ac:spMk id="7" creationId="{7C6389E9-6965-0F26-A0A0-91A095C7C29F}"/>
          </ac:spMkLst>
        </pc:spChg>
        <pc:spChg chg="add mod">
          <ac:chgData name="Osvaldo Luiz Santos Pereira" userId="c308351cf5a860c7" providerId="LiveId" clId="{30D4B243-E56E-4CD9-9C49-7B140616515F}" dt="2025-10-04T22:11:51.670" v="436" actId="465"/>
          <ac:spMkLst>
            <pc:docMk/>
            <pc:sldMk cId="3410455670" sldId="256"/>
            <ac:spMk id="8" creationId="{5CB4A4C4-DCF8-C703-A925-C913A6D1AC19}"/>
          </ac:spMkLst>
        </pc:spChg>
        <pc:spChg chg="add mod">
          <ac:chgData name="Osvaldo Luiz Santos Pereira" userId="c308351cf5a860c7" providerId="LiveId" clId="{30D4B243-E56E-4CD9-9C49-7B140616515F}" dt="2025-10-04T22:11:51.670" v="436" actId="465"/>
          <ac:spMkLst>
            <pc:docMk/>
            <pc:sldMk cId="3410455670" sldId="256"/>
            <ac:spMk id="11" creationId="{F123AF78-CC32-4FF2-2069-BD72A1BC0536}"/>
          </ac:spMkLst>
        </pc:spChg>
        <pc:spChg chg="mod">
          <ac:chgData name="Osvaldo Luiz Santos Pereira" userId="c308351cf5a860c7" providerId="LiveId" clId="{30D4B243-E56E-4CD9-9C49-7B140616515F}" dt="2025-10-04T22:11:42.691" v="435" actId="1076"/>
          <ac:spMkLst>
            <pc:docMk/>
            <pc:sldMk cId="3410455670" sldId="256"/>
            <ac:spMk id="16" creationId="{529E8C7E-2923-C8E3-557C-5AA38FE8B686}"/>
          </ac:spMkLst>
        </pc:spChg>
        <pc:spChg chg="add mod">
          <ac:chgData name="Osvaldo Luiz Santos Pereira" userId="c308351cf5a860c7" providerId="LiveId" clId="{30D4B243-E56E-4CD9-9C49-7B140616515F}" dt="2025-10-04T22:11:51.670" v="436" actId="465"/>
          <ac:spMkLst>
            <pc:docMk/>
            <pc:sldMk cId="3410455670" sldId="256"/>
            <ac:spMk id="17" creationId="{38284372-FD36-691D-E26B-A36D7AA476BA}"/>
          </ac:spMkLst>
        </pc:spChg>
        <pc:picChg chg="add del mod">
          <ac:chgData name="Osvaldo Luiz Santos Pereira" userId="c308351cf5a860c7" providerId="LiveId" clId="{30D4B243-E56E-4CD9-9C49-7B140616515F}" dt="2025-10-04T22:04:27.093" v="244" actId="478"/>
          <ac:picMkLst>
            <pc:docMk/>
            <pc:sldMk cId="3410455670" sldId="256"/>
            <ac:picMk id="14" creationId="{16330F1D-27A9-375C-179A-7F2C10A173AC}"/>
          </ac:picMkLst>
        </pc:pic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324652" y="607422"/>
                <a:ext cx="22531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27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652" y="607422"/>
                <a:ext cx="2253117" cy="307777"/>
              </a:xfrm>
              <a:prstGeom prst="rect">
                <a:avLst/>
              </a:prstGeom>
              <a:blipFill>
                <a:blip r:embed="rId2"/>
                <a:stretch>
                  <a:fillRect l="-2162" r="-2162"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4426859" y="6733174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/>
              <p:nvPr/>
            </p:nvSpPr>
            <p:spPr>
              <a:xfrm>
                <a:off x="481552" y="2211210"/>
                <a:ext cx="339451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−14=0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52" y="2211210"/>
                <a:ext cx="3394519" cy="307777"/>
              </a:xfrm>
              <a:prstGeom prst="rect">
                <a:avLst/>
              </a:prstGeom>
              <a:blipFill>
                <a:blip r:embed="rId3"/>
                <a:stretch>
                  <a:fillRect l="-1077" t="-2000" r="-1257"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/>
              <p:nvPr/>
            </p:nvSpPr>
            <p:spPr>
              <a:xfrm>
                <a:off x="349481" y="3300971"/>
                <a:ext cx="44766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−14</m:t>
                          </m:r>
                        </m:e>
                      </m:d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81" y="3300971"/>
                <a:ext cx="4476610" cy="307777"/>
              </a:xfrm>
              <a:prstGeom prst="rect">
                <a:avLst/>
              </a:prstGeom>
              <a:blipFill>
                <a:blip r:embed="rId4"/>
                <a:stretch>
                  <a:fillRect r="-816"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/>
              <p:nvPr/>
            </p:nvSpPr>
            <p:spPr>
              <a:xfrm>
                <a:off x="412029" y="4390732"/>
                <a:ext cx="407836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d>
                        <m:d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29" y="4390732"/>
                <a:ext cx="4078361" cy="307777"/>
              </a:xfrm>
              <a:prstGeom prst="rect">
                <a:avLst/>
              </a:prstGeom>
              <a:blipFill>
                <a:blip r:embed="rId5"/>
                <a:stretch>
                  <a:fillRect l="-747" r="-897"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/>
              <p:nvPr/>
            </p:nvSpPr>
            <p:spPr>
              <a:xfrm>
                <a:off x="395201" y="5480493"/>
                <a:ext cx="27528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1" y="5480493"/>
                <a:ext cx="2752869" cy="307777"/>
              </a:xfrm>
              <a:prstGeom prst="rect">
                <a:avLst/>
              </a:prstGeom>
              <a:blipFill>
                <a:blip r:embed="rId6"/>
                <a:stretch>
                  <a:fillRect r="-1774"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9490B98-AB8F-BCAC-06B6-DDB1382D42B6}"/>
                  </a:ext>
                </a:extLst>
              </p:cNvPr>
              <p:cNvSpPr txBox="1"/>
              <p:nvPr/>
            </p:nvSpPr>
            <p:spPr>
              <a:xfrm>
                <a:off x="1612035" y="1107397"/>
                <a:ext cx="195014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={?,?,?}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9490B98-AB8F-BCAC-06B6-DDB1382D4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035" y="1107397"/>
                <a:ext cx="1950149" cy="307777"/>
              </a:xfrm>
              <a:prstGeom prst="rect">
                <a:avLst/>
              </a:prstGeom>
              <a:blipFill>
                <a:blip r:embed="rId7"/>
                <a:stretch>
                  <a:fillRect l="-2188" t="-4000" r="-4375" b="-3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C6389E9-6965-0F26-A0A0-91A095C7C29F}"/>
                  </a:ext>
                </a:extLst>
              </p:cNvPr>
              <p:cNvSpPr txBox="1"/>
              <p:nvPr/>
            </p:nvSpPr>
            <p:spPr>
              <a:xfrm>
                <a:off x="395201" y="6570255"/>
                <a:ext cx="3497368" cy="725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f>
                            <m:f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−3+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ad>
                                <m:radPr>
                                  <m:degHide m:val="on"/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−3−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ad>
                                <m:radPr>
                                  <m:degHide m:val="on"/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C6389E9-6965-0F26-A0A0-91A095C7C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1" y="6570255"/>
                <a:ext cx="3497368" cy="7250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" grpId="0"/>
      <p:bldP spid="8" grpId="0"/>
      <p:bldP spid="11" grpId="0"/>
      <p:bldP spid="17" grpId="0"/>
      <p:bldP spid="7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</TotalTime>
  <Words>47</Words>
  <Application>Microsoft Office PowerPoint</Application>
  <PresentationFormat>Personalizar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2025-10-04T22:15:45Z</dcterms:modified>
</cp:coreProperties>
</file>