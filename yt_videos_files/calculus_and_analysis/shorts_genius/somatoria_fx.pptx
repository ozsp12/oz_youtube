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ED52E-08F3-43A4-97C6-068A871B4A17}" v="284" dt="2025-09-29T20:43:51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4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09-29T20:43:51.552" v="520" actId="20577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09-29T20:43:51.552" v="520" actId="20577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09-29T20:32:33.537" v="328" actId="1076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0D4B243-E56E-4CD9-9C49-7B140616515F}" dt="2025-09-29T20:32:39.659" v="331" actId="1076"/>
          <ac:spMkLst>
            <pc:docMk/>
            <pc:sldMk cId="3410455670" sldId="256"/>
            <ac:spMk id="3" creationId="{BFFD9AEF-1F86-C16F-1169-CE4AF8940608}"/>
          </ac:spMkLst>
        </pc:spChg>
        <pc:spChg chg="add del mod">
          <ac:chgData name="Osvaldo Luiz Santos Pereira" userId="c308351cf5a860c7" providerId="LiveId" clId="{30D4B243-E56E-4CD9-9C49-7B140616515F}" dt="2025-09-29T20:31:46.449" v="299" actId="478"/>
          <ac:spMkLst>
            <pc:docMk/>
            <pc:sldMk cId="3410455670" sldId="256"/>
            <ac:spMk id="4" creationId="{ACFF9D6A-C2E4-D554-9FEB-DCCF6F467B3E}"/>
          </ac:spMkLst>
        </pc:spChg>
        <pc:spChg chg="add mod">
          <ac:chgData name="Osvaldo Luiz Santos Pereira" userId="c308351cf5a860c7" providerId="LiveId" clId="{30D4B243-E56E-4CD9-9C49-7B140616515F}" dt="2025-09-29T20:34:25.008" v="366" actId="20577"/>
          <ac:spMkLst>
            <pc:docMk/>
            <pc:sldMk cId="3410455670" sldId="256"/>
            <ac:spMk id="6" creationId="{3E50F4C6-F823-2708-43AB-6F759CAA4FFC}"/>
          </ac:spMkLst>
        </pc:spChg>
        <pc:spChg chg="add del mod">
          <ac:chgData name="Osvaldo Luiz Santos Pereira" userId="c308351cf5a860c7" providerId="LiveId" clId="{30D4B243-E56E-4CD9-9C49-7B140616515F}" dt="2025-09-29T20:34:40.682" v="367" actId="478"/>
          <ac:spMkLst>
            <pc:docMk/>
            <pc:sldMk cId="3410455670" sldId="256"/>
            <ac:spMk id="7" creationId="{F08897F8-89B5-EF1B-B86A-FA120C938C19}"/>
          </ac:spMkLst>
        </pc:spChg>
        <pc:spChg chg="add del mod">
          <ac:chgData name="Osvaldo Luiz Santos Pereira" userId="c308351cf5a860c7" providerId="LiveId" clId="{30D4B243-E56E-4CD9-9C49-7B140616515F}" dt="2025-09-29T20:31:46.449" v="299" actId="478"/>
          <ac:spMkLst>
            <pc:docMk/>
            <pc:sldMk cId="3410455670" sldId="256"/>
            <ac:spMk id="8" creationId="{5CB4A4C4-DCF8-C703-A925-C913A6D1AC19}"/>
          </ac:spMkLst>
        </pc:spChg>
        <pc:spChg chg="add mod">
          <ac:chgData name="Osvaldo Luiz Santos Pereira" userId="c308351cf5a860c7" providerId="LiveId" clId="{30D4B243-E56E-4CD9-9C49-7B140616515F}" dt="2025-09-29T20:35:52.217" v="407" actId="1076"/>
          <ac:spMkLst>
            <pc:docMk/>
            <pc:sldMk cId="3410455670" sldId="256"/>
            <ac:spMk id="9" creationId="{D3984E7A-188B-076C-4076-0C5B52E6E8EE}"/>
          </ac:spMkLst>
        </pc:spChg>
        <pc:spChg chg="add mod">
          <ac:chgData name="Osvaldo Luiz Santos Pereira" userId="c308351cf5a860c7" providerId="LiveId" clId="{30D4B243-E56E-4CD9-9C49-7B140616515F}" dt="2025-09-29T20:43:51.552" v="520" actId="20577"/>
          <ac:spMkLst>
            <pc:docMk/>
            <pc:sldMk cId="3410455670" sldId="256"/>
            <ac:spMk id="10" creationId="{AB223867-A83B-0FF5-7562-EAF1C8CF2F7C}"/>
          </ac:spMkLst>
        </pc:spChg>
        <pc:spChg chg="add del mod">
          <ac:chgData name="Osvaldo Luiz Santos Pereira" userId="c308351cf5a860c7" providerId="LiveId" clId="{30D4B243-E56E-4CD9-9C49-7B140616515F}" dt="2025-09-29T20:31:46.449" v="299" actId="478"/>
          <ac:spMkLst>
            <pc:docMk/>
            <pc:sldMk cId="3410455670" sldId="256"/>
            <ac:spMk id="11" creationId="{F123AF78-CC32-4FF2-2069-BD72A1BC0536}"/>
          </ac:spMkLst>
        </pc:spChg>
        <pc:spChg chg="add mod">
          <ac:chgData name="Osvaldo Luiz Santos Pereira" userId="c308351cf5a860c7" providerId="LiveId" clId="{30D4B243-E56E-4CD9-9C49-7B140616515F}" dt="2025-09-29T20:37:51.951" v="450" actId="1076"/>
          <ac:spMkLst>
            <pc:docMk/>
            <pc:sldMk cId="3410455670" sldId="256"/>
            <ac:spMk id="12" creationId="{53A965C7-25F3-E6B1-D240-76C20B744DF2}"/>
          </ac:spMkLst>
        </pc:spChg>
        <pc:spChg chg="add mod">
          <ac:chgData name="Osvaldo Luiz Santos Pereira" userId="c308351cf5a860c7" providerId="LiveId" clId="{30D4B243-E56E-4CD9-9C49-7B140616515F}" dt="2025-09-29T20:39:15.769" v="490" actId="1076"/>
          <ac:spMkLst>
            <pc:docMk/>
            <pc:sldMk cId="3410455670" sldId="256"/>
            <ac:spMk id="13" creationId="{60C232FB-F7F8-5BC7-5FFD-A3A8F9A2F115}"/>
          </ac:spMkLst>
        </pc:spChg>
        <pc:spChg chg="add mod">
          <ac:chgData name="Osvaldo Luiz Santos Pereira" userId="c308351cf5a860c7" providerId="LiveId" clId="{30D4B243-E56E-4CD9-9C49-7B140616515F}" dt="2025-09-29T20:39:29.396" v="500" actId="20577"/>
          <ac:spMkLst>
            <pc:docMk/>
            <pc:sldMk cId="3410455670" sldId="256"/>
            <ac:spMk id="15" creationId="{B61CD7D8-BFB7-CC90-9485-B4A80F61A526}"/>
          </ac:spMkLst>
        </pc:spChg>
        <pc:spChg chg="mod">
          <ac:chgData name="Osvaldo Luiz Santos Pereira" userId="c308351cf5a860c7" providerId="LiveId" clId="{30D4B243-E56E-4CD9-9C49-7B140616515F}" dt="2025-09-29T20:40:15.499" v="501" actId="1076"/>
          <ac:spMkLst>
            <pc:docMk/>
            <pc:sldMk cId="3410455670" sldId="256"/>
            <ac:spMk id="16" creationId="{529E8C7E-2923-C8E3-557C-5AA38FE8B686}"/>
          </ac:spMkLst>
        </pc:spChg>
        <pc:spChg chg="add del mod">
          <ac:chgData name="Osvaldo Luiz Santos Pereira" userId="c308351cf5a860c7" providerId="LiveId" clId="{30D4B243-E56E-4CD9-9C49-7B140616515F}" dt="2025-09-29T20:31:46.449" v="299" actId="478"/>
          <ac:spMkLst>
            <pc:docMk/>
            <pc:sldMk cId="3410455670" sldId="256"/>
            <ac:spMk id="17" creationId="{38284372-FD36-691D-E26B-A36D7AA476BA}"/>
          </ac:spMkLst>
        </pc:spChg>
        <pc:picChg chg="add del mod">
          <ac:chgData name="Osvaldo Luiz Santos Pereira" userId="c308351cf5a860c7" providerId="LiveId" clId="{30D4B243-E56E-4CD9-9C49-7B140616515F}" dt="2025-09-29T20:31:36.042" v="298" actId="478"/>
          <ac:picMkLst>
            <pc:docMk/>
            <pc:sldMk cId="3410455670" sldId="256"/>
            <ac:picMk id="14" creationId="{16330F1D-27A9-375C-179A-7F2C10A173AC}"/>
          </ac:picMkLst>
        </pc:picChg>
        <pc:cxnChg chg="mod">
          <ac:chgData name="Osvaldo Luiz Santos Pereira" userId="c308351cf5a860c7" providerId="LiveId" clId="{30D4B243-E56E-4CD9-9C49-7B140616515F}" dt="2025-09-29T20:32:35.928" v="329" actId="1076"/>
          <ac:cxnSpMkLst>
            <pc:docMk/>
            <pc:sldMk cId="3410455670" sldId="256"/>
            <ac:cxnSpMk id="5" creationId="{FF102456-5362-2191-8CE5-272A7544A499}"/>
          </ac:cxnSpMkLst>
        </pc:cxn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572846" y="5143"/>
                <a:ext cx="1975028" cy="8392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846" y="5143"/>
                <a:ext cx="1975028" cy="8392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933302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4346258" y="7575665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FFD9AEF-1F86-C16F-1169-CE4AF8940608}"/>
                  </a:ext>
                </a:extLst>
              </p:cNvPr>
              <p:cNvSpPr txBox="1"/>
              <p:nvPr/>
            </p:nvSpPr>
            <p:spPr>
              <a:xfrm>
                <a:off x="1303749" y="1062902"/>
                <a:ext cx="2526204" cy="6519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FFD9AEF-1F86-C16F-1169-CE4AF894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749" y="1062902"/>
                <a:ext cx="2526204" cy="6519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E50F4C6-F823-2708-43AB-6F759CAA4FFC}"/>
                  </a:ext>
                </a:extLst>
              </p:cNvPr>
              <p:cNvSpPr txBox="1"/>
              <p:nvPr/>
            </p:nvSpPr>
            <p:spPr>
              <a:xfrm>
                <a:off x="591823" y="2430681"/>
                <a:ext cx="2711833" cy="839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nary>
                        <m:naryPr>
                          <m:chr m:val="∑"/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E50F4C6-F823-2708-43AB-6F759CAA4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23" y="2430681"/>
                <a:ext cx="2711833" cy="8395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3984E7A-188B-076C-4076-0C5B52E6E8EE}"/>
                  </a:ext>
                </a:extLst>
              </p:cNvPr>
              <p:cNvSpPr txBox="1"/>
              <p:nvPr/>
            </p:nvSpPr>
            <p:spPr>
              <a:xfrm>
                <a:off x="587829" y="3897276"/>
                <a:ext cx="2151038" cy="632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3984E7A-188B-076C-4076-0C5B52E6E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97276"/>
                <a:ext cx="2151038" cy="6328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B223867-A83B-0FF5-7562-EAF1C8CF2F7C}"/>
                  </a:ext>
                </a:extLst>
              </p:cNvPr>
              <p:cNvSpPr txBox="1"/>
              <p:nvPr/>
            </p:nvSpPr>
            <p:spPr>
              <a:xfrm>
                <a:off x="587829" y="5111969"/>
                <a:ext cx="262020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B223867-A83B-0FF5-7562-EAF1C8CF2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5111969"/>
                <a:ext cx="2620204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3A965C7-25F3-E6B1-D240-76C20B744DF2}"/>
                  </a:ext>
                </a:extLst>
              </p:cNvPr>
              <p:cNvSpPr txBox="1"/>
              <p:nvPr/>
            </p:nvSpPr>
            <p:spPr>
              <a:xfrm>
                <a:off x="466865" y="6455236"/>
                <a:ext cx="104503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3A965C7-25F3-E6B1-D240-76C20B744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5" y="6455236"/>
                <a:ext cx="1045030" cy="307777"/>
              </a:xfrm>
              <a:prstGeom prst="rect">
                <a:avLst/>
              </a:prstGeom>
              <a:blipFill>
                <a:blip r:embed="rId7"/>
                <a:stretch>
                  <a:fillRect l="-8772" r="-5263" b="-34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0C232FB-F7F8-5BC7-5FFD-A3A8F9A2F115}"/>
                  </a:ext>
                </a:extLst>
              </p:cNvPr>
              <p:cNvSpPr txBox="1"/>
              <p:nvPr/>
            </p:nvSpPr>
            <p:spPr>
              <a:xfrm>
                <a:off x="466865" y="6983997"/>
                <a:ext cx="30264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−1,0</m:t>
                              </m:r>
                            </m:e>
                          </m: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∪(0,1)</m:t>
                          </m:r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0C232FB-F7F8-5BC7-5FFD-A3A8F9A2F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5" y="6983997"/>
                <a:ext cx="3026406" cy="307777"/>
              </a:xfrm>
              <a:prstGeom prst="rect">
                <a:avLst/>
              </a:prstGeom>
              <a:blipFill>
                <a:blip r:embed="rId8"/>
                <a:stretch>
                  <a:fillRect l="-1613" t="-4000" b="-3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61CD7D8-BFB7-CC90-9485-B4A80F61A526}"/>
                  </a:ext>
                </a:extLst>
              </p:cNvPr>
              <p:cNvSpPr txBox="1"/>
              <p:nvPr/>
            </p:nvSpPr>
            <p:spPr>
              <a:xfrm>
                <a:off x="466865" y="7575665"/>
                <a:ext cx="7957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61CD7D8-BFB7-CC90-9485-B4A80F61A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5" y="7575665"/>
                <a:ext cx="795794" cy="307777"/>
              </a:xfrm>
              <a:prstGeom prst="rect">
                <a:avLst/>
              </a:prstGeom>
              <a:blipFill>
                <a:blip r:embed="rId9"/>
                <a:stretch>
                  <a:fillRect l="-4615" b="-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/>
      <p:bldP spid="9" grpId="0"/>
      <p:bldP spid="10" grpId="0"/>
      <p:bldP spid="12" grpId="0"/>
      <p:bldP spid="13" grpId="0"/>
      <p:bldP spid="15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</TotalTime>
  <Words>38</Words>
  <Application>Microsoft Office PowerPoint</Application>
  <PresentationFormat>Personalizar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2025-09-29T20:43:55Z</dcterms:modified>
</cp:coreProperties>
</file>