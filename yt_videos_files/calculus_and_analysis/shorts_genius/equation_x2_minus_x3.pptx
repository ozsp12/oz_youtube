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44D09-F135-40BF-8308-EF149C3BC274}" v="242" dt="2025-10-02T12:05:02.222"/>
    <p1510:client id="{66C2C88C-257A-440F-861C-91ABC2BB83A1}" v="3" dt="2025-10-02T12:13:47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0D4B243-E56E-4CD9-9C49-7B140616515F}"/>
    <pc:docChg chg="modSld">
      <pc:chgData name="Osvaldo Luiz Santos Pereira" userId="c308351cf5a860c7" providerId="LiveId" clId="{30D4B243-E56E-4CD9-9C49-7B140616515F}" dt="2025-10-02T12:13:47.288" v="2"/>
      <pc:docMkLst>
        <pc:docMk/>
      </pc:docMkLst>
      <pc:sldChg chg="modSp modAnim">
        <pc:chgData name="Osvaldo Luiz Santos Pereira" userId="c308351cf5a860c7" providerId="LiveId" clId="{30D4B243-E56E-4CD9-9C49-7B140616515F}" dt="2025-10-02T12:13:47.288" v="2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10-02T12:13:19.663" v="1" actId="20577"/>
          <ac:spMkLst>
            <pc:docMk/>
            <pc:sldMk cId="3410455670" sldId="256"/>
            <ac:spMk id="12" creationId="{53A965C7-25F3-E6B1-D240-76C20B744D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518358" y="385528"/>
                <a:ext cx="150246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358" y="385528"/>
                <a:ext cx="1502463" cy="307777"/>
              </a:xfrm>
              <a:prstGeom prst="rect">
                <a:avLst/>
              </a:prstGeom>
              <a:blipFill>
                <a:blip r:embed="rId2"/>
                <a:stretch>
                  <a:fillRect l="-2024" r="-3644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146642" y="6161733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/>
              <p:nvPr/>
            </p:nvSpPr>
            <p:spPr>
              <a:xfrm>
                <a:off x="221464" y="2238784"/>
                <a:ext cx="20481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64" y="2238784"/>
                <a:ext cx="2048125" cy="307777"/>
              </a:xfrm>
              <a:prstGeom prst="rect">
                <a:avLst/>
              </a:prstGeom>
              <a:blipFill>
                <a:blip r:embed="rId3"/>
                <a:stretch>
                  <a:fillRect l="-1190" r="-298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/>
              <p:nvPr/>
            </p:nvSpPr>
            <p:spPr>
              <a:xfrm>
                <a:off x="167188" y="4141094"/>
                <a:ext cx="47743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−2)(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+2)−(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+2)(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+4)=0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88" y="4141094"/>
                <a:ext cx="4774320" cy="307777"/>
              </a:xfrm>
              <a:prstGeom prst="rect">
                <a:avLst/>
              </a:prstGeom>
              <a:blipFill>
                <a:blip r:embed="rId4"/>
                <a:stretch>
                  <a:fillRect l="-1531" t="-1961" r="-765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/>
              <p:nvPr/>
            </p:nvSpPr>
            <p:spPr>
              <a:xfrm>
                <a:off x="179691" y="5059110"/>
                <a:ext cx="28612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91" y="5059110"/>
                <a:ext cx="2861232" cy="307777"/>
              </a:xfrm>
              <a:prstGeom prst="rect">
                <a:avLst/>
              </a:prstGeom>
              <a:blipFill>
                <a:blip r:embed="rId5"/>
                <a:stretch>
                  <a:fillRect r="-1702"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/>
              <p:nvPr/>
            </p:nvSpPr>
            <p:spPr>
              <a:xfrm>
                <a:off x="222568" y="6018082"/>
                <a:ext cx="3341749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−2, </m:t>
                          </m:r>
                          <m:f>
                            <m:f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ad>
                                <m:radPr>
                                  <m:degHide m:val="on"/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ad>
                                <m:radPr>
                                  <m:degHide m:val="on"/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68" y="6018082"/>
                <a:ext cx="3341749" cy="6865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1327371-16B8-B49B-93BB-C5FAF3050140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1D55928-1CF4-66FB-5BFF-9AB2956B4022}"/>
                  </a:ext>
                </a:extLst>
              </p:cNvPr>
              <p:cNvSpPr txBox="1"/>
              <p:nvPr/>
            </p:nvSpPr>
            <p:spPr>
              <a:xfrm>
                <a:off x="1518358" y="1001412"/>
                <a:ext cx="13771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={?,?,?}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1D55928-1CF4-66FB-5BFF-9AB2956B4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358" y="1001412"/>
                <a:ext cx="1377172" cy="307777"/>
              </a:xfrm>
              <a:prstGeom prst="rect">
                <a:avLst/>
              </a:prstGeom>
              <a:blipFill>
                <a:blip r:embed="rId7"/>
                <a:stretch>
                  <a:fillRect l="-2212" t="-1961" r="-6195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2AB2ABC-3914-BC92-B2B5-F11FBE14764E}"/>
                  </a:ext>
                </a:extLst>
              </p:cNvPr>
              <p:cNvSpPr txBox="1"/>
              <p:nvPr/>
            </p:nvSpPr>
            <p:spPr>
              <a:xfrm>
                <a:off x="221464" y="3151879"/>
                <a:ext cx="29229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pt-BR" sz="20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2AB2ABC-3914-BC92-B2B5-F11FBE147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64" y="3151879"/>
                <a:ext cx="2922916" cy="307777"/>
              </a:xfrm>
              <a:prstGeom prst="rect">
                <a:avLst/>
              </a:prstGeom>
              <a:blipFill>
                <a:blip r:embed="rId8"/>
                <a:stretch>
                  <a:fillRect r="-1667"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/>
      <p:bldP spid="9" grpId="0"/>
      <p:bldP spid="10" grpId="0"/>
      <p:bldP spid="12" grpId="0"/>
      <p:bldP spid="3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354</TotalTime>
  <Words>49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2</cp:revision>
  <dcterms:created xsi:type="dcterms:W3CDTF">2025-07-20T22:11:02Z</dcterms:created>
  <dcterms:modified xsi:type="dcterms:W3CDTF">2025-10-02T12:13:56Z</dcterms:modified>
</cp:coreProperties>
</file>