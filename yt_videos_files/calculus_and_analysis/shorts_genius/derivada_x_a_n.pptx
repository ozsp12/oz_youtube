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5145088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8000"/>
    <a:srgbClr val="DEF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 snapToGrid="0">
      <p:cViewPr varScale="1">
        <p:scale>
          <a:sx n="73" d="100"/>
          <a:sy n="73" d="100"/>
        </p:scale>
        <p:origin x="3876" y="29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09CC957C-A866-436E-BCBD-A3218F29A105}"/>
    <pc:docChg chg="custSel delSld modSld">
      <pc:chgData name="Osvaldo Luiz Santos Pereira" userId="c308351cf5a860c7" providerId="LiveId" clId="{09CC957C-A866-436E-BCBD-A3218F29A105}" dt="2025-07-31T01:43:11.318" v="197"/>
      <pc:docMkLst>
        <pc:docMk/>
      </pc:docMkLst>
      <pc:sldChg chg="addSp delSp modSp mod delAnim modAnim">
        <pc:chgData name="Osvaldo Luiz Santos Pereira" userId="c308351cf5a860c7" providerId="LiveId" clId="{09CC957C-A866-436E-BCBD-A3218F29A105}" dt="2025-07-31T01:43:11.318" v="197"/>
        <pc:sldMkLst>
          <pc:docMk/>
          <pc:sldMk cId="3410455670" sldId="256"/>
        </pc:sldMkLst>
      </pc:sldChg>
      <pc:sldChg chg="del">
        <pc:chgData name="Osvaldo Luiz Santos Pereira" userId="c308351cf5a860c7" providerId="LiveId" clId="{09CC957C-A866-436E-BCBD-A3218F29A105}" dt="2025-07-31T01:11:34.734" v="0" actId="47"/>
        <pc:sldMkLst>
          <pc:docMk/>
          <pc:sldMk cId="3035553506" sldId="258"/>
        </pc:sldMkLst>
      </pc:sldChg>
    </pc:docChg>
  </pc:docChgLst>
  <pc:docChgLst>
    <pc:chgData name="Osvaldo Luiz Santos Pereira" userId="c308351cf5a860c7" providerId="LiveId" clId="{314F6986-35C7-459E-BEBC-8B054F639C7A}"/>
    <pc:docChg chg="custSel modSld">
      <pc:chgData name="Osvaldo Luiz Santos Pereira" userId="c308351cf5a860c7" providerId="LiveId" clId="{314F6986-35C7-459E-BEBC-8B054F639C7A}" dt="2025-07-23T02:05:05.414" v="59" actId="22"/>
      <pc:docMkLst>
        <pc:docMk/>
      </pc:docMkLst>
      <pc:sldChg chg="addSp delSp modSp mod">
        <pc:chgData name="Osvaldo Luiz Santos Pereira" userId="c308351cf5a860c7" providerId="LiveId" clId="{314F6986-35C7-459E-BEBC-8B054F639C7A}" dt="2025-07-23T02:05:05.414" v="59" actId="22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4947ECA9-0EC0-49A1-ABAD-815BBEA2BB5D}"/>
    <pc:docChg chg="custSel modSld">
      <pc:chgData name="Osvaldo Luiz Santos Pereira" userId="c308351cf5a860c7" providerId="LiveId" clId="{4947ECA9-0EC0-49A1-ABAD-815BBEA2BB5D}" dt="2025-07-31T09:43:47.489" v="0" actId="478"/>
      <pc:docMkLst>
        <pc:docMk/>
      </pc:docMkLst>
      <pc:sldChg chg="delSp mod delAnim">
        <pc:chgData name="Osvaldo Luiz Santos Pereira" userId="c308351cf5a860c7" providerId="LiveId" clId="{4947ECA9-0EC0-49A1-ABAD-815BBEA2BB5D}" dt="2025-07-31T09:43:47.489" v="0" actId="47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D0CA227D-4EA4-4245-8FAB-072EBAFFE4B2}"/>
    <pc:docChg chg="undo custSel addSld delSld modSld">
      <pc:chgData name="Osvaldo Luiz Santos Pereira" userId="c308351cf5a860c7" providerId="LiveId" clId="{D0CA227D-4EA4-4245-8FAB-072EBAFFE4B2}" dt="2025-07-29T23:56:14.042" v="1012"/>
      <pc:docMkLst>
        <pc:docMk/>
      </pc:docMkLst>
      <pc:sldChg chg="addSp delSp modSp mod modTransition delAnim modAnim">
        <pc:chgData name="Osvaldo Luiz Santos Pereira" userId="c308351cf5a860c7" providerId="LiveId" clId="{D0CA227D-4EA4-4245-8FAB-072EBAFFE4B2}" dt="2025-07-29T23:54:39.889" v="990"/>
        <pc:sldMkLst>
          <pc:docMk/>
          <pc:sldMk cId="3410455670" sldId="256"/>
        </pc:sldMkLst>
      </pc:sldChg>
      <pc:sldChg chg="addSp delSp modSp add del mod delAnim modAnim">
        <pc:chgData name="Osvaldo Luiz Santos Pereira" userId="c308351cf5a860c7" providerId="LiveId" clId="{D0CA227D-4EA4-4245-8FAB-072EBAFFE4B2}" dt="2025-07-29T23:38:37.979" v="936" actId="47"/>
        <pc:sldMkLst>
          <pc:docMk/>
          <pc:sldMk cId="43532862" sldId="257"/>
        </pc:sldMkLst>
      </pc:sldChg>
      <pc:sldChg chg="addSp delSp modSp add del mod">
        <pc:chgData name="Osvaldo Luiz Santos Pereira" userId="c308351cf5a860c7" providerId="LiveId" clId="{D0CA227D-4EA4-4245-8FAB-072EBAFFE4B2}" dt="2025-07-29T22:59:27.953" v="360" actId="47"/>
        <pc:sldMkLst>
          <pc:docMk/>
          <pc:sldMk cId="3898747450" sldId="257"/>
        </pc:sldMkLst>
      </pc:sldChg>
      <pc:sldChg chg="addSp delSp modSp add mod modTransition delAnim modAnim">
        <pc:chgData name="Osvaldo Luiz Santos Pereira" userId="c308351cf5a860c7" providerId="LiveId" clId="{D0CA227D-4EA4-4245-8FAB-072EBAFFE4B2}" dt="2025-07-29T23:56:14.042" v="1012"/>
        <pc:sldMkLst>
          <pc:docMk/>
          <pc:sldMk cId="3035553506" sldId="258"/>
        </pc:sldMkLst>
      </pc:sldChg>
      <pc:sldChg chg="add del">
        <pc:chgData name="Osvaldo Luiz Santos Pereira" userId="c308351cf5a860c7" providerId="LiveId" clId="{D0CA227D-4EA4-4245-8FAB-072EBAFFE4B2}" dt="2025-07-29T23:22:42.796" v="706" actId="47"/>
        <pc:sldMkLst>
          <pc:docMk/>
          <pc:sldMk cId="1065665217" sldId="259"/>
        </pc:sldMkLst>
      </pc:sldChg>
    </pc:docChg>
  </pc:docChgLst>
  <pc:docChgLst>
    <pc:chgData name="Osvaldo Luiz Santos Pereira" userId="c308351cf5a860c7" providerId="LiveId" clId="{30D4B243-E56E-4CD9-9C49-7B140616515F}"/>
    <pc:docChg chg="modSld">
      <pc:chgData name="Osvaldo Luiz Santos Pereira" userId="c308351cf5a860c7" providerId="LiveId" clId="{30D4B243-E56E-4CD9-9C49-7B140616515F}" dt="2025-10-13T15:50:12.759" v="1" actId="1076"/>
      <pc:docMkLst>
        <pc:docMk/>
      </pc:docMkLst>
      <pc:sldChg chg="modSp mod">
        <pc:chgData name="Osvaldo Luiz Santos Pereira" userId="c308351cf5a860c7" providerId="LiveId" clId="{30D4B243-E56E-4CD9-9C49-7B140616515F}" dt="2025-10-13T15:50:12.759" v="1" actId="1076"/>
        <pc:sldMkLst>
          <pc:docMk/>
          <pc:sldMk cId="3410455670" sldId="256"/>
        </pc:sldMkLst>
        <pc:spChg chg="mod">
          <ac:chgData name="Osvaldo Luiz Santos Pereira" userId="c308351cf5a860c7" providerId="LiveId" clId="{30D4B243-E56E-4CD9-9C49-7B140616515F}" dt="2025-10-13T15:50:10.679" v="0" actId="1076"/>
          <ac:spMkLst>
            <pc:docMk/>
            <pc:sldMk cId="3410455670" sldId="256"/>
            <ac:spMk id="15" creationId="{E9EFA790-BF11-751B-1B7B-722054FBB498}"/>
          </ac:spMkLst>
        </pc:spChg>
        <pc:spChg chg="mod">
          <ac:chgData name="Osvaldo Luiz Santos Pereira" userId="c308351cf5a860c7" providerId="LiveId" clId="{30D4B243-E56E-4CD9-9C49-7B140616515F}" dt="2025-10-13T15:50:12.759" v="1" actId="1076"/>
          <ac:spMkLst>
            <pc:docMk/>
            <pc:sldMk cId="3410455670" sldId="256"/>
            <ac:spMk id="16" creationId="{529E8C7E-2923-C8E3-557C-5AA38FE8B686}"/>
          </ac:spMkLst>
        </pc:spChg>
      </pc:sldChg>
    </pc:docChg>
  </pc:docChgLst>
  <pc:docChgLst>
    <pc:chgData name="Osvaldo Luiz Santos Pereira" userId="c308351cf5a860c7" providerId="LiveId" clId="{8CE126F1-9C67-453B-98E3-4CC556F350D6}"/>
    <pc:docChg chg="custSel addSld modSld">
      <pc:chgData name="Osvaldo Luiz Santos Pereira" userId="c308351cf5a860c7" providerId="LiveId" clId="{8CE126F1-9C67-453B-98E3-4CC556F350D6}" dt="2025-07-20T22:13:17.034" v="38"/>
      <pc:docMkLst>
        <pc:docMk/>
      </pc:docMkLst>
      <pc:sldChg chg="addSp delSp modSp new mod modTransition">
        <pc:chgData name="Osvaldo Luiz Santos Pereira" userId="c308351cf5a860c7" providerId="LiveId" clId="{8CE126F1-9C67-453B-98E3-4CC556F350D6}" dt="2025-07-20T22:13:17.034" v="3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9695723C-3F98-416A-B4B4-C99EBF7519D5}"/>
    <pc:docChg chg="undo custSel modSld">
      <pc:chgData name="Osvaldo Luiz Santos Pereira" userId="c308351cf5a860c7" providerId="LiveId" clId="{9695723C-3F98-416A-B4B4-C99EBF7519D5}" dt="2025-07-31T19:23:47.059" v="476"/>
      <pc:docMkLst>
        <pc:docMk/>
      </pc:docMkLst>
      <pc:sldChg chg="addSp delSp modSp mod modAnim">
        <pc:chgData name="Osvaldo Luiz Santos Pereira" userId="c308351cf5a860c7" providerId="LiveId" clId="{9695723C-3F98-416A-B4B4-C99EBF7519D5}" dt="2025-07-31T19:23:47.059" v="476"/>
        <pc:sldMkLst>
          <pc:docMk/>
          <pc:sldMk cId="341045567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882" y="1496484"/>
            <a:ext cx="4373325" cy="3183467"/>
          </a:xfrm>
        </p:spPr>
        <p:txBody>
          <a:bodyPr anchor="b"/>
          <a:lstStyle>
            <a:lvl1pPr algn="ctr"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136" y="4802717"/>
            <a:ext cx="3858816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266" indent="0" algn="ctr">
              <a:buNone/>
              <a:defRPr sz="1125"/>
            </a:lvl2pPr>
            <a:lvl3pPr marL="514533" indent="0" algn="ctr">
              <a:buNone/>
              <a:defRPr sz="1013"/>
            </a:lvl3pPr>
            <a:lvl4pPr marL="771799" indent="0" algn="ctr">
              <a:buNone/>
              <a:defRPr sz="900"/>
            </a:lvl4pPr>
            <a:lvl5pPr marL="1029066" indent="0" algn="ctr">
              <a:buNone/>
              <a:defRPr sz="900"/>
            </a:lvl5pPr>
            <a:lvl6pPr marL="1286332" indent="0" algn="ctr">
              <a:buNone/>
              <a:defRPr sz="900"/>
            </a:lvl6pPr>
            <a:lvl7pPr marL="1543599" indent="0" algn="ctr">
              <a:buNone/>
              <a:defRPr sz="900"/>
            </a:lvl7pPr>
            <a:lvl8pPr marL="1800865" indent="0" algn="ctr">
              <a:buNone/>
              <a:defRPr sz="900"/>
            </a:lvl8pPr>
            <a:lvl9pPr marL="2058132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57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07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046" y="2279653"/>
            <a:ext cx="4437638" cy="3803649"/>
          </a:xfrm>
        </p:spPr>
        <p:txBody>
          <a:bodyPr anchor="b"/>
          <a:lstStyle>
            <a:lvl1pPr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046" y="6119286"/>
            <a:ext cx="4437638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266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533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7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9066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63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5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86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81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9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725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4701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74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486836"/>
            <a:ext cx="4437638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396" y="2241551"/>
            <a:ext cx="217661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396" y="3340100"/>
            <a:ext cx="217661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4701" y="2241551"/>
            <a:ext cx="218733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4701" y="3340100"/>
            <a:ext cx="218733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333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19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470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7332" y="1316569"/>
            <a:ext cx="2604701" cy="6498167"/>
          </a:xfrm>
        </p:spPr>
        <p:txBody>
          <a:bodyPr/>
          <a:lstStyle>
            <a:lvl1pPr>
              <a:defRPr sz="1801"/>
            </a:lvl1pPr>
            <a:lvl2pPr>
              <a:defRPr sz="1576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059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7332" y="1316569"/>
            <a:ext cx="2604701" cy="6498167"/>
          </a:xfrm>
        </p:spPr>
        <p:txBody>
          <a:bodyPr anchor="t"/>
          <a:lstStyle>
            <a:lvl1pPr marL="0" indent="0">
              <a:buNone/>
              <a:defRPr sz="1801"/>
            </a:lvl1pPr>
            <a:lvl2pPr marL="257266" indent="0">
              <a:buNone/>
              <a:defRPr sz="1576"/>
            </a:lvl2pPr>
            <a:lvl3pPr marL="514533" indent="0">
              <a:buNone/>
              <a:defRPr sz="1350"/>
            </a:lvl3pPr>
            <a:lvl4pPr marL="771799" indent="0">
              <a:buNone/>
              <a:defRPr sz="1125"/>
            </a:lvl4pPr>
            <a:lvl5pPr marL="1029066" indent="0">
              <a:buNone/>
              <a:defRPr sz="1125"/>
            </a:lvl5pPr>
            <a:lvl6pPr marL="1286332" indent="0">
              <a:buNone/>
              <a:defRPr sz="1125"/>
            </a:lvl6pPr>
            <a:lvl7pPr marL="1543599" indent="0">
              <a:buNone/>
              <a:defRPr sz="1125"/>
            </a:lvl7pPr>
            <a:lvl8pPr marL="1800865" indent="0">
              <a:buNone/>
              <a:defRPr sz="1125"/>
            </a:lvl8pPr>
            <a:lvl9pPr marL="2058132" indent="0">
              <a:buNone/>
              <a:defRPr sz="112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08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1954" y="486834"/>
            <a:ext cx="1109410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725" y="486834"/>
            <a:ext cx="3263915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73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725" y="486836"/>
            <a:ext cx="4437638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725" y="2434167"/>
            <a:ext cx="4437638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725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4311" y="8475136"/>
            <a:ext cx="17364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3718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37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514533" rtl="0" eaLnBrk="1" latinLnBrk="0" hangingPunct="1">
        <a:lnSpc>
          <a:spcPct val="90000"/>
        </a:lnSpc>
        <a:spcBef>
          <a:spcPct val="0"/>
        </a:spcBef>
        <a:buNone/>
        <a:defRPr sz="24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633" indent="-128633" algn="l" defTabSz="51453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6" kern="1200">
          <a:solidFill>
            <a:schemeClr val="tx1"/>
          </a:solidFill>
          <a:latin typeface="+mn-lt"/>
          <a:ea typeface="+mn-ea"/>
          <a:cs typeface="+mn-cs"/>
        </a:defRPr>
      </a:lvl1pPr>
      <a:lvl2pPr marL="385900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3166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3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699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9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2232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9498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67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2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533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7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90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63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5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865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81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/>
              <p:nvPr/>
            </p:nvSpPr>
            <p:spPr>
              <a:xfrm>
                <a:off x="1324652" y="202474"/>
                <a:ext cx="248439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ℕ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652" y="202474"/>
                <a:ext cx="2484398" cy="307777"/>
              </a:xfrm>
              <a:prstGeom prst="rect">
                <a:avLst/>
              </a:prstGeom>
              <a:blipFill>
                <a:blip r:embed="rId2"/>
                <a:stretch>
                  <a:fillRect l="-3186" b="-3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1376403D-02E3-BCCD-236C-165C24D671F2}"/>
                  </a:ext>
                </a:extLst>
              </p:cNvPr>
              <p:cNvSpPr txBox="1"/>
              <p:nvPr/>
            </p:nvSpPr>
            <p:spPr>
              <a:xfrm>
                <a:off x="1960271" y="788089"/>
                <a:ext cx="1121525" cy="5851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)=?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1376403D-02E3-BCCD-236C-165C24D67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271" y="788089"/>
                <a:ext cx="1121525" cy="585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F102456-5362-2191-8CE5-272A7544A499}"/>
              </a:ext>
            </a:extLst>
          </p:cNvPr>
          <p:cNvCxnSpPr/>
          <p:nvPr/>
        </p:nvCxnSpPr>
        <p:spPr>
          <a:xfrm>
            <a:off x="587829" y="1711234"/>
            <a:ext cx="3958045" cy="0"/>
          </a:xfrm>
          <a:prstGeom prst="line">
            <a:avLst/>
          </a:prstGeom>
          <a:ln w="381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DA5B5C7C-A770-B984-6328-8B92590C1122}"/>
                  </a:ext>
                </a:extLst>
              </p:cNvPr>
              <p:cNvSpPr txBox="1"/>
              <p:nvPr/>
            </p:nvSpPr>
            <p:spPr>
              <a:xfrm>
                <a:off x="443819" y="2076130"/>
                <a:ext cx="2607316" cy="5973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DA5B5C7C-A770-B984-6328-8B92590C1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19" y="2076130"/>
                <a:ext cx="2607316" cy="5973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6184FD01-16E1-7E20-4B4B-40222343D3AB}"/>
                  </a:ext>
                </a:extLst>
              </p:cNvPr>
              <p:cNvSpPr txBox="1"/>
              <p:nvPr/>
            </p:nvSpPr>
            <p:spPr>
              <a:xfrm>
                <a:off x="443819" y="3068025"/>
                <a:ext cx="2376228" cy="5973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pt-BR" sz="2000" b="0" i="0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6184FD01-16E1-7E20-4B4B-40222343D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19" y="3068025"/>
                <a:ext cx="2376228" cy="5973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6B79FFC0-4208-2EFE-7FB1-3A68C604ED48}"/>
                  </a:ext>
                </a:extLst>
              </p:cNvPr>
              <p:cNvSpPr txBox="1"/>
              <p:nvPr/>
            </p:nvSpPr>
            <p:spPr>
              <a:xfrm>
                <a:off x="443819" y="5771673"/>
                <a:ext cx="4285597" cy="8649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pt-BR" sz="20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pt-BR" sz="200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→0 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pt-BR" sz="20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nary>
                          <m:r>
                            <m:rPr>
                              <m:nor/>
                            </m:rPr>
                            <a:rPr lang="pt-BR" sz="2000" dirty="0">
                              <a:solidFill>
                                <a:srgbClr val="FFFFFF"/>
                              </a:solidFill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6B79FFC0-4208-2EFE-7FB1-3A68C604E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19" y="5771673"/>
                <a:ext cx="4285597" cy="86491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Agrupar 18">
            <a:extLst>
              <a:ext uri="{FF2B5EF4-FFF2-40B4-BE49-F238E27FC236}">
                <a16:creationId xmlns:a16="http://schemas.microsoft.com/office/drawing/2014/main" id="{B6D328FE-2D40-1991-CC8A-3D20CF384128}"/>
              </a:ext>
            </a:extLst>
          </p:cNvPr>
          <p:cNvGrpSpPr/>
          <p:nvPr/>
        </p:nvGrpSpPr>
        <p:grpSpPr>
          <a:xfrm>
            <a:off x="1126603" y="4100427"/>
            <a:ext cx="3849064" cy="1175653"/>
            <a:chOff x="1126603" y="4100427"/>
            <a:chExt cx="3849064" cy="11756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F96C333C-F18B-A66F-6A74-23C476404682}"/>
                    </a:ext>
                  </a:extLst>
                </p:cNvPr>
                <p:cNvSpPr txBox="1"/>
                <p:nvPr/>
              </p:nvSpPr>
              <p:spPr>
                <a:xfrm>
                  <a:off x="1246969" y="4240825"/>
                  <a:ext cx="3490699" cy="8649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pt-BR" sz="2000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000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pt-BR" sz="2000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pt-BR" sz="20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pt-BR" sz="20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000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pt-BR" sz="20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pt-BR" sz="20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=(</m:t>
                        </m:r>
                        <m:r>
                          <a:rPr lang="pt-BR" sz="20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20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0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pt-BR" sz="20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nary>
                          <m:naryPr>
                            <m:chr m:val="∑"/>
                            <m:ctrlPr>
                              <a:rPr lang="pt-BR" sz="2000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sz="2000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pt-BR" sz="2000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pt-BR" sz="2000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sz="2000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sSup>
                              <m:sSupPr>
                                <m:ctrlPr>
                                  <a:rPr lang="pt-BR" sz="2000" b="0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000" b="0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pt-BR" sz="2000" b="0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pt-BR" sz="2000" b="0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000" b="0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pt-BR" sz="2000" b="0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pt-BR" sz="2000" b="0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000" b="0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pt-BR" sz="2000" b="0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lang="pt-BR" sz="20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CaixaDeTexto 8">
                  <a:extLst>
                    <a:ext uri="{FF2B5EF4-FFF2-40B4-BE49-F238E27FC236}">
                      <a16:creationId xmlns:a16="http://schemas.microsoft.com/office/drawing/2014/main" id="{F96C333C-F18B-A66F-6A74-23C4764046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6969" y="4240825"/>
                  <a:ext cx="3490699" cy="86491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CBF176B0-5892-03A2-8D98-BAA8D6EC63A8}"/>
                </a:ext>
              </a:extLst>
            </p:cNvPr>
            <p:cNvSpPr/>
            <p:nvPr/>
          </p:nvSpPr>
          <p:spPr>
            <a:xfrm>
              <a:off x="1126603" y="4100427"/>
              <a:ext cx="3849064" cy="1175653"/>
            </a:xfrm>
            <a:prstGeom prst="rect">
              <a:avLst/>
            </a:prstGeom>
            <a:no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9EFA790-BF11-751B-1B7B-722054FBB498}"/>
                  </a:ext>
                </a:extLst>
              </p:cNvPr>
              <p:cNvSpPr txBox="1"/>
              <p:nvPr/>
            </p:nvSpPr>
            <p:spPr>
              <a:xfrm>
                <a:off x="587829" y="7568984"/>
                <a:ext cx="1766829" cy="5851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E9EFA790-BF11-751B-1B7B-722054FBB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29" y="7568984"/>
                <a:ext cx="1766829" cy="5851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tângulo 15">
            <a:extLst>
              <a:ext uri="{FF2B5EF4-FFF2-40B4-BE49-F238E27FC236}">
                <a16:creationId xmlns:a16="http://schemas.microsoft.com/office/drawing/2014/main" id="{529E8C7E-2923-C8E3-557C-5AA38FE8B686}"/>
              </a:ext>
            </a:extLst>
          </p:cNvPr>
          <p:cNvSpPr/>
          <p:nvPr/>
        </p:nvSpPr>
        <p:spPr>
          <a:xfrm>
            <a:off x="3993561" y="7665272"/>
            <a:ext cx="399232" cy="399232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8" name="Gráfico 17" descr="Boa Ideia estrutura de tópicos">
            <a:extLst>
              <a:ext uri="{FF2B5EF4-FFF2-40B4-BE49-F238E27FC236}">
                <a16:creationId xmlns:a16="http://schemas.microsoft.com/office/drawing/2014/main" id="{7BDB4994-B064-0BC7-D094-60E87DF5408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2020" y="423105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455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5" grpId="0"/>
      <p:bldP spid="16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Personalizada 1">
      <a:dk1>
        <a:sysClr val="windowText" lastClr="000000"/>
      </a:dk1>
      <a:lt1>
        <a:srgbClr val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257</TotalTime>
  <Words>36</Words>
  <Application>Microsoft Office PowerPoint</Application>
  <PresentationFormat>Personalizar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2025-07-20T22:11:02Z</dcterms:created>
  <dcterms:modified xsi:type="dcterms:W3CDTF">2025-10-13T15:50:13Z</dcterms:modified>
</cp:coreProperties>
</file>