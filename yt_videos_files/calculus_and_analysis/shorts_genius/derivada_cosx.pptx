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F7B29-6969-48E4-A4DF-D2C1AA7426AD}" v="265" dt="2025-08-01T21:57:16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29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  <pc:spChg chg="add mod">
          <ac:chgData name="Osvaldo Luiz Santos Pereira" userId="c308351cf5a860c7" providerId="LiveId" clId="{09CC957C-A866-436E-BCBD-A3218F29A105}" dt="2025-07-31T01:15:41.993" v="88" actId="20577"/>
          <ac:spMkLst>
            <pc:docMk/>
            <pc:sldMk cId="3410455670" sldId="256"/>
            <ac:spMk id="5" creationId="{BE7C1EB2-81CB-FCA9-6515-5166A23A2519}"/>
          </ac:spMkLst>
        </pc:spChg>
        <pc:spChg chg="add mod">
          <ac:chgData name="Osvaldo Luiz Santos Pereira" userId="c308351cf5a860c7" providerId="LiveId" clId="{09CC957C-A866-436E-BCBD-A3218F29A105}" dt="2025-07-31T01:17:33.801" v="102" actId="20577"/>
          <ac:spMkLst>
            <pc:docMk/>
            <pc:sldMk cId="3410455670" sldId="256"/>
            <ac:spMk id="6" creationId="{880D12B7-946B-75E3-CD07-8FCB7805B2C4}"/>
          </ac:spMkLst>
        </pc:spChg>
        <pc:spChg chg="add mod">
          <ac:chgData name="Osvaldo Luiz Santos Pereira" userId="c308351cf5a860c7" providerId="LiveId" clId="{09CC957C-A866-436E-BCBD-A3218F29A105}" dt="2025-07-31T01:19:18.231" v="131" actId="6549"/>
          <ac:spMkLst>
            <pc:docMk/>
            <pc:sldMk cId="3410455670" sldId="256"/>
            <ac:spMk id="7" creationId="{03FD3906-AC72-7D9A-3A4C-95B1A075F1DA}"/>
          </ac:spMkLst>
        </pc:spChg>
        <pc:spChg chg="add mod">
          <ac:chgData name="Osvaldo Luiz Santos Pereira" userId="c308351cf5a860c7" providerId="LiveId" clId="{09CC957C-A866-436E-BCBD-A3218F29A105}" dt="2025-07-31T01:20:27.825" v="162" actId="20577"/>
          <ac:spMkLst>
            <pc:docMk/>
            <pc:sldMk cId="3410455670" sldId="256"/>
            <ac:spMk id="8" creationId="{1DF6AA28-2E26-551C-4824-81A5961F5BA9}"/>
          </ac:spMkLst>
        </pc:spChg>
        <pc:spChg chg="add mod">
          <ac:chgData name="Osvaldo Luiz Santos Pereira" userId="c308351cf5a860c7" providerId="LiveId" clId="{09CC957C-A866-436E-BCBD-A3218F29A105}" dt="2025-07-31T01:21:17.729" v="169" actId="1076"/>
          <ac:spMkLst>
            <pc:docMk/>
            <pc:sldMk cId="3410455670" sldId="256"/>
            <ac:spMk id="9" creationId="{1CD07383-BDF7-6BAD-1759-F08D26EBB10E}"/>
          </ac:spMkLst>
        </pc:spChg>
        <pc:spChg chg="mod">
          <ac:chgData name="Osvaldo Luiz Santos Pereira" userId="c308351cf5a860c7" providerId="LiveId" clId="{09CC957C-A866-436E-BCBD-A3218F29A105}" dt="2025-07-31T01:14:10.038" v="48" actId="1076"/>
          <ac:spMkLst>
            <pc:docMk/>
            <pc:sldMk cId="3410455670" sldId="256"/>
            <ac:spMk id="79" creationId="{0C0A47D0-9848-1A3E-B82E-7ABB8D0FD56B}"/>
          </ac:spMkLst>
        </pc:spChg>
        <pc:spChg chg="del">
          <ac:chgData name="Osvaldo Luiz Santos Pereira" userId="c308351cf5a860c7" providerId="LiveId" clId="{09CC957C-A866-436E-BCBD-A3218F29A105}" dt="2025-07-31T01:11:41.265" v="1" actId="478"/>
          <ac:spMkLst>
            <pc:docMk/>
            <pc:sldMk cId="3410455670" sldId="256"/>
            <ac:spMk id="87" creationId="{52F04640-CAE4-8E69-2FA8-784795072A88}"/>
          </ac:spMkLst>
        </pc:spChg>
        <pc:spChg chg="del">
          <ac:chgData name="Osvaldo Luiz Santos Pereira" userId="c308351cf5a860c7" providerId="LiveId" clId="{09CC957C-A866-436E-BCBD-A3218F29A105}" dt="2025-07-31T01:11:41.265" v="1" actId="478"/>
          <ac:spMkLst>
            <pc:docMk/>
            <pc:sldMk cId="3410455670" sldId="256"/>
            <ac:spMk id="88" creationId="{F81060F0-D2F8-4E4F-509F-8A28DB7110B4}"/>
          </ac:spMkLst>
        </pc:spChg>
        <pc:spChg chg="del">
          <ac:chgData name="Osvaldo Luiz Santos Pereira" userId="c308351cf5a860c7" providerId="LiveId" clId="{09CC957C-A866-436E-BCBD-A3218F29A105}" dt="2025-07-31T01:11:41.265" v="1" actId="478"/>
          <ac:spMkLst>
            <pc:docMk/>
            <pc:sldMk cId="3410455670" sldId="256"/>
            <ac:spMk id="89" creationId="{8834323A-27F2-DD4E-3686-F3771C0A3BB7}"/>
          </ac:spMkLst>
        </pc:spChg>
        <pc:spChg chg="del">
          <ac:chgData name="Osvaldo Luiz Santos Pereira" userId="c308351cf5a860c7" providerId="LiveId" clId="{09CC957C-A866-436E-BCBD-A3218F29A105}" dt="2025-07-31T01:11:41.265" v="1" actId="478"/>
          <ac:spMkLst>
            <pc:docMk/>
            <pc:sldMk cId="3410455670" sldId="256"/>
            <ac:spMk id="90" creationId="{7F2626B6-1DD1-3435-FDD5-8B6998478E27}"/>
          </ac:spMkLst>
        </pc:spChg>
        <pc:spChg chg="del">
          <ac:chgData name="Osvaldo Luiz Santos Pereira" userId="c308351cf5a860c7" providerId="LiveId" clId="{09CC957C-A866-436E-BCBD-A3218F29A105}" dt="2025-07-31T01:11:41.265" v="1" actId="478"/>
          <ac:spMkLst>
            <pc:docMk/>
            <pc:sldMk cId="3410455670" sldId="256"/>
            <ac:spMk id="91" creationId="{FE53CF7E-709A-AE95-8B0E-C39FF67295A0}"/>
          </ac:spMkLst>
        </pc:spChg>
        <pc:spChg chg="del">
          <ac:chgData name="Osvaldo Luiz Santos Pereira" userId="c308351cf5a860c7" providerId="LiveId" clId="{09CC957C-A866-436E-BCBD-A3218F29A105}" dt="2025-07-31T01:11:41.265" v="1" actId="478"/>
          <ac:spMkLst>
            <pc:docMk/>
            <pc:sldMk cId="3410455670" sldId="256"/>
            <ac:spMk id="92" creationId="{4680C6B3-1DE0-02A4-2CC6-BE3D34586ACF}"/>
          </ac:spMkLst>
        </pc:spChg>
        <pc:grpChg chg="del">
          <ac:chgData name="Osvaldo Luiz Santos Pereira" userId="c308351cf5a860c7" providerId="LiveId" clId="{09CC957C-A866-436E-BCBD-A3218F29A105}" dt="2025-07-31T01:11:41.265" v="1" actId="478"/>
          <ac:grpSpMkLst>
            <pc:docMk/>
            <pc:sldMk cId="3410455670" sldId="256"/>
            <ac:grpSpMk id="97" creationId="{6F4E6835-8085-2636-2DFE-3A96183582EC}"/>
          </ac:grpSpMkLst>
        </pc:grpChg>
        <pc:cxnChg chg="add mod">
          <ac:chgData name="Osvaldo Luiz Santos Pereira" userId="c308351cf5a860c7" providerId="LiveId" clId="{09CC957C-A866-436E-BCBD-A3218F29A105}" dt="2025-07-31T01:14:46.820" v="54" actId="1076"/>
          <ac:cxnSpMkLst>
            <pc:docMk/>
            <pc:sldMk cId="3410455670" sldId="256"/>
            <ac:cxnSpMk id="3" creationId="{21E3A4C9-E53E-F56E-CBFD-0887D7B219E1}"/>
          </ac:cxnSpMkLst>
        </pc:cxnChg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321F7B29-6969-48E4-A4DF-D2C1AA7426AD}"/>
    <pc:docChg chg="custSel modSld">
      <pc:chgData name="Osvaldo Luiz Santos Pereira" userId="c308351cf5a860c7" providerId="LiveId" clId="{321F7B29-6969-48E4-A4DF-D2C1AA7426AD}" dt="2025-08-01T21:58:10.035" v="294" actId="1076"/>
      <pc:docMkLst>
        <pc:docMk/>
      </pc:docMkLst>
      <pc:sldChg chg="addSp delSp modSp mod delAnim modAnim">
        <pc:chgData name="Osvaldo Luiz Santos Pereira" userId="c308351cf5a860c7" providerId="LiveId" clId="{321F7B29-6969-48E4-A4DF-D2C1AA7426AD}" dt="2025-08-01T21:58:10.035" v="294" actId="1076"/>
        <pc:sldMkLst>
          <pc:docMk/>
          <pc:sldMk cId="3410455670" sldId="256"/>
        </pc:sldMkLst>
        <pc:spChg chg="mod">
          <ac:chgData name="Osvaldo Luiz Santos Pereira" userId="c308351cf5a860c7" providerId="LiveId" clId="{321F7B29-6969-48E4-A4DF-D2C1AA7426AD}" dt="2025-08-01T21:41:20.733" v="15" actId="1076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321F7B29-6969-48E4-A4DF-D2C1AA7426AD}" dt="2025-08-01T21:57:47.310" v="292" actId="1037"/>
          <ac:spMkLst>
            <pc:docMk/>
            <pc:sldMk cId="3410455670" sldId="256"/>
            <ac:spMk id="4" creationId="{595A8CB4-5C40-EDB8-D0FE-B8382FFB4A49}"/>
          </ac:spMkLst>
        </pc:spChg>
        <pc:spChg chg="mod">
          <ac:chgData name="Osvaldo Luiz Santos Pereira" userId="c308351cf5a860c7" providerId="LiveId" clId="{321F7B29-6969-48E4-A4DF-D2C1AA7426AD}" dt="2025-08-01T21:57:47.310" v="292" actId="1037"/>
          <ac:spMkLst>
            <pc:docMk/>
            <pc:sldMk cId="3410455670" sldId="256"/>
            <ac:spMk id="6" creationId="{DA5B5C7C-A770-B984-6328-8B92590C1122}"/>
          </ac:spMkLst>
        </pc:spChg>
        <pc:spChg chg="mod">
          <ac:chgData name="Osvaldo Luiz Santos Pereira" userId="c308351cf5a860c7" providerId="LiveId" clId="{321F7B29-6969-48E4-A4DF-D2C1AA7426AD}" dt="2025-08-01T21:57:47.310" v="292" actId="1037"/>
          <ac:spMkLst>
            <pc:docMk/>
            <pc:sldMk cId="3410455670" sldId="256"/>
            <ac:spMk id="7" creationId="{6184FD01-16E1-7E20-4B4B-40222343D3AB}"/>
          </ac:spMkLst>
        </pc:spChg>
        <pc:spChg chg="mod">
          <ac:chgData name="Osvaldo Luiz Santos Pereira" userId="c308351cf5a860c7" providerId="LiveId" clId="{321F7B29-6969-48E4-A4DF-D2C1AA7426AD}" dt="2025-08-01T21:50:43.307" v="229" actId="1076"/>
          <ac:spMkLst>
            <pc:docMk/>
            <pc:sldMk cId="3410455670" sldId="256"/>
            <ac:spMk id="10" creationId="{6B79FFC0-4208-2EFE-7FB1-3A68C604ED48}"/>
          </ac:spMkLst>
        </pc:spChg>
        <pc:spChg chg="mod">
          <ac:chgData name="Osvaldo Luiz Santos Pereira" userId="c308351cf5a860c7" providerId="LiveId" clId="{321F7B29-6969-48E4-A4DF-D2C1AA7426AD}" dt="2025-08-01T21:57:59.222" v="293" actId="1076"/>
          <ac:spMkLst>
            <pc:docMk/>
            <pc:sldMk cId="3410455670" sldId="256"/>
            <ac:spMk id="15" creationId="{E9EFA790-BF11-751B-1B7B-722054FBB498}"/>
          </ac:spMkLst>
        </pc:spChg>
        <pc:spChg chg="mod">
          <ac:chgData name="Osvaldo Luiz Santos Pereira" userId="c308351cf5a860c7" providerId="LiveId" clId="{321F7B29-6969-48E4-A4DF-D2C1AA7426AD}" dt="2025-08-01T21:58:10.035" v="294" actId="1076"/>
          <ac:spMkLst>
            <pc:docMk/>
            <pc:sldMk cId="3410455670" sldId="256"/>
            <ac:spMk id="16" creationId="{529E8C7E-2923-C8E3-557C-5AA38FE8B686}"/>
          </ac:spMkLst>
        </pc:spChg>
        <pc:grpChg chg="del">
          <ac:chgData name="Osvaldo Luiz Santos Pereira" userId="c308351cf5a860c7" providerId="LiveId" clId="{321F7B29-6969-48E4-A4DF-D2C1AA7426AD}" dt="2025-08-01T21:42:26.359" v="50" actId="478"/>
          <ac:grpSpMkLst>
            <pc:docMk/>
            <pc:sldMk cId="3410455670" sldId="256"/>
            <ac:grpSpMk id="19" creationId="{B6D328FE-2D40-1991-CC8A-3D20CF384128}"/>
          </ac:grpSpMkLst>
        </pc:grpChg>
        <pc:picChg chg="del">
          <ac:chgData name="Osvaldo Luiz Santos Pereira" userId="c308351cf5a860c7" providerId="LiveId" clId="{321F7B29-6969-48E4-A4DF-D2C1AA7426AD}" dt="2025-08-01T21:42:26.359" v="50" actId="478"/>
          <ac:picMkLst>
            <pc:docMk/>
            <pc:sldMk cId="3410455670" sldId="256"/>
            <ac:picMk id="18" creationId="{7BDB4994-B064-0BC7-D094-60E87DF5408E}"/>
          </ac:picMkLst>
        </pc:pic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  <pc:spChg chg="add mod">
          <ac:chgData name="Osvaldo Luiz Santos Pereira" userId="c308351cf5a860c7" providerId="LiveId" clId="{9695723C-3F98-416A-B4B4-C99EBF7519D5}" dt="2025-07-31T19:05:39.935" v="299" actId="1076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9695723C-3F98-416A-B4B4-C99EBF7519D5}" dt="2025-07-31T19:05:43.382" v="300" actId="1076"/>
          <ac:spMkLst>
            <pc:docMk/>
            <pc:sldMk cId="3410455670" sldId="256"/>
            <ac:spMk id="3" creationId="{1376403D-02E3-BCCD-236C-165C24D671F2}"/>
          </ac:spMkLst>
        </pc:spChg>
        <pc:spChg chg="add mod">
          <ac:chgData name="Osvaldo Luiz Santos Pereira" userId="c308351cf5a860c7" providerId="LiveId" clId="{9695723C-3F98-416A-B4B4-C99EBF7519D5}" dt="2025-07-31T19:17:50.078" v="447" actId="1076"/>
          <ac:spMkLst>
            <pc:docMk/>
            <pc:sldMk cId="3410455670" sldId="256"/>
            <ac:spMk id="6" creationId="{DA5B5C7C-A770-B984-6328-8B92590C1122}"/>
          </ac:spMkLst>
        </pc:spChg>
        <pc:spChg chg="add mod">
          <ac:chgData name="Osvaldo Luiz Santos Pereira" userId="c308351cf5a860c7" providerId="LiveId" clId="{9695723C-3F98-416A-B4B4-C99EBF7519D5}" dt="2025-07-31T19:17:52.617" v="448" actId="1076"/>
          <ac:spMkLst>
            <pc:docMk/>
            <pc:sldMk cId="3410455670" sldId="256"/>
            <ac:spMk id="7" creationId="{6184FD01-16E1-7E20-4B4B-40222343D3AB}"/>
          </ac:spMkLst>
        </pc:spChg>
        <pc:spChg chg="add del mod">
          <ac:chgData name="Osvaldo Luiz Santos Pereira" userId="c308351cf5a860c7" providerId="LiveId" clId="{9695723C-3F98-416A-B4B4-C99EBF7519D5}" dt="2025-07-31T19:03:40.347" v="245" actId="478"/>
          <ac:spMkLst>
            <pc:docMk/>
            <pc:sldMk cId="3410455670" sldId="256"/>
            <ac:spMk id="8" creationId="{96570B82-7272-D477-BF71-A2CA87C5E576}"/>
          </ac:spMkLst>
        </pc:spChg>
        <pc:spChg chg="add mod">
          <ac:chgData name="Osvaldo Luiz Santos Pereira" userId="c308351cf5a860c7" providerId="LiveId" clId="{9695723C-3F98-416A-B4B4-C99EBF7519D5}" dt="2025-07-31T19:20:02.133" v="463" actId="164"/>
          <ac:spMkLst>
            <pc:docMk/>
            <pc:sldMk cId="3410455670" sldId="256"/>
            <ac:spMk id="9" creationId="{F96C333C-F18B-A66F-6A74-23C476404682}"/>
          </ac:spMkLst>
        </pc:spChg>
        <pc:spChg chg="add mod">
          <ac:chgData name="Osvaldo Luiz Santos Pereira" userId="c308351cf5a860c7" providerId="LiveId" clId="{9695723C-3F98-416A-B4B4-C99EBF7519D5}" dt="2025-07-31T19:17:41.548" v="444" actId="1076"/>
          <ac:spMkLst>
            <pc:docMk/>
            <pc:sldMk cId="3410455670" sldId="256"/>
            <ac:spMk id="10" creationId="{6B79FFC0-4208-2EFE-7FB1-3A68C604ED48}"/>
          </ac:spMkLst>
        </pc:spChg>
        <pc:spChg chg="add mod">
          <ac:chgData name="Osvaldo Luiz Santos Pereira" userId="c308351cf5a860c7" providerId="LiveId" clId="{9695723C-3F98-416A-B4B4-C99EBF7519D5}" dt="2025-07-31T19:20:02.133" v="463" actId="164"/>
          <ac:spMkLst>
            <pc:docMk/>
            <pc:sldMk cId="3410455670" sldId="256"/>
            <ac:spMk id="13" creationId="{CBF176B0-5892-03A2-8D98-BAA8D6EC63A8}"/>
          </ac:spMkLst>
        </pc:spChg>
        <pc:spChg chg="add del mod">
          <ac:chgData name="Osvaldo Luiz Santos Pereira" userId="c308351cf5a860c7" providerId="LiveId" clId="{9695723C-3F98-416A-B4B4-C99EBF7519D5}" dt="2025-07-31T19:15:24.511" v="388" actId="478"/>
          <ac:spMkLst>
            <pc:docMk/>
            <pc:sldMk cId="3410455670" sldId="256"/>
            <ac:spMk id="14" creationId="{4EFFB572-B1B0-EA75-AE82-F223ACAACB62}"/>
          </ac:spMkLst>
        </pc:spChg>
        <pc:spChg chg="add mod">
          <ac:chgData name="Osvaldo Luiz Santos Pereira" userId="c308351cf5a860c7" providerId="LiveId" clId="{9695723C-3F98-416A-B4B4-C99EBF7519D5}" dt="2025-07-31T19:17:38.913" v="443" actId="1076"/>
          <ac:spMkLst>
            <pc:docMk/>
            <pc:sldMk cId="3410455670" sldId="256"/>
            <ac:spMk id="15" creationId="{E9EFA790-BF11-751B-1B7B-722054FBB498}"/>
          </ac:spMkLst>
        </pc:spChg>
        <pc:spChg chg="add mod">
          <ac:chgData name="Osvaldo Luiz Santos Pereira" userId="c308351cf5a860c7" providerId="LiveId" clId="{9695723C-3F98-416A-B4B4-C99EBF7519D5}" dt="2025-07-31T19:18:23.096" v="452" actId="1076"/>
          <ac:spMkLst>
            <pc:docMk/>
            <pc:sldMk cId="3410455670" sldId="256"/>
            <ac:spMk id="16" creationId="{529E8C7E-2923-C8E3-557C-5AA38FE8B686}"/>
          </ac:spMkLst>
        </pc:spChg>
        <pc:grpChg chg="add mod">
          <ac:chgData name="Osvaldo Luiz Santos Pereira" userId="c308351cf5a860c7" providerId="LiveId" clId="{9695723C-3F98-416A-B4B4-C99EBF7519D5}" dt="2025-07-31T19:20:02.133" v="463" actId="164"/>
          <ac:grpSpMkLst>
            <pc:docMk/>
            <pc:sldMk cId="3410455670" sldId="256"/>
            <ac:grpSpMk id="19" creationId="{B6D328FE-2D40-1991-CC8A-3D20CF384128}"/>
          </ac:grpSpMkLst>
        </pc:grpChg>
        <pc:picChg chg="add del mod">
          <ac:chgData name="Osvaldo Luiz Santos Pereira" userId="c308351cf5a860c7" providerId="LiveId" clId="{9695723C-3F98-416A-B4B4-C99EBF7519D5}" dt="2025-07-31T19:07:27.167" v="320" actId="478"/>
          <ac:picMkLst>
            <pc:docMk/>
            <pc:sldMk cId="3410455670" sldId="256"/>
            <ac:picMk id="12" creationId="{BD11A4FD-F2B1-3B69-9020-FD807C9EEDD6}"/>
          </ac:picMkLst>
        </pc:picChg>
        <pc:picChg chg="add mod">
          <ac:chgData name="Osvaldo Luiz Santos Pereira" userId="c308351cf5a860c7" providerId="LiveId" clId="{9695723C-3F98-416A-B4B4-C99EBF7519D5}" dt="2025-07-31T19:19:22.206" v="459" actId="1076"/>
          <ac:picMkLst>
            <pc:docMk/>
            <pc:sldMk cId="3410455670" sldId="256"/>
            <ac:picMk id="18" creationId="{7BDB4994-B064-0BC7-D094-60E87DF5408E}"/>
          </ac:picMkLst>
        </pc:picChg>
        <pc:cxnChg chg="add mod">
          <ac:chgData name="Osvaldo Luiz Santos Pereira" userId="c308351cf5a860c7" providerId="LiveId" clId="{9695723C-3F98-416A-B4B4-C99EBF7519D5}" dt="2025-07-31T19:17:56.650" v="449" actId="1076"/>
          <ac:cxnSpMkLst>
            <pc:docMk/>
            <pc:sldMk cId="3410455670" sldId="256"/>
            <ac:cxnSpMk id="5" creationId="{FF102456-5362-2191-8CE5-272A7544A499}"/>
          </ac:cxnSpMkLst>
        </pc:cxnChg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  <pc:spChg chg="del">
          <ac:chgData name="Osvaldo Luiz Santos Pereira" userId="c308351cf5a860c7" providerId="LiveId" clId="{4947ECA9-0EC0-49A1-ABAD-815BBEA2BB5D}" dt="2025-07-31T09:43:47.489" v="0" actId="478"/>
          <ac:spMkLst>
            <pc:docMk/>
            <pc:sldMk cId="3410455670" sldId="256"/>
            <ac:spMk id="5" creationId="{BE7C1EB2-81CB-FCA9-6515-5166A23A2519}"/>
          </ac:spMkLst>
        </pc:spChg>
        <pc:spChg chg="del">
          <ac:chgData name="Osvaldo Luiz Santos Pereira" userId="c308351cf5a860c7" providerId="LiveId" clId="{4947ECA9-0EC0-49A1-ABAD-815BBEA2BB5D}" dt="2025-07-31T09:43:47.489" v="0" actId="478"/>
          <ac:spMkLst>
            <pc:docMk/>
            <pc:sldMk cId="3410455670" sldId="256"/>
            <ac:spMk id="6" creationId="{880D12B7-946B-75E3-CD07-8FCB7805B2C4}"/>
          </ac:spMkLst>
        </pc:spChg>
        <pc:spChg chg="del">
          <ac:chgData name="Osvaldo Luiz Santos Pereira" userId="c308351cf5a860c7" providerId="LiveId" clId="{4947ECA9-0EC0-49A1-ABAD-815BBEA2BB5D}" dt="2025-07-31T09:43:47.489" v="0" actId="478"/>
          <ac:spMkLst>
            <pc:docMk/>
            <pc:sldMk cId="3410455670" sldId="256"/>
            <ac:spMk id="7" creationId="{03FD3906-AC72-7D9A-3A4C-95B1A075F1DA}"/>
          </ac:spMkLst>
        </pc:spChg>
        <pc:spChg chg="del">
          <ac:chgData name="Osvaldo Luiz Santos Pereira" userId="c308351cf5a860c7" providerId="LiveId" clId="{4947ECA9-0EC0-49A1-ABAD-815BBEA2BB5D}" dt="2025-07-31T09:43:47.489" v="0" actId="478"/>
          <ac:spMkLst>
            <pc:docMk/>
            <pc:sldMk cId="3410455670" sldId="256"/>
            <ac:spMk id="8" creationId="{1DF6AA28-2E26-551C-4824-81A5961F5BA9}"/>
          </ac:spMkLst>
        </pc:spChg>
        <pc:spChg chg="del">
          <ac:chgData name="Osvaldo Luiz Santos Pereira" userId="c308351cf5a860c7" providerId="LiveId" clId="{4947ECA9-0EC0-49A1-ABAD-815BBEA2BB5D}" dt="2025-07-31T09:43:47.489" v="0" actId="478"/>
          <ac:spMkLst>
            <pc:docMk/>
            <pc:sldMk cId="3410455670" sldId="256"/>
            <ac:spMk id="9" creationId="{1CD07383-BDF7-6BAD-1759-F08D26EBB10E}"/>
          </ac:spMkLst>
        </pc:spChg>
        <pc:spChg chg="del">
          <ac:chgData name="Osvaldo Luiz Santos Pereira" userId="c308351cf5a860c7" providerId="LiveId" clId="{4947ECA9-0EC0-49A1-ABAD-815BBEA2BB5D}" dt="2025-07-31T09:43:47.489" v="0" actId="478"/>
          <ac:spMkLst>
            <pc:docMk/>
            <pc:sldMk cId="3410455670" sldId="256"/>
            <ac:spMk id="79" creationId="{0C0A47D0-9848-1A3E-B82E-7ABB8D0FD56B}"/>
          </ac:spMkLst>
        </pc:spChg>
        <pc:cxnChg chg="del">
          <ac:chgData name="Osvaldo Luiz Santos Pereira" userId="c308351cf5a860c7" providerId="LiveId" clId="{4947ECA9-0EC0-49A1-ABAD-815BBEA2BB5D}" dt="2025-07-31T09:43:47.489" v="0" actId="478"/>
          <ac:cxnSpMkLst>
            <pc:docMk/>
            <pc:sldMk cId="3410455670" sldId="256"/>
            <ac:cxnSpMk id="3" creationId="{21E3A4C9-E53E-F56E-CBFD-0887D7B219E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762111" y="202474"/>
                <a:ext cx="16094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111" y="202474"/>
                <a:ext cx="1609480" cy="307777"/>
              </a:xfrm>
              <a:prstGeom prst="rect">
                <a:avLst/>
              </a:prstGeom>
              <a:blipFill>
                <a:blip r:embed="rId2"/>
                <a:stretch>
                  <a:fillRect l="-5303" t="-1961" r="-5303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/>
              <p:nvPr/>
            </p:nvSpPr>
            <p:spPr>
              <a:xfrm>
                <a:off x="1960271" y="788089"/>
                <a:ext cx="1121525" cy="585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)=?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271" y="788089"/>
                <a:ext cx="1121525" cy="58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A5B5C7C-A770-B984-6328-8B92590C1122}"/>
                  </a:ext>
                </a:extLst>
              </p:cNvPr>
              <p:cNvSpPr txBox="1"/>
              <p:nvPr/>
            </p:nvSpPr>
            <p:spPr>
              <a:xfrm>
                <a:off x="600575" y="2076130"/>
                <a:ext cx="2607316" cy="597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A5B5C7C-A770-B984-6328-8B92590C1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75" y="2076130"/>
                <a:ext cx="2607316" cy="5973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184FD01-16E1-7E20-4B4B-40222343D3AB}"/>
                  </a:ext>
                </a:extLst>
              </p:cNvPr>
              <p:cNvSpPr txBox="1"/>
              <p:nvPr/>
            </p:nvSpPr>
            <p:spPr>
              <a:xfrm>
                <a:off x="600575" y="3068025"/>
                <a:ext cx="3030253" cy="58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184FD01-16E1-7E20-4B4B-40222343D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75" y="3068025"/>
                <a:ext cx="3030253" cy="5862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B79FFC0-4208-2EFE-7FB1-3A68C604ED48}"/>
                  </a:ext>
                </a:extLst>
              </p:cNvPr>
              <p:cNvSpPr txBox="1"/>
              <p:nvPr/>
            </p:nvSpPr>
            <p:spPr>
              <a:xfrm>
                <a:off x="15800" y="5065300"/>
                <a:ext cx="5102102" cy="10331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unc>
                        <m:func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limLow>
                            <m:limLowPr>
                              <m:ctrlPr>
                                <a:rPr lang="pt-BR" sz="20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pt-BR" sz="20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  <m:func>
                        <m:func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0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sz="20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20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pt-BR" sz="20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pt-BR" sz="20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num>
                            <m:den>
                              <m:f>
                                <m:f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20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pt-BR" sz="20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den>
                          </m:f>
                          <m:r>
                            <m:rPr>
                              <m:nor/>
                            </m:rPr>
                            <a:rPr lang="pt-BR" sz="2000" dirty="0">
                              <a:solidFill>
                                <a:srgbClr val="FFFFFF"/>
                              </a:solidFill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B79FFC0-4208-2EFE-7FB1-3A68C604E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0" y="5065300"/>
                <a:ext cx="5102102" cy="10331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9EFA790-BF11-751B-1B7B-722054FBB498}"/>
                  </a:ext>
                </a:extLst>
              </p:cNvPr>
              <p:cNvSpPr txBox="1"/>
              <p:nvPr/>
            </p:nvSpPr>
            <p:spPr>
              <a:xfrm>
                <a:off x="285414" y="6468784"/>
                <a:ext cx="1939377" cy="446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f>
                      <m:fPr>
                        <m:ctrlP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pt-BR" sz="2000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9EFA790-BF11-751B-1B7B-722054FBB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14" y="6468784"/>
                <a:ext cx="1939377" cy="446341"/>
              </a:xfrm>
              <a:prstGeom prst="rect">
                <a:avLst/>
              </a:prstGeom>
              <a:blipFill>
                <a:blip r:embed="rId7"/>
                <a:stretch>
                  <a:fillRect l="-3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3319339" y="6519566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95A8CB4-5C40-EDB8-D0FE-B8382FFB4A49}"/>
                  </a:ext>
                </a:extLst>
              </p:cNvPr>
              <p:cNvSpPr txBox="1"/>
              <p:nvPr/>
            </p:nvSpPr>
            <p:spPr>
              <a:xfrm>
                <a:off x="600575" y="4155362"/>
                <a:ext cx="3726469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2000" b="0" i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20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95A8CB4-5C40-EDB8-D0FE-B8382FFB4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75" y="4155362"/>
                <a:ext cx="3726469" cy="6915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5" grpId="0"/>
      <p:bldP spid="16" grpId="0" animBg="1"/>
      <p:bldP spid="4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33</Words>
  <Application>Microsoft Office PowerPoint</Application>
  <PresentationFormat>Personalizar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2025-08-01T21:58:18Z</dcterms:modified>
</cp:coreProperties>
</file>