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08434E-66DF-4291-8147-3CB5BEA44F46}" v="200" dt="2025-09-20T13:12:55.5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88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30D4B243-E56E-4CD9-9C49-7B140616515F}"/>
    <pc:docChg chg="undo custSel modSld">
      <pc:chgData name="Osvaldo Luiz Santos Pereira" userId="c308351cf5a860c7" providerId="LiveId" clId="{30D4B243-E56E-4CD9-9C49-7B140616515F}" dt="2025-09-20T13:12:55.502" v="223"/>
      <pc:docMkLst>
        <pc:docMk/>
      </pc:docMkLst>
      <pc:sldChg chg="addSp delSp modSp mod modTransition delAnim modAnim">
        <pc:chgData name="Osvaldo Luiz Santos Pereira" userId="c308351cf5a860c7" providerId="LiveId" clId="{30D4B243-E56E-4CD9-9C49-7B140616515F}" dt="2025-09-20T13:12:55.502" v="223"/>
        <pc:sldMkLst>
          <pc:docMk/>
          <pc:sldMk cId="3410455670" sldId="256"/>
        </pc:sldMkLst>
        <pc:spChg chg="mod">
          <ac:chgData name="Osvaldo Luiz Santos Pereira" userId="c308351cf5a860c7" providerId="LiveId" clId="{30D4B243-E56E-4CD9-9C49-7B140616515F}" dt="2025-09-20T13:03:59.939" v="142" actId="20577"/>
          <ac:spMkLst>
            <pc:docMk/>
            <pc:sldMk cId="3410455670" sldId="256"/>
            <ac:spMk id="2" creationId="{D0F76A19-FCFA-BE77-FD1E-422BF7ED783C}"/>
          </ac:spMkLst>
        </pc:spChg>
        <pc:spChg chg="del">
          <ac:chgData name="Osvaldo Luiz Santos Pereira" userId="c308351cf5a860c7" providerId="LiveId" clId="{30D4B243-E56E-4CD9-9C49-7B140616515F}" dt="2025-09-20T13:00:20.734" v="1" actId="478"/>
          <ac:spMkLst>
            <pc:docMk/>
            <pc:sldMk cId="3410455670" sldId="256"/>
            <ac:spMk id="3" creationId="{1376403D-02E3-BCCD-236C-165C24D671F2}"/>
          </ac:spMkLst>
        </pc:spChg>
        <pc:spChg chg="add mod">
          <ac:chgData name="Osvaldo Luiz Santos Pereira" userId="c308351cf5a860c7" providerId="LiveId" clId="{30D4B243-E56E-4CD9-9C49-7B140616515F}" dt="2025-09-20T13:06:47.326" v="179" actId="1076"/>
          <ac:spMkLst>
            <pc:docMk/>
            <pc:sldMk cId="3410455670" sldId="256"/>
            <ac:spMk id="4" creationId="{ACFF9D6A-C2E4-D554-9FEB-DCCF6F467B3E}"/>
          </ac:spMkLst>
        </pc:spChg>
        <pc:spChg chg="del">
          <ac:chgData name="Osvaldo Luiz Santos Pereira" userId="c308351cf5a860c7" providerId="LiveId" clId="{30D4B243-E56E-4CD9-9C49-7B140616515F}" dt="2025-09-20T13:02:12.822" v="92" actId="478"/>
          <ac:spMkLst>
            <pc:docMk/>
            <pc:sldMk cId="3410455670" sldId="256"/>
            <ac:spMk id="6" creationId="{DA5B5C7C-A770-B984-6328-8B92590C1122}"/>
          </ac:spMkLst>
        </pc:spChg>
        <pc:spChg chg="del">
          <ac:chgData name="Osvaldo Luiz Santos Pereira" userId="c308351cf5a860c7" providerId="LiveId" clId="{30D4B243-E56E-4CD9-9C49-7B140616515F}" dt="2025-09-20T13:01:51.781" v="91" actId="478"/>
          <ac:spMkLst>
            <pc:docMk/>
            <pc:sldMk cId="3410455670" sldId="256"/>
            <ac:spMk id="7" creationId="{6184FD01-16E1-7E20-4B4B-40222343D3AB}"/>
          </ac:spMkLst>
        </pc:spChg>
        <pc:spChg chg="add mod">
          <ac:chgData name="Osvaldo Luiz Santos Pereira" userId="c308351cf5a860c7" providerId="LiveId" clId="{30D4B243-E56E-4CD9-9C49-7B140616515F}" dt="2025-09-20T13:06:17.714" v="175" actId="1076"/>
          <ac:spMkLst>
            <pc:docMk/>
            <pc:sldMk cId="3410455670" sldId="256"/>
            <ac:spMk id="8" creationId="{5CB4A4C4-DCF8-C703-A925-C913A6D1AC19}"/>
          </ac:spMkLst>
        </pc:spChg>
        <pc:spChg chg="del">
          <ac:chgData name="Osvaldo Luiz Santos Pereira" userId="c308351cf5a860c7" providerId="LiveId" clId="{30D4B243-E56E-4CD9-9C49-7B140616515F}" dt="2025-09-20T13:00:10.805" v="0" actId="478"/>
          <ac:spMkLst>
            <pc:docMk/>
            <pc:sldMk cId="3410455670" sldId="256"/>
            <ac:spMk id="10" creationId="{6B79FFC0-4208-2EFE-7FB1-3A68C604ED48}"/>
          </ac:spMkLst>
        </pc:spChg>
        <pc:spChg chg="add mod">
          <ac:chgData name="Osvaldo Luiz Santos Pereira" userId="c308351cf5a860c7" providerId="LiveId" clId="{30D4B243-E56E-4CD9-9C49-7B140616515F}" dt="2025-09-20T13:06:14.850" v="174" actId="1076"/>
          <ac:spMkLst>
            <pc:docMk/>
            <pc:sldMk cId="3410455670" sldId="256"/>
            <ac:spMk id="11" creationId="{F123AF78-CC32-4FF2-2069-BD72A1BC0536}"/>
          </ac:spMkLst>
        </pc:spChg>
        <pc:spChg chg="add del mod">
          <ac:chgData name="Osvaldo Luiz Santos Pereira" userId="c308351cf5a860c7" providerId="LiveId" clId="{30D4B243-E56E-4CD9-9C49-7B140616515F}" dt="2025-09-20T13:09:12.675" v="207" actId="478"/>
          <ac:spMkLst>
            <pc:docMk/>
            <pc:sldMk cId="3410455670" sldId="256"/>
            <ac:spMk id="12" creationId="{106947C8-93CE-7B5A-9693-B4745B39F7E1}"/>
          </ac:spMkLst>
        </pc:spChg>
        <pc:spChg chg="del">
          <ac:chgData name="Osvaldo Luiz Santos Pereira" userId="c308351cf5a860c7" providerId="LiveId" clId="{30D4B243-E56E-4CD9-9C49-7B140616515F}" dt="2025-09-20T13:00:10.805" v="0" actId="478"/>
          <ac:spMkLst>
            <pc:docMk/>
            <pc:sldMk cId="3410455670" sldId="256"/>
            <ac:spMk id="15" creationId="{E9EFA790-BF11-751B-1B7B-722054FBB498}"/>
          </ac:spMkLst>
        </pc:spChg>
        <pc:spChg chg="mod">
          <ac:chgData name="Osvaldo Luiz Santos Pereira" userId="c308351cf5a860c7" providerId="LiveId" clId="{30D4B243-E56E-4CD9-9C49-7B140616515F}" dt="2025-09-20T13:09:17.998" v="208" actId="1076"/>
          <ac:spMkLst>
            <pc:docMk/>
            <pc:sldMk cId="3410455670" sldId="256"/>
            <ac:spMk id="16" creationId="{529E8C7E-2923-C8E3-557C-5AA38FE8B686}"/>
          </ac:spMkLst>
        </pc:spChg>
        <pc:spChg chg="add mod">
          <ac:chgData name="Osvaldo Luiz Santos Pereira" userId="c308351cf5a860c7" providerId="LiveId" clId="{30D4B243-E56E-4CD9-9C49-7B140616515F}" dt="2025-09-20T13:09:17.998" v="208" actId="1076"/>
          <ac:spMkLst>
            <pc:docMk/>
            <pc:sldMk cId="3410455670" sldId="256"/>
            <ac:spMk id="17" creationId="{38284372-FD36-691D-E26B-A36D7AA476BA}"/>
          </ac:spMkLst>
        </pc:spChg>
        <pc:grpChg chg="del">
          <ac:chgData name="Osvaldo Luiz Santos Pereira" userId="c308351cf5a860c7" providerId="LiveId" clId="{30D4B243-E56E-4CD9-9C49-7B140616515F}" dt="2025-09-20T13:00:10.805" v="0" actId="478"/>
          <ac:grpSpMkLst>
            <pc:docMk/>
            <pc:sldMk cId="3410455670" sldId="256"/>
            <ac:grpSpMk id="19" creationId="{B6D328FE-2D40-1991-CC8A-3D20CF384128}"/>
          </ac:grpSpMkLst>
        </pc:grpChg>
        <pc:picChg chg="add mod">
          <ac:chgData name="Osvaldo Luiz Santos Pereira" userId="c308351cf5a860c7" providerId="LiveId" clId="{30D4B243-E56E-4CD9-9C49-7B140616515F}" dt="2025-09-20T13:06:41.949" v="178" actId="1076"/>
          <ac:picMkLst>
            <pc:docMk/>
            <pc:sldMk cId="3410455670" sldId="256"/>
            <ac:picMk id="14" creationId="{16330F1D-27A9-375C-179A-7F2C10A173AC}"/>
          </ac:picMkLst>
        </pc:picChg>
        <pc:picChg chg="del">
          <ac:chgData name="Osvaldo Luiz Santos Pereira" userId="c308351cf5a860c7" providerId="LiveId" clId="{30D4B243-E56E-4CD9-9C49-7B140616515F}" dt="2025-09-20T13:00:10.805" v="0" actId="478"/>
          <ac:picMkLst>
            <pc:docMk/>
            <pc:sldMk cId="3410455670" sldId="256"/>
            <ac:picMk id="18" creationId="{7BDB4994-B064-0BC7-D094-60E87DF5408E}"/>
          </ac:picMkLst>
        </pc:picChg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  <pc:sldChg chg="addSp delSp modSp mod modAnim">
        <pc:chgData name="Osvaldo Luiz Santos Pereira" userId="c308351cf5a860c7" providerId="LiveId" clId="{9695723C-3F98-416A-B4B4-C99EBF7519D5}" dt="2025-07-31T19:23:47.059" v="476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20/09/2025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1324652" y="607422"/>
                <a:ext cx="2615844" cy="58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m:rPr>
                              <m:sty m:val="p"/>
                            </m:r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652" y="607422"/>
                <a:ext cx="2615844" cy="58625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711234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4346258" y="6784381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CFF9D6A-C2E4-D554-9FEB-DCCF6F467B3E}"/>
                  </a:ext>
                </a:extLst>
              </p:cNvPr>
              <p:cNvSpPr txBox="1"/>
              <p:nvPr/>
            </p:nvSpPr>
            <p:spPr>
              <a:xfrm>
                <a:off x="89666" y="2825935"/>
                <a:ext cx="4954370" cy="87325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pt-BR" sz="200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</m:d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=2 </m:t>
                      </m:r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  <a:p>
                <a:pPr/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CFF9D6A-C2E4-D554-9FEB-DCCF6F467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66" y="2825935"/>
                <a:ext cx="4954370" cy="8732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4A4C4-DCF8-C703-A925-C913A6D1AC19}"/>
                  </a:ext>
                </a:extLst>
              </p:cNvPr>
              <p:cNvSpPr txBox="1"/>
              <p:nvPr/>
            </p:nvSpPr>
            <p:spPr>
              <a:xfrm>
                <a:off x="254904" y="3740965"/>
                <a:ext cx="3482748" cy="9435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num>
                        <m:den>
                          <m:f>
                            <m:f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r>
                        <m:rPr>
                          <m:sty m:val="p"/>
                        </m:rP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4A4C4-DCF8-C703-A925-C913A6D1A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04" y="3740965"/>
                <a:ext cx="3482748" cy="9435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23AF78-CC32-4FF2-2069-BD72A1BC0536}"/>
                  </a:ext>
                </a:extLst>
              </p:cNvPr>
              <p:cNvSpPr txBox="1"/>
              <p:nvPr/>
            </p:nvSpPr>
            <p:spPr>
              <a:xfrm>
                <a:off x="254904" y="5133079"/>
                <a:ext cx="3933128" cy="9435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pt-BR" sz="2000" i="1">
                                      <a:solidFill>
                                        <a:srgbClr val="FFFFFF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f>
                            <m:fPr>
                              <m:ctrlP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pt-BR" sz="2000" b="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den>
                      </m:f>
                      <m:limLow>
                        <m:limLow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200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r>
                        <m:rPr>
                          <m:sty m:val="p"/>
                        </m:rP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d>
                        <m:d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23AF78-CC32-4FF2-2069-BD72A1BC0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04" y="5133079"/>
                <a:ext cx="3933128" cy="9435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áfico 13" descr="Boa Ideia estrutura de tópicos">
            <a:extLst>
              <a:ext uri="{FF2B5EF4-FFF2-40B4-BE49-F238E27FC236}">
                <a16:creationId xmlns:a16="http://schemas.microsoft.com/office/drawing/2014/main" id="{16330F1D-27A9-375C-179A-7F2C10A173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629" y="1970669"/>
            <a:ext cx="914400" cy="9144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8284372-FD36-691D-E26B-A36D7AA476BA}"/>
                  </a:ext>
                </a:extLst>
              </p:cNvPr>
              <p:cNvSpPr txBox="1"/>
              <p:nvPr/>
            </p:nvSpPr>
            <p:spPr>
              <a:xfrm>
                <a:off x="254904" y="6690872"/>
                <a:ext cx="3671903" cy="5862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t-BR" sz="2000" b="0" i="0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lim>
                      </m:limLow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)−</m:t>
                          </m:r>
                          <m:r>
                            <m:rPr>
                              <m:sty m:val="p"/>
                            </m:r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8284372-FD36-691D-E26B-A36D7AA47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904" y="6690872"/>
                <a:ext cx="3671903" cy="5862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" grpId="0"/>
      <p:bldP spid="8" grpId="0"/>
      <p:bldP spid="11" grpId="0"/>
      <p:bldP spid="17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270</TotalTime>
  <Words>37</Words>
  <Application>Microsoft Office PowerPoint</Application>
  <PresentationFormat>Personalizar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2025-09-20T13:12:56Z</dcterms:modified>
</cp:coreProperties>
</file>