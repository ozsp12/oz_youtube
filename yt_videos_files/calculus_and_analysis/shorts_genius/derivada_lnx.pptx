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5B3449-73F6-47A8-8E6C-0C0864E92DA8}" v="149" dt="2025-08-07T02:39:48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876" y="2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6820B8A7-9978-4D90-B983-4C45FD9822E4}"/>
    <pc:docChg chg="modSld">
      <pc:chgData name="Osvaldo Luiz Santos Pereira" userId="c308351cf5a860c7" providerId="LiveId" clId="{6820B8A7-9978-4D90-B983-4C45FD9822E4}" dt="2025-08-05T17:31:56.196" v="123" actId="20577"/>
      <pc:docMkLst>
        <pc:docMk/>
      </pc:docMkLst>
      <pc:sldChg chg="modSp mod">
        <pc:chgData name="Osvaldo Luiz Santos Pereira" userId="c308351cf5a860c7" providerId="LiveId" clId="{6820B8A7-9978-4D90-B983-4C45FD9822E4}" dt="2025-08-05T17:31:56.196" v="123" actId="20577"/>
        <pc:sldMkLst>
          <pc:docMk/>
          <pc:sldMk cId="3410455670" sldId="256"/>
        </pc:sldMkLst>
        <pc:spChg chg="mod">
          <ac:chgData name="Osvaldo Luiz Santos Pereira" userId="c308351cf5a860c7" providerId="LiveId" clId="{6820B8A7-9978-4D90-B983-4C45FD9822E4}" dt="2025-08-05T17:30:21.598" v="74" actId="1076"/>
          <ac:spMkLst>
            <pc:docMk/>
            <pc:sldMk cId="3410455670" sldId="256"/>
            <ac:spMk id="2" creationId="{D0F76A19-FCFA-BE77-FD1E-422BF7ED783C}"/>
          </ac:spMkLst>
        </pc:spChg>
        <pc:spChg chg="mod">
          <ac:chgData name="Osvaldo Luiz Santos Pereira" userId="c308351cf5a860c7" providerId="LiveId" clId="{6820B8A7-9978-4D90-B983-4C45FD9822E4}" dt="2025-08-05T17:31:09.885" v="108" actId="6549"/>
          <ac:spMkLst>
            <pc:docMk/>
            <pc:sldMk cId="3410455670" sldId="256"/>
            <ac:spMk id="4" creationId="{595A8CB4-5C40-EDB8-D0FE-B8382FFB4A49}"/>
          </ac:spMkLst>
        </pc:spChg>
        <pc:spChg chg="mod">
          <ac:chgData name="Osvaldo Luiz Santos Pereira" userId="c308351cf5a860c7" providerId="LiveId" clId="{6820B8A7-9978-4D90-B983-4C45FD9822E4}" dt="2025-08-05T17:30:43.504" v="98" actId="20577"/>
          <ac:spMkLst>
            <pc:docMk/>
            <pc:sldMk cId="3410455670" sldId="256"/>
            <ac:spMk id="7" creationId="{6184FD01-16E1-7E20-4B4B-40222343D3AB}"/>
          </ac:spMkLst>
        </pc:spChg>
        <pc:spChg chg="mod">
          <ac:chgData name="Osvaldo Luiz Santos Pereira" userId="c308351cf5a860c7" providerId="LiveId" clId="{6820B8A7-9978-4D90-B983-4C45FD9822E4}" dt="2025-08-05T17:31:56.196" v="123" actId="20577"/>
          <ac:spMkLst>
            <pc:docMk/>
            <pc:sldMk cId="3410455670" sldId="256"/>
            <ac:spMk id="8" creationId="{87522B44-3296-506E-1F30-A489F20514F7}"/>
          </ac:spMkLst>
        </pc:spChg>
        <pc:spChg chg="mod">
          <ac:chgData name="Osvaldo Luiz Santos Pereira" userId="c308351cf5a860c7" providerId="LiveId" clId="{6820B8A7-9978-4D90-B983-4C45FD9822E4}" dt="2025-08-05T17:31:31.518" v="110"/>
          <ac:spMkLst>
            <pc:docMk/>
            <pc:sldMk cId="3410455670" sldId="256"/>
            <ac:spMk id="10" creationId="{6B79FFC0-4208-2EFE-7FB1-3A68C604ED48}"/>
          </ac:spMkLst>
        </pc:spChg>
      </pc:sldChg>
    </pc:docChg>
  </pc:docChgLst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addSp delSp modSp mod delAnim modAnim">
        <pc:chgData name="Osvaldo Luiz Santos Pereira" userId="c308351cf5a860c7" providerId="LiveId" clId="{09CC957C-A866-436E-BCBD-A3218F29A105}" dt="2025-07-31T01:43:11.318" v="197"/>
        <pc:sldMkLst>
          <pc:docMk/>
          <pc:sldMk cId="3410455670" sldId="256"/>
        </pc:sldMkLst>
      </pc:sldChg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D25B3449-73F6-47A8-8E6C-0C0864E92DA8}"/>
    <pc:docChg chg="modSld">
      <pc:chgData name="Osvaldo Luiz Santos Pereira" userId="c308351cf5a860c7" providerId="LiveId" clId="{D25B3449-73F6-47A8-8E6C-0C0864E92DA8}" dt="2025-08-07T02:39:57.473" v="151" actId="1076"/>
      <pc:docMkLst>
        <pc:docMk/>
      </pc:docMkLst>
      <pc:sldChg chg="modSp mod">
        <pc:chgData name="Osvaldo Luiz Santos Pereira" userId="c308351cf5a860c7" providerId="LiveId" clId="{D25B3449-73F6-47A8-8E6C-0C0864E92DA8}" dt="2025-08-07T02:39:57.473" v="151" actId="1076"/>
        <pc:sldMkLst>
          <pc:docMk/>
          <pc:sldMk cId="3410455670" sldId="256"/>
        </pc:sldMkLst>
        <pc:spChg chg="mod">
          <ac:chgData name="Osvaldo Luiz Santos Pereira" userId="c308351cf5a860c7" providerId="LiveId" clId="{D25B3449-73F6-47A8-8E6C-0C0864E92DA8}" dt="2025-08-07T02:35:15.441" v="28" actId="20577"/>
          <ac:spMkLst>
            <pc:docMk/>
            <pc:sldMk cId="3410455670" sldId="256"/>
            <ac:spMk id="2" creationId="{D0F76A19-FCFA-BE77-FD1E-422BF7ED783C}"/>
          </ac:spMkLst>
        </pc:spChg>
        <pc:spChg chg="mod">
          <ac:chgData name="Osvaldo Luiz Santos Pereira" userId="c308351cf5a860c7" providerId="LiveId" clId="{D25B3449-73F6-47A8-8E6C-0C0864E92DA8}" dt="2025-08-07T02:39:57.473" v="151" actId="1076"/>
          <ac:spMkLst>
            <pc:docMk/>
            <pc:sldMk cId="3410455670" sldId="256"/>
            <ac:spMk id="4" creationId="{595A8CB4-5C40-EDB8-D0FE-B8382FFB4A49}"/>
          </ac:spMkLst>
        </pc:spChg>
        <pc:spChg chg="mod">
          <ac:chgData name="Osvaldo Luiz Santos Pereira" userId="c308351cf5a860c7" providerId="LiveId" clId="{D25B3449-73F6-47A8-8E6C-0C0864E92DA8}" dt="2025-08-07T02:35:54.673" v="85" actId="20577"/>
          <ac:spMkLst>
            <pc:docMk/>
            <pc:sldMk cId="3410455670" sldId="256"/>
            <ac:spMk id="7" creationId="{6184FD01-16E1-7E20-4B4B-40222343D3AB}"/>
          </ac:spMkLst>
        </pc:spChg>
        <pc:spChg chg="mod">
          <ac:chgData name="Osvaldo Luiz Santos Pereira" userId="c308351cf5a860c7" providerId="LiveId" clId="{D25B3449-73F6-47A8-8E6C-0C0864E92DA8}" dt="2025-08-07T02:39:48.690" v="150" actId="20577"/>
          <ac:spMkLst>
            <pc:docMk/>
            <pc:sldMk cId="3410455670" sldId="256"/>
            <ac:spMk id="8" creationId="{87522B44-3296-506E-1F30-A489F20514F7}"/>
          </ac:spMkLst>
        </pc:spChg>
        <pc:spChg chg="mod">
          <ac:chgData name="Osvaldo Luiz Santos Pereira" userId="c308351cf5a860c7" providerId="LiveId" clId="{D25B3449-73F6-47A8-8E6C-0C0864E92DA8}" dt="2025-08-07T02:39:30.553" v="137"/>
          <ac:spMkLst>
            <pc:docMk/>
            <pc:sldMk cId="3410455670" sldId="256"/>
            <ac:spMk id="10" creationId="{6B79FFC0-4208-2EFE-7FB1-3A68C604ED48}"/>
          </ac:spMkLst>
        </pc:spChg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321F7B29-6969-48E4-A4DF-D2C1AA7426AD}"/>
    <pc:docChg chg="custSel modSld">
      <pc:chgData name="Osvaldo Luiz Santos Pereira" userId="c308351cf5a860c7" providerId="LiveId" clId="{321F7B29-6969-48E4-A4DF-D2C1AA7426AD}" dt="2025-08-01T21:58:10.035" v="294" actId="1076"/>
      <pc:docMkLst>
        <pc:docMk/>
      </pc:docMkLst>
      <pc:sldChg chg="addSp delSp modSp mod delAnim modAnim">
        <pc:chgData name="Osvaldo Luiz Santos Pereira" userId="c308351cf5a860c7" providerId="LiveId" clId="{321F7B29-6969-48E4-A4DF-D2C1AA7426AD}" dt="2025-08-01T21:58:10.035" v="294" actId="1076"/>
        <pc:sldMkLst>
          <pc:docMk/>
          <pc:sldMk cId="3410455670" sldId="256"/>
        </pc:sldMkLst>
        <pc:spChg chg="mod">
          <ac:chgData name="Osvaldo Luiz Santos Pereira" userId="c308351cf5a860c7" providerId="LiveId" clId="{321F7B29-6969-48E4-A4DF-D2C1AA7426AD}" dt="2025-08-01T21:41:20.733" v="15" actId="1076"/>
          <ac:spMkLst>
            <pc:docMk/>
            <pc:sldMk cId="3410455670" sldId="256"/>
            <ac:spMk id="2" creationId="{D0F76A19-FCFA-BE77-FD1E-422BF7ED783C}"/>
          </ac:spMkLst>
        </pc:spChg>
        <pc:spChg chg="add mod">
          <ac:chgData name="Osvaldo Luiz Santos Pereira" userId="c308351cf5a860c7" providerId="LiveId" clId="{321F7B29-6969-48E4-A4DF-D2C1AA7426AD}" dt="2025-08-01T21:57:47.310" v="292" actId="1037"/>
          <ac:spMkLst>
            <pc:docMk/>
            <pc:sldMk cId="3410455670" sldId="256"/>
            <ac:spMk id="4" creationId="{595A8CB4-5C40-EDB8-D0FE-B8382FFB4A49}"/>
          </ac:spMkLst>
        </pc:spChg>
        <pc:spChg chg="mod">
          <ac:chgData name="Osvaldo Luiz Santos Pereira" userId="c308351cf5a860c7" providerId="LiveId" clId="{321F7B29-6969-48E4-A4DF-D2C1AA7426AD}" dt="2025-08-01T21:57:47.310" v="292" actId="1037"/>
          <ac:spMkLst>
            <pc:docMk/>
            <pc:sldMk cId="3410455670" sldId="256"/>
            <ac:spMk id="6" creationId="{DA5B5C7C-A770-B984-6328-8B92590C1122}"/>
          </ac:spMkLst>
        </pc:spChg>
        <pc:spChg chg="mod">
          <ac:chgData name="Osvaldo Luiz Santos Pereira" userId="c308351cf5a860c7" providerId="LiveId" clId="{321F7B29-6969-48E4-A4DF-D2C1AA7426AD}" dt="2025-08-01T21:57:47.310" v="292" actId="1037"/>
          <ac:spMkLst>
            <pc:docMk/>
            <pc:sldMk cId="3410455670" sldId="256"/>
            <ac:spMk id="7" creationId="{6184FD01-16E1-7E20-4B4B-40222343D3AB}"/>
          </ac:spMkLst>
        </pc:spChg>
        <pc:spChg chg="mod">
          <ac:chgData name="Osvaldo Luiz Santos Pereira" userId="c308351cf5a860c7" providerId="LiveId" clId="{321F7B29-6969-48E4-A4DF-D2C1AA7426AD}" dt="2025-08-01T21:50:43.307" v="229" actId="1076"/>
          <ac:spMkLst>
            <pc:docMk/>
            <pc:sldMk cId="3410455670" sldId="256"/>
            <ac:spMk id="10" creationId="{6B79FFC0-4208-2EFE-7FB1-3A68C604ED48}"/>
          </ac:spMkLst>
        </pc:spChg>
        <pc:spChg chg="mod">
          <ac:chgData name="Osvaldo Luiz Santos Pereira" userId="c308351cf5a860c7" providerId="LiveId" clId="{321F7B29-6969-48E4-A4DF-D2C1AA7426AD}" dt="2025-08-01T21:58:10.035" v="294" actId="1076"/>
          <ac:spMkLst>
            <pc:docMk/>
            <pc:sldMk cId="3410455670" sldId="256"/>
            <ac:spMk id="16" creationId="{529E8C7E-2923-C8E3-557C-5AA38FE8B686}"/>
          </ac:spMkLst>
        </pc:spChg>
      </pc:sldChg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</pc:docChg>
  </pc:docChgLst>
  <pc:docChgLst>
    <pc:chgData name="Osvaldo Luiz Santos Pereira" userId="c308351cf5a860c7" providerId="LiveId" clId="{0E1967A4-1167-4736-B128-DD9B47A5C9D1}"/>
    <pc:docChg chg="custSel modSld">
      <pc:chgData name="Osvaldo Luiz Santos Pereira" userId="c308351cf5a860c7" providerId="LiveId" clId="{0E1967A4-1167-4736-B128-DD9B47A5C9D1}" dt="2025-08-03T11:59:11.583" v="56"/>
      <pc:docMkLst>
        <pc:docMk/>
      </pc:docMkLst>
      <pc:sldChg chg="addSp delSp modSp mod delAnim modAnim">
        <pc:chgData name="Osvaldo Luiz Santos Pereira" userId="c308351cf5a860c7" providerId="LiveId" clId="{0E1967A4-1167-4736-B128-DD9B47A5C9D1}" dt="2025-08-03T11:59:11.583" v="56"/>
        <pc:sldMkLst>
          <pc:docMk/>
          <pc:sldMk cId="3410455670" sldId="256"/>
        </pc:sldMkLst>
        <pc:spChg chg="mod">
          <ac:chgData name="Osvaldo Luiz Santos Pereira" userId="c308351cf5a860c7" providerId="LiveId" clId="{0E1967A4-1167-4736-B128-DD9B47A5C9D1}" dt="2025-08-03T11:55:30.316" v="2" actId="20577"/>
          <ac:spMkLst>
            <pc:docMk/>
            <pc:sldMk cId="3410455670" sldId="256"/>
            <ac:spMk id="2" creationId="{D0F76A19-FCFA-BE77-FD1E-422BF7ED783C}"/>
          </ac:spMkLst>
        </pc:spChg>
        <pc:spChg chg="mod">
          <ac:chgData name="Osvaldo Luiz Santos Pereira" userId="c308351cf5a860c7" providerId="LiveId" clId="{0E1967A4-1167-4736-B128-DD9B47A5C9D1}" dt="2025-08-03T11:56:05.788" v="12" actId="20577"/>
          <ac:spMkLst>
            <pc:docMk/>
            <pc:sldMk cId="3410455670" sldId="256"/>
            <ac:spMk id="4" creationId="{595A8CB4-5C40-EDB8-D0FE-B8382FFB4A49}"/>
          </ac:spMkLst>
        </pc:spChg>
        <pc:spChg chg="mod">
          <ac:chgData name="Osvaldo Luiz Santos Pereira" userId="c308351cf5a860c7" providerId="LiveId" clId="{0E1967A4-1167-4736-B128-DD9B47A5C9D1}" dt="2025-08-03T11:55:41.515" v="8" actId="20577"/>
          <ac:spMkLst>
            <pc:docMk/>
            <pc:sldMk cId="3410455670" sldId="256"/>
            <ac:spMk id="7" creationId="{6184FD01-16E1-7E20-4B4B-40222343D3AB}"/>
          </ac:spMkLst>
        </pc:spChg>
        <pc:spChg chg="add mod">
          <ac:chgData name="Osvaldo Luiz Santos Pereira" userId="c308351cf5a860c7" providerId="LiveId" clId="{0E1967A4-1167-4736-B128-DD9B47A5C9D1}" dt="2025-08-03T11:58:04.690" v="51" actId="1076"/>
          <ac:spMkLst>
            <pc:docMk/>
            <pc:sldMk cId="3410455670" sldId="256"/>
            <ac:spMk id="8" creationId="{87522B44-3296-506E-1F30-A489F20514F7}"/>
          </ac:spMkLst>
        </pc:spChg>
        <pc:spChg chg="mod">
          <ac:chgData name="Osvaldo Luiz Santos Pereira" userId="c308351cf5a860c7" providerId="LiveId" clId="{0E1967A4-1167-4736-B128-DD9B47A5C9D1}" dt="2025-08-03T11:56:27.270" v="17" actId="20577"/>
          <ac:spMkLst>
            <pc:docMk/>
            <pc:sldMk cId="3410455670" sldId="256"/>
            <ac:spMk id="10" creationId="{6B79FFC0-4208-2EFE-7FB1-3A68C604ED4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1186077" y="202474"/>
                <a:ext cx="22521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pt-BR" sz="20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0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a:rPr lang="pt-BR" sz="20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0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0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pt-BR" sz="2000" dirty="0">
                    <a:solidFill>
                      <a:srgbClr val="FFFFFF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077" y="202474"/>
                <a:ext cx="2252155" cy="307777"/>
              </a:xfrm>
              <a:prstGeom prst="rect">
                <a:avLst/>
              </a:prstGeom>
              <a:blipFill>
                <a:blip r:embed="rId2"/>
                <a:stretch>
                  <a:fillRect l="-5420" r="-542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76403D-02E3-BCCD-236C-165C24D671F2}"/>
                  </a:ext>
                </a:extLst>
              </p:cNvPr>
              <p:cNvSpPr txBox="1"/>
              <p:nvPr/>
            </p:nvSpPr>
            <p:spPr>
              <a:xfrm>
                <a:off x="1960271" y="788089"/>
                <a:ext cx="1121525" cy="585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)=?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76403D-02E3-BCCD-236C-165C24D67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271" y="788089"/>
                <a:ext cx="1121525" cy="58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F102456-5362-2191-8CE5-272A7544A499}"/>
              </a:ext>
            </a:extLst>
          </p:cNvPr>
          <p:cNvCxnSpPr/>
          <p:nvPr/>
        </p:nvCxnSpPr>
        <p:spPr>
          <a:xfrm>
            <a:off x="587829" y="1711234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A5B5C7C-A770-B984-6328-8B92590C1122}"/>
                  </a:ext>
                </a:extLst>
              </p:cNvPr>
              <p:cNvSpPr txBox="1"/>
              <p:nvPr/>
            </p:nvSpPr>
            <p:spPr>
              <a:xfrm>
                <a:off x="600575" y="2076130"/>
                <a:ext cx="2607316" cy="597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A5B5C7C-A770-B984-6328-8B92590C1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75" y="2076130"/>
                <a:ext cx="2607316" cy="5973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184FD01-16E1-7E20-4B4B-40222343D3AB}"/>
                  </a:ext>
                </a:extLst>
              </p:cNvPr>
              <p:cNvSpPr txBox="1"/>
              <p:nvPr/>
            </p:nvSpPr>
            <p:spPr>
              <a:xfrm>
                <a:off x="600575" y="3068025"/>
                <a:ext cx="2878673" cy="5862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)−ℓ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184FD01-16E1-7E20-4B4B-40222343D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75" y="3068025"/>
                <a:ext cx="2878673" cy="5862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6B79FFC0-4208-2EFE-7FB1-3A68C604ED48}"/>
                  </a:ext>
                </a:extLst>
              </p:cNvPr>
              <p:cNvSpPr txBox="1"/>
              <p:nvPr/>
            </p:nvSpPr>
            <p:spPr>
              <a:xfrm>
                <a:off x="15800" y="5065300"/>
                <a:ext cx="3610925" cy="861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pt-BR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0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pt-BR" sz="20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→0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0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0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f>
                                        <m:fPr>
                                          <m:ctrlPr>
                                            <a:rPr lang="pt-BR" sz="20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20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pt-BR" sz="20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pt-BR" sz="20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pt-BR" sz="20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0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pt-BR" sz="20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pt-BR" sz="20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func>
                        </m:e>
                      </m:d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6B79FFC0-4208-2EFE-7FB1-3A68C604E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0" y="5065300"/>
                <a:ext cx="3610925" cy="8613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ângulo 15">
            <a:extLst>
              <a:ext uri="{FF2B5EF4-FFF2-40B4-BE49-F238E27FC236}">
                <a16:creationId xmlns:a16="http://schemas.microsoft.com/office/drawing/2014/main" id="{529E8C7E-2923-C8E3-557C-5AA38FE8B686}"/>
              </a:ext>
            </a:extLst>
          </p:cNvPr>
          <p:cNvSpPr/>
          <p:nvPr/>
        </p:nvSpPr>
        <p:spPr>
          <a:xfrm>
            <a:off x="3319339" y="6519566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95A8CB4-5C40-EDB8-D0FE-B8382FFB4A49}"/>
                  </a:ext>
                </a:extLst>
              </p:cNvPr>
              <p:cNvSpPr txBox="1"/>
              <p:nvPr/>
            </p:nvSpPr>
            <p:spPr>
              <a:xfrm>
                <a:off x="600575" y="4048828"/>
                <a:ext cx="2307234" cy="8613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pt-BR" sz="2000" b="0" i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95A8CB4-5C40-EDB8-D0FE-B8382FFB4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75" y="4048828"/>
                <a:ext cx="2307234" cy="8613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7522B44-3296-506E-1F30-A489F20514F7}"/>
                  </a:ext>
                </a:extLst>
              </p:cNvPr>
              <p:cNvSpPr txBox="1"/>
              <p:nvPr/>
            </p:nvSpPr>
            <p:spPr>
              <a:xfrm>
                <a:off x="285414" y="6384021"/>
                <a:ext cx="1229054" cy="585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7522B44-3296-506E-1F30-A489F2051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14" y="6384021"/>
                <a:ext cx="1229054" cy="5851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6" grpId="0" animBg="1"/>
      <p:bldP spid="4" grpId="0"/>
      <p:bldP spid="8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296</TotalTime>
  <Words>34</Words>
  <Application>Microsoft Office PowerPoint</Application>
  <PresentationFormat>Personalizar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2025-08-07T02:40:04Z</dcterms:modified>
</cp:coreProperties>
</file>