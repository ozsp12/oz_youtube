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4DEE5-19E6-44F3-BB5D-3801B597D30B}" v="8" dt="2025-08-31T14:32:36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7064DEE5-19E6-44F3-BB5D-3801B597D30B}"/>
    <pc:docChg chg="modSld">
      <pc:chgData name="Osvaldo Luiz Santos Pereira" userId="c308351cf5a860c7" providerId="LiveId" clId="{7064DEE5-19E6-44F3-BB5D-3801B597D30B}" dt="2025-08-31T14:32:36.010" v="7" actId="20577"/>
      <pc:docMkLst>
        <pc:docMk/>
      </pc:docMkLst>
      <pc:sldChg chg="modSp">
        <pc:chgData name="Osvaldo Luiz Santos Pereira" userId="c308351cf5a860c7" providerId="LiveId" clId="{7064DEE5-19E6-44F3-BB5D-3801B597D30B}" dt="2025-08-31T14:32:36.010" v="7" actId="20577"/>
        <pc:sldMkLst>
          <pc:docMk/>
          <pc:sldMk cId="3410455670" sldId="256"/>
        </pc:sldMkLst>
        <pc:spChg chg="mod">
          <ac:chgData name="Osvaldo Luiz Santos Pereira" userId="c308351cf5a860c7" providerId="LiveId" clId="{7064DEE5-19E6-44F3-BB5D-3801B597D30B}" dt="2025-08-31T14:31:21.521" v="1" actId="20577"/>
          <ac:spMkLst>
            <pc:docMk/>
            <pc:sldMk cId="3410455670" sldId="256"/>
            <ac:spMk id="5" creationId="{BE7C1EB2-81CB-FCA9-6515-5166A23A2519}"/>
          </ac:spMkLst>
        </pc:spChg>
        <pc:spChg chg="mod">
          <ac:chgData name="Osvaldo Luiz Santos Pereira" userId="c308351cf5a860c7" providerId="LiveId" clId="{7064DEE5-19E6-44F3-BB5D-3801B597D30B}" dt="2025-08-31T14:31:25.866" v="3" actId="20577"/>
          <ac:spMkLst>
            <pc:docMk/>
            <pc:sldMk cId="3410455670" sldId="256"/>
            <ac:spMk id="6" creationId="{880D12B7-946B-75E3-CD07-8FCB7805B2C4}"/>
          </ac:spMkLst>
        </pc:spChg>
        <pc:spChg chg="mod">
          <ac:chgData name="Osvaldo Luiz Santos Pereira" userId="c308351cf5a860c7" providerId="LiveId" clId="{7064DEE5-19E6-44F3-BB5D-3801B597D30B}" dt="2025-08-31T14:32:22.708" v="5" actId="20577"/>
          <ac:spMkLst>
            <pc:docMk/>
            <pc:sldMk cId="3410455670" sldId="256"/>
            <ac:spMk id="7" creationId="{03FD3906-AC72-7D9A-3A4C-95B1A075F1DA}"/>
          </ac:spMkLst>
        </pc:spChg>
        <pc:spChg chg="mod">
          <ac:chgData name="Osvaldo Luiz Santos Pereira" userId="c308351cf5a860c7" providerId="LiveId" clId="{7064DEE5-19E6-44F3-BB5D-3801B597D30B}" dt="2025-08-31T14:32:36.010" v="7" actId="20577"/>
          <ac:spMkLst>
            <pc:docMk/>
            <pc:sldMk cId="3410455670" sldId="256"/>
            <ac:spMk id="8" creationId="{1DF6AA28-2E26-551C-4824-81A5961F5BA9}"/>
          </ac:spMkLst>
        </pc:spChg>
      </pc:sldChg>
    </pc:docChg>
  </pc:docChgLst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31/08/2025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0C0A47D0-9848-1A3E-B82E-7ABB8D0FD56B}"/>
                  </a:ext>
                </a:extLst>
              </p:cNvPr>
              <p:cNvSpPr txBox="1"/>
              <p:nvPr/>
            </p:nvSpPr>
            <p:spPr>
              <a:xfrm>
                <a:off x="383771" y="240625"/>
                <a:ext cx="4377545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0C0A47D0-9848-1A3E-B82E-7ABB8D0FD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1" y="240625"/>
                <a:ext cx="4377545" cy="1037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1E3A4C9-E53E-F56E-CBFD-0887D7B219E1}"/>
              </a:ext>
            </a:extLst>
          </p:cNvPr>
          <p:cNvCxnSpPr>
            <a:cxnSpLocks/>
          </p:cNvCxnSpPr>
          <p:nvPr/>
        </p:nvCxnSpPr>
        <p:spPr>
          <a:xfrm>
            <a:off x="949530" y="1606731"/>
            <a:ext cx="324602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E7C1EB2-81CB-FCA9-6515-5166A23A2519}"/>
                  </a:ext>
                </a:extLst>
              </p:cNvPr>
              <p:cNvSpPr txBox="1"/>
              <p:nvPr/>
            </p:nvSpPr>
            <p:spPr>
              <a:xfrm>
                <a:off x="383771" y="2056362"/>
                <a:ext cx="3949286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=1+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E7C1EB2-81CB-FCA9-6515-5166A23A2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1" y="2056362"/>
                <a:ext cx="3949286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80D12B7-946B-75E3-CD07-8FCB7805B2C4}"/>
                  </a:ext>
                </a:extLst>
              </p:cNvPr>
              <p:cNvSpPr txBox="1"/>
              <p:nvPr/>
            </p:nvSpPr>
            <p:spPr>
              <a:xfrm>
                <a:off x="383771" y="3338524"/>
                <a:ext cx="279698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80D12B7-946B-75E3-CD07-8FCB7805B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1" y="3338524"/>
                <a:ext cx="2796983" cy="1037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3FD3906-AC72-7D9A-3A4C-95B1A075F1DA}"/>
                  </a:ext>
                </a:extLst>
              </p:cNvPr>
              <p:cNvSpPr txBox="1"/>
              <p:nvPr/>
            </p:nvSpPr>
            <p:spPr>
              <a:xfrm>
                <a:off x="383771" y="4796931"/>
                <a:ext cx="324544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3FD3906-AC72-7D9A-3A4C-95B1A075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1" y="4796931"/>
                <a:ext cx="3245440" cy="10378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DF6AA28-2E26-551C-4824-81A5961F5BA9}"/>
                  </a:ext>
                </a:extLst>
              </p:cNvPr>
              <p:cNvSpPr txBox="1"/>
              <p:nvPr/>
            </p:nvSpPr>
            <p:spPr>
              <a:xfrm>
                <a:off x="383771" y="6401892"/>
                <a:ext cx="435837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DF6AA28-2E26-551C-4824-81A5961F5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1" y="6401892"/>
                <a:ext cx="4358373" cy="1037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>
            <a:extLst>
              <a:ext uri="{FF2B5EF4-FFF2-40B4-BE49-F238E27FC236}">
                <a16:creationId xmlns:a16="http://schemas.microsoft.com/office/drawing/2014/main" id="{1CD07383-BDF7-6BAD-1759-F08D26EBB10E}"/>
              </a:ext>
            </a:extLst>
          </p:cNvPr>
          <p:cNvSpPr/>
          <p:nvPr/>
        </p:nvSpPr>
        <p:spPr>
          <a:xfrm>
            <a:off x="4491027" y="8142098"/>
            <a:ext cx="244256" cy="24425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33</Words>
  <Application>Microsoft Office PowerPoint</Application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2025-08-31T14:32:41Z</dcterms:modified>
</cp:coreProperties>
</file>