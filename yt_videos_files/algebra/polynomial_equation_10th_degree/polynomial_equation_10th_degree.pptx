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6"/>
  </p:notesMasterIdLst>
  <p:sldIdLst>
    <p:sldId id="275" r:id="rId2"/>
    <p:sldId id="289" r:id="rId3"/>
    <p:sldId id="290" r:id="rId4"/>
    <p:sldId id="291" r:id="rId5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482269-1022-4F49-9431-8FD7BD75A2EE}" v="834" dt="2025-10-17T01:15:55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372" y="3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92CD67B-3838-4A8E-B7E8-504DA24E6CEA}"/>
    <pc:docChg chg="undo custSel addSld delSld modSld sldOrd">
      <pc:chgData name="Osvaldo Luiz Santos Pereira" userId="c308351cf5a860c7" providerId="LiveId" clId="{D92CD67B-3838-4A8E-B7E8-504DA24E6CEA}" dt="2025-08-09T01:28:11.441" v="432"/>
      <pc:docMkLst>
        <pc:docMk/>
      </pc:docMkLst>
      <pc:sldChg chg="modTransition modAnim">
        <pc:chgData name="Osvaldo Luiz Santos Pereira" userId="c308351cf5a860c7" providerId="LiveId" clId="{D92CD67B-3838-4A8E-B7E8-504DA24E6CEA}" dt="2025-08-09T01:01:26.292" v="274"/>
        <pc:sldMkLst>
          <pc:docMk/>
          <pc:sldMk cId="3067423610" sldId="258"/>
        </pc:sldMkLst>
      </pc:sldChg>
      <pc:sldChg chg="modSp modTransition modAnim">
        <pc:chgData name="Osvaldo Luiz Santos Pereira" userId="c308351cf5a860c7" providerId="LiveId" clId="{D92CD67B-3838-4A8E-B7E8-504DA24E6CEA}" dt="2025-08-09T01:16:02.352" v="427" actId="20577"/>
        <pc:sldMkLst>
          <pc:docMk/>
          <pc:sldMk cId="916029383" sldId="259"/>
        </pc:sldMkLst>
      </pc:sldChg>
      <pc:sldChg chg="modTransition modAnim">
        <pc:chgData name="Osvaldo Luiz Santos Pereira" userId="c308351cf5a860c7" providerId="LiveId" clId="{D92CD67B-3838-4A8E-B7E8-504DA24E6CEA}" dt="2025-08-09T00:57:45.625" v="156"/>
        <pc:sldMkLst>
          <pc:docMk/>
          <pc:sldMk cId="3070961284" sldId="261"/>
        </pc:sldMkLst>
      </pc:sldChg>
      <pc:sldChg chg="ord modTransition modAnim">
        <pc:chgData name="Osvaldo Luiz Santos Pereira" userId="c308351cf5a860c7" providerId="LiveId" clId="{D92CD67B-3838-4A8E-B7E8-504DA24E6CEA}" dt="2025-08-09T00:58:04.676" v="157"/>
        <pc:sldMkLst>
          <pc:docMk/>
          <pc:sldMk cId="662823859" sldId="262"/>
        </pc:sldMkLst>
      </pc:sldChg>
      <pc:sldChg chg="modTransition modAnim">
        <pc:chgData name="Osvaldo Luiz Santos Pereira" userId="c308351cf5a860c7" providerId="LiveId" clId="{D92CD67B-3838-4A8E-B7E8-504DA24E6CEA}" dt="2025-08-09T01:14:24.759" v="398"/>
        <pc:sldMkLst>
          <pc:docMk/>
          <pc:sldMk cId="507282837" sldId="263"/>
        </pc:sldMkLst>
      </pc:sldChg>
      <pc:sldChg chg="modTransition modAnim">
        <pc:chgData name="Osvaldo Luiz Santos Pereira" userId="c308351cf5a860c7" providerId="LiveId" clId="{D92CD67B-3838-4A8E-B7E8-504DA24E6CEA}" dt="2025-08-09T01:14:29.904" v="403"/>
        <pc:sldMkLst>
          <pc:docMk/>
          <pc:sldMk cId="2247708559" sldId="264"/>
        </pc:sldMkLst>
      </pc:sldChg>
      <pc:sldChg chg="modTransition modAnim">
        <pc:chgData name="Osvaldo Luiz Santos Pereira" userId="c308351cf5a860c7" providerId="LiveId" clId="{D92CD67B-3838-4A8E-B7E8-504DA24E6CEA}" dt="2025-08-09T01:11:06.335" v="381"/>
        <pc:sldMkLst>
          <pc:docMk/>
          <pc:sldMk cId="4211106752" sldId="265"/>
        </pc:sldMkLst>
      </pc:sldChg>
      <pc:sldChg chg="modTransition modAnim">
        <pc:chgData name="Osvaldo Luiz Santos Pereira" userId="c308351cf5a860c7" providerId="LiveId" clId="{D92CD67B-3838-4A8E-B7E8-504DA24E6CEA}" dt="2025-08-09T01:28:11.441" v="432"/>
        <pc:sldMkLst>
          <pc:docMk/>
          <pc:sldMk cId="925325881" sldId="266"/>
        </pc:sldMkLst>
      </pc:sldChg>
      <pc:sldChg chg="modSp modAnim">
        <pc:chgData name="Osvaldo Luiz Santos Pereira" userId="c308351cf5a860c7" providerId="LiveId" clId="{D92CD67B-3838-4A8E-B7E8-504DA24E6CEA}" dt="2025-08-09T00:10:55.374" v="117" actId="20577"/>
        <pc:sldMkLst>
          <pc:docMk/>
          <pc:sldMk cId="1289244108" sldId="267"/>
        </pc:sldMkLst>
      </pc:sldChg>
      <pc:sldChg chg="modSp modTransition modAnim">
        <pc:chgData name="Osvaldo Luiz Santos Pereira" userId="c308351cf5a860c7" providerId="LiveId" clId="{D92CD67B-3838-4A8E-B7E8-504DA24E6CEA}" dt="2025-08-09T01:01:16.081" v="260"/>
        <pc:sldMkLst>
          <pc:docMk/>
          <pc:sldMk cId="89530914" sldId="268"/>
        </pc:sldMkLst>
      </pc:sldChg>
      <pc:sldChg chg="modTransition modAnim">
        <pc:chgData name="Osvaldo Luiz Santos Pereira" userId="c308351cf5a860c7" providerId="LiveId" clId="{D92CD67B-3838-4A8E-B7E8-504DA24E6CEA}" dt="2025-08-09T01:01:53.502" v="286"/>
        <pc:sldMkLst>
          <pc:docMk/>
          <pc:sldMk cId="3879095415" sldId="269"/>
        </pc:sldMkLst>
      </pc:sldChg>
      <pc:sldChg chg="modTransition modAnim">
        <pc:chgData name="Osvaldo Luiz Santos Pereira" userId="c308351cf5a860c7" providerId="LiveId" clId="{D92CD67B-3838-4A8E-B7E8-504DA24E6CEA}" dt="2025-08-09T01:02:15.200" v="300"/>
        <pc:sldMkLst>
          <pc:docMk/>
          <pc:sldMk cId="32095444" sldId="270"/>
        </pc:sldMkLst>
      </pc:sldChg>
      <pc:sldChg chg="addSp delSp modSp add del mod ord modTransition modAnim">
        <pc:chgData name="Osvaldo Luiz Santos Pereira" userId="c308351cf5a860c7" providerId="LiveId" clId="{D92CD67B-3838-4A8E-B7E8-504DA24E6CEA}" dt="2025-08-09T00:59:54.679" v="216"/>
        <pc:sldMkLst>
          <pc:docMk/>
          <pc:sldMk cId="3795408482" sldId="271"/>
        </pc:sldMkLst>
      </pc:sldChg>
      <pc:sldChg chg="addSp modSp add del mod">
        <pc:chgData name="Osvaldo Luiz Santos Pereira" userId="c308351cf5a860c7" providerId="LiveId" clId="{D92CD67B-3838-4A8E-B7E8-504DA24E6CEA}" dt="2025-08-08T23:49:28.152" v="45" actId="47"/>
        <pc:sldMkLst>
          <pc:docMk/>
          <pc:sldMk cId="609415764" sldId="272"/>
        </pc:sldMkLst>
      </pc:sldChg>
      <pc:sldChg chg="delSp modSp add mod modTransition">
        <pc:chgData name="Osvaldo Luiz Santos Pereira" userId="c308351cf5a860c7" providerId="LiveId" clId="{D92CD67B-3838-4A8E-B7E8-504DA24E6CEA}" dt="2025-08-09T00:59:57.376" v="217"/>
        <pc:sldMkLst>
          <pc:docMk/>
          <pc:sldMk cId="1342036027" sldId="272"/>
        </pc:sldMkLst>
      </pc:sldChg>
      <pc:sldChg chg="modSp add del mod modTransition modAnim">
        <pc:chgData name="Osvaldo Luiz Santos Pereira" userId="c308351cf5a860c7" providerId="LiveId" clId="{D92CD67B-3838-4A8E-B7E8-504DA24E6CEA}" dt="2025-08-08T23:52:38.476" v="52" actId="47"/>
        <pc:sldMkLst>
          <pc:docMk/>
          <pc:sldMk cId="3604448470" sldId="272"/>
        </pc:sldMkLst>
      </pc:sldChg>
      <pc:sldChg chg="delSp modSp add mod modTransition">
        <pc:chgData name="Osvaldo Luiz Santos Pereira" userId="c308351cf5a860c7" providerId="LiveId" clId="{D92CD67B-3838-4A8E-B7E8-504DA24E6CEA}" dt="2025-08-09T01:00:01.367" v="218"/>
        <pc:sldMkLst>
          <pc:docMk/>
          <pc:sldMk cId="3217380307" sldId="273"/>
        </pc:sldMkLst>
      </pc:sldChg>
      <pc:sldChg chg="delSp modSp add mod modTransition">
        <pc:chgData name="Osvaldo Luiz Santos Pereira" userId="c308351cf5a860c7" providerId="LiveId" clId="{D92CD67B-3838-4A8E-B7E8-504DA24E6CEA}" dt="2025-08-09T01:23:36.093" v="431"/>
        <pc:sldMkLst>
          <pc:docMk/>
          <pc:sldMk cId="2783137623" sldId="274"/>
        </pc:sldMkLst>
      </pc:sldChg>
      <pc:sldChg chg="new modTransition">
        <pc:chgData name="Osvaldo Luiz Santos Pereira" userId="c308351cf5a860c7" providerId="LiveId" clId="{D92CD67B-3838-4A8E-B7E8-504DA24E6CEA}" dt="2025-08-09T01:14:58.223" v="407"/>
        <pc:sldMkLst>
          <pc:docMk/>
          <pc:sldMk cId="2426334548" sldId="275"/>
        </pc:sldMkLst>
      </pc:sldChg>
      <pc:sldChg chg="add">
        <pc:chgData name="Osvaldo Luiz Santos Pereira" userId="c308351cf5a860c7" providerId="LiveId" clId="{D92CD67B-3838-4A8E-B7E8-504DA24E6CEA}" dt="2025-08-09T01:15:02.604" v="409"/>
        <pc:sldMkLst>
          <pc:docMk/>
          <pc:sldMk cId="540946614" sldId="276"/>
        </pc:sldMkLst>
      </pc:sldChg>
      <pc:sldChg chg="add del">
        <pc:chgData name="Osvaldo Luiz Santos Pereira" userId="c308351cf5a860c7" providerId="LiveId" clId="{D92CD67B-3838-4A8E-B7E8-504DA24E6CEA}" dt="2025-08-09T01:15:00.265" v="408" actId="47"/>
        <pc:sldMkLst>
          <pc:docMk/>
          <pc:sldMk cId="2953629805" sldId="276"/>
        </pc:sldMkLst>
      </pc:sldChg>
      <pc:sldChg chg="add">
        <pc:chgData name="Osvaldo Luiz Santos Pereira" userId="c308351cf5a860c7" providerId="LiveId" clId="{D92CD67B-3838-4A8E-B7E8-504DA24E6CEA}" dt="2025-08-09T01:15:05.761" v="410"/>
        <pc:sldMkLst>
          <pc:docMk/>
          <pc:sldMk cId="3886539619" sldId="277"/>
        </pc:sldMkLst>
      </pc:sldChg>
      <pc:sldChg chg="add">
        <pc:chgData name="Osvaldo Luiz Santos Pereira" userId="c308351cf5a860c7" providerId="LiveId" clId="{D92CD67B-3838-4A8E-B7E8-504DA24E6CEA}" dt="2025-08-09T01:15:11.482" v="411"/>
        <pc:sldMkLst>
          <pc:docMk/>
          <pc:sldMk cId="1467288226" sldId="278"/>
        </pc:sldMkLst>
      </pc:sldChg>
      <pc:sldChg chg="add">
        <pc:chgData name="Osvaldo Luiz Santos Pereira" userId="c308351cf5a860c7" providerId="LiveId" clId="{D92CD67B-3838-4A8E-B7E8-504DA24E6CEA}" dt="2025-08-09T01:15:13.052" v="412"/>
        <pc:sldMkLst>
          <pc:docMk/>
          <pc:sldMk cId="3766197904" sldId="279"/>
        </pc:sldMkLst>
      </pc:sldChg>
      <pc:sldChg chg="add">
        <pc:chgData name="Osvaldo Luiz Santos Pereira" userId="c308351cf5a860c7" providerId="LiveId" clId="{D92CD67B-3838-4A8E-B7E8-504DA24E6CEA}" dt="2025-08-09T01:15:20.981" v="413"/>
        <pc:sldMkLst>
          <pc:docMk/>
          <pc:sldMk cId="3355517273" sldId="280"/>
        </pc:sldMkLst>
      </pc:sldChg>
      <pc:sldChg chg="add">
        <pc:chgData name="Osvaldo Luiz Santos Pereira" userId="c308351cf5a860c7" providerId="LiveId" clId="{D92CD67B-3838-4A8E-B7E8-504DA24E6CEA}" dt="2025-08-09T01:15:24.174" v="414"/>
        <pc:sldMkLst>
          <pc:docMk/>
          <pc:sldMk cId="2482398718" sldId="281"/>
        </pc:sldMkLst>
      </pc:sldChg>
      <pc:sldChg chg="add">
        <pc:chgData name="Osvaldo Luiz Santos Pereira" userId="c308351cf5a860c7" providerId="LiveId" clId="{D92CD67B-3838-4A8E-B7E8-504DA24E6CEA}" dt="2025-08-09T01:15:26.620" v="415"/>
        <pc:sldMkLst>
          <pc:docMk/>
          <pc:sldMk cId="710261317" sldId="282"/>
        </pc:sldMkLst>
      </pc:sldChg>
      <pc:sldChg chg="add">
        <pc:chgData name="Osvaldo Luiz Santos Pereira" userId="c308351cf5a860c7" providerId="LiveId" clId="{D92CD67B-3838-4A8E-B7E8-504DA24E6CEA}" dt="2025-08-09T01:15:28.432" v="416"/>
        <pc:sldMkLst>
          <pc:docMk/>
          <pc:sldMk cId="4024257271" sldId="283"/>
        </pc:sldMkLst>
      </pc:sldChg>
      <pc:sldChg chg="add">
        <pc:chgData name="Osvaldo Luiz Santos Pereira" userId="c308351cf5a860c7" providerId="LiveId" clId="{D92CD67B-3838-4A8E-B7E8-504DA24E6CEA}" dt="2025-08-09T01:15:30.218" v="417"/>
        <pc:sldMkLst>
          <pc:docMk/>
          <pc:sldMk cId="3335286933" sldId="284"/>
        </pc:sldMkLst>
      </pc:sldChg>
      <pc:sldChg chg="add">
        <pc:chgData name="Osvaldo Luiz Santos Pereira" userId="c308351cf5a860c7" providerId="LiveId" clId="{D92CD67B-3838-4A8E-B7E8-504DA24E6CEA}" dt="2025-08-09T01:15:32.120" v="418"/>
        <pc:sldMkLst>
          <pc:docMk/>
          <pc:sldMk cId="4206032303" sldId="285"/>
        </pc:sldMkLst>
      </pc:sldChg>
      <pc:sldChg chg="add">
        <pc:chgData name="Osvaldo Luiz Santos Pereira" userId="c308351cf5a860c7" providerId="LiveId" clId="{D92CD67B-3838-4A8E-B7E8-504DA24E6CEA}" dt="2025-08-09T01:15:35.798" v="419"/>
        <pc:sldMkLst>
          <pc:docMk/>
          <pc:sldMk cId="3494459104" sldId="286"/>
        </pc:sldMkLst>
      </pc:sldChg>
    </pc:docChg>
  </pc:docChgLst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5679594-D7BD-491F-8AB7-AB729C1B641A}"/>
    <pc:docChg chg="undo custSel addSld delSld modSld">
      <pc:chgData name="Osvaldo Luiz Santos Pereira" userId="c308351cf5a860c7" providerId="LiveId" clId="{25679594-D7BD-491F-8AB7-AB729C1B641A}" dt="2025-07-20T22:20:35.642" v="46" actId="20577"/>
      <pc:docMkLst>
        <pc:docMk/>
      </pc:docMkLst>
      <pc:sldChg chg="delSp modSp add del mod">
        <pc:chgData name="Osvaldo Luiz Santos Pereira" userId="c308351cf5a860c7" providerId="LiveId" clId="{25679594-D7BD-491F-8AB7-AB729C1B641A}" dt="2025-07-20T22:20:35.642" v="46" actId="20577"/>
        <pc:sldMkLst>
          <pc:docMk/>
          <pc:sldMk cId="0" sldId="256"/>
        </pc:sldMkLst>
      </pc:sldChg>
      <pc:sldChg chg="del">
        <pc:chgData name="Osvaldo Luiz Santos Pereira" userId="c308351cf5a860c7" providerId="LiveId" clId="{25679594-D7BD-491F-8AB7-AB729C1B641A}" dt="2025-07-20T22:19:44.895" v="0" actId="47"/>
        <pc:sldMkLst>
          <pc:docMk/>
          <pc:sldMk cId="0" sldId="257"/>
        </pc:sldMkLst>
      </pc:sldChg>
      <pc:sldChg chg="del">
        <pc:chgData name="Osvaldo Luiz Santos Pereira" userId="c308351cf5a860c7" providerId="LiveId" clId="{25679594-D7BD-491F-8AB7-AB729C1B641A}" dt="2025-07-20T22:19:45.641" v="1" actId="47"/>
        <pc:sldMkLst>
          <pc:docMk/>
          <pc:sldMk cId="0" sldId="258"/>
        </pc:sldMkLst>
      </pc:sldChg>
      <pc:sldChg chg="del">
        <pc:chgData name="Osvaldo Luiz Santos Pereira" userId="c308351cf5a860c7" providerId="LiveId" clId="{25679594-D7BD-491F-8AB7-AB729C1B641A}" dt="2025-07-20T22:19:46.019" v="4" actId="47"/>
        <pc:sldMkLst>
          <pc:docMk/>
          <pc:sldMk cId="0" sldId="259"/>
        </pc:sldMkLst>
      </pc:sldChg>
      <pc:sldChg chg="del">
        <pc:chgData name="Osvaldo Luiz Santos Pereira" userId="c308351cf5a860c7" providerId="LiveId" clId="{25679594-D7BD-491F-8AB7-AB729C1B641A}" dt="2025-07-20T22:19:46.159" v="5" actId="47"/>
        <pc:sldMkLst>
          <pc:docMk/>
          <pc:sldMk cId="0" sldId="260"/>
        </pc:sldMkLst>
      </pc:sldChg>
      <pc:sldChg chg="del">
        <pc:chgData name="Osvaldo Luiz Santos Pereira" userId="c308351cf5a860c7" providerId="LiveId" clId="{25679594-D7BD-491F-8AB7-AB729C1B641A}" dt="2025-07-20T22:19:46.280" v="6" actId="47"/>
        <pc:sldMkLst>
          <pc:docMk/>
          <pc:sldMk cId="0" sldId="261"/>
        </pc:sldMkLst>
      </pc:sldChg>
      <pc:sldChg chg="del">
        <pc:chgData name="Osvaldo Luiz Santos Pereira" userId="c308351cf5a860c7" providerId="LiveId" clId="{25679594-D7BD-491F-8AB7-AB729C1B641A}" dt="2025-07-20T22:19:45.754" v="2" actId="47"/>
        <pc:sldMkLst>
          <pc:docMk/>
          <pc:sldMk cId="770525427" sldId="262"/>
        </pc:sldMkLst>
      </pc:sldChg>
      <pc:sldChg chg="del">
        <pc:chgData name="Osvaldo Luiz Santos Pereira" userId="c308351cf5a860c7" providerId="LiveId" clId="{25679594-D7BD-491F-8AB7-AB729C1B641A}" dt="2025-07-20T22:19:45.938" v="3" actId="47"/>
        <pc:sldMkLst>
          <pc:docMk/>
          <pc:sldMk cId="35454892" sldId="263"/>
        </pc:sldMkLst>
      </pc:sldChg>
      <pc:sldMasterChg chg="addSldLayout delSldLayout">
        <pc:chgData name="Osvaldo Luiz Santos Pereira" userId="c308351cf5a860c7" providerId="LiveId" clId="{25679594-D7BD-491F-8AB7-AB729C1B641A}" dt="2025-07-20T22:19:47.257" v="8" actId="47"/>
        <pc:sldMasterMkLst>
          <pc:docMk/>
          <pc:sldMasterMk cId="1831813391" sldId="2147483656"/>
        </pc:sldMasterMkLst>
        <pc:sldLayoutChg chg="add del">
          <pc:chgData name="Osvaldo Luiz Santos Pereira" userId="c308351cf5a860c7" providerId="LiveId" clId="{25679594-D7BD-491F-8AB7-AB729C1B641A}" dt="2025-07-20T22:19:47.257" v="8" actId="47"/>
          <pc:sldLayoutMkLst>
            <pc:docMk/>
            <pc:sldMasterMk cId="1831813391" sldId="2147483656"/>
            <pc:sldLayoutMk cId="3063225688" sldId="2147483668"/>
          </pc:sldLayoutMkLst>
        </pc:sldLayoutChg>
        <pc:sldLayoutChg chg="del">
          <pc:chgData name="Osvaldo Luiz Santos Pereira" userId="c308351cf5a860c7" providerId="LiveId" clId="{25679594-D7BD-491F-8AB7-AB729C1B641A}" dt="2025-07-20T22:19:44.895" v="0" actId="47"/>
          <pc:sldLayoutMkLst>
            <pc:docMk/>
            <pc:sldMasterMk cId="1831813391" sldId="2147483656"/>
            <pc:sldLayoutMk cId="3015824448" sldId="2147483669"/>
          </pc:sldLayoutMkLst>
        </pc:sldLayoutChg>
        <pc:sldLayoutChg chg="del">
          <pc:chgData name="Osvaldo Luiz Santos Pereira" userId="c308351cf5a860c7" providerId="LiveId" clId="{25679594-D7BD-491F-8AB7-AB729C1B641A}" dt="2025-07-20T22:19:45.938" v="3" actId="47"/>
          <pc:sldLayoutMkLst>
            <pc:docMk/>
            <pc:sldMasterMk cId="1831813391" sldId="2147483656"/>
            <pc:sldLayoutMk cId="3379518103" sldId="2147483670"/>
          </pc:sldLayoutMkLst>
        </pc:sldLayoutChg>
        <pc:sldLayoutChg chg="del">
          <pc:chgData name="Osvaldo Luiz Santos Pereira" userId="c308351cf5a860c7" providerId="LiveId" clId="{25679594-D7BD-491F-8AB7-AB729C1B641A}" dt="2025-07-20T22:19:46.019" v="4" actId="47"/>
          <pc:sldLayoutMkLst>
            <pc:docMk/>
            <pc:sldMasterMk cId="1831813391" sldId="2147483656"/>
            <pc:sldLayoutMk cId="2517824387" sldId="2147483671"/>
          </pc:sldLayoutMkLst>
        </pc:sldLayoutChg>
        <pc:sldLayoutChg chg="del">
          <pc:chgData name="Osvaldo Luiz Santos Pereira" userId="c308351cf5a860c7" providerId="LiveId" clId="{25679594-D7BD-491F-8AB7-AB729C1B641A}" dt="2025-07-20T22:19:46.159" v="5" actId="47"/>
          <pc:sldLayoutMkLst>
            <pc:docMk/>
            <pc:sldMasterMk cId="1831813391" sldId="2147483656"/>
            <pc:sldLayoutMk cId="2670046631" sldId="2147483672"/>
          </pc:sldLayoutMkLst>
        </pc:sldLayoutChg>
        <pc:sldLayoutChg chg="del">
          <pc:chgData name="Osvaldo Luiz Santos Pereira" userId="c308351cf5a860c7" providerId="LiveId" clId="{25679594-D7BD-491F-8AB7-AB729C1B641A}" dt="2025-07-20T22:19:46.280" v="6" actId="47"/>
          <pc:sldLayoutMkLst>
            <pc:docMk/>
            <pc:sldMasterMk cId="1831813391" sldId="2147483656"/>
            <pc:sldLayoutMk cId="1893514841" sldId="2147483673"/>
          </pc:sldLayoutMkLst>
        </pc:sldLayoutChg>
      </pc:sldMasterChg>
    </pc:docChg>
  </pc:docChgLst>
  <pc:docChgLst>
    <pc:chgData name="Osvaldo Luiz Santos Pereira" userId="c308351cf5a860c7" providerId="LiveId" clId="{30D4B243-E56E-4CD9-9C49-7B140616515F}"/>
    <pc:docChg chg="undo redo custSel addSld delSld modSld sldOrd">
      <pc:chgData name="Osvaldo Luiz Santos Pereira" userId="c308351cf5a860c7" providerId="LiveId" clId="{30D4B243-E56E-4CD9-9C49-7B140616515F}" dt="2025-10-17T01:15:55.458" v="3818"/>
      <pc:docMkLst>
        <pc:docMk/>
      </pc:docMkLst>
      <pc:sldChg chg="delSp modSp del mod">
        <pc:chgData name="Osvaldo Luiz Santos Pereira" userId="c308351cf5a860c7" providerId="LiveId" clId="{30D4B243-E56E-4CD9-9C49-7B140616515F}" dt="2025-09-16T23:59:18.181" v="776" actId="47"/>
        <pc:sldMkLst>
          <pc:docMk/>
          <pc:sldMk cId="3067423610" sldId="258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010" v="1593" actId="47"/>
        <pc:sldMkLst>
          <pc:docMk/>
          <pc:sldMk cId="916029383" sldId="259"/>
        </pc:sldMkLst>
      </pc:sldChg>
      <pc:sldChg chg="delSp modSp del mod modTransition">
        <pc:chgData name="Osvaldo Luiz Santos Pereira" userId="c308351cf5a860c7" providerId="LiveId" clId="{30D4B243-E56E-4CD9-9C49-7B140616515F}" dt="2025-09-24T01:32:37.425" v="1590" actId="47"/>
        <pc:sldMkLst>
          <pc:docMk/>
          <pc:sldMk cId="3070961284" sldId="261"/>
        </pc:sldMkLst>
      </pc:sldChg>
      <pc:sldChg chg="delSp modSp del mod modTransition">
        <pc:chgData name="Osvaldo Luiz Santos Pereira" userId="c308351cf5a860c7" providerId="LiveId" clId="{30D4B243-E56E-4CD9-9C49-7B140616515F}" dt="2025-09-24T01:32:38.675" v="1591" actId="47"/>
        <pc:sldMkLst>
          <pc:docMk/>
          <pc:sldMk cId="662823859" sldId="262"/>
        </pc:sldMkLst>
      </pc:sldChg>
      <pc:sldChg chg="del">
        <pc:chgData name="Osvaldo Luiz Santos Pereira" userId="c308351cf5a860c7" providerId="LiveId" clId="{30D4B243-E56E-4CD9-9C49-7B140616515F}" dt="2025-09-19T18:28:28.348" v="1096" actId="47"/>
        <pc:sldMkLst>
          <pc:docMk/>
          <pc:sldMk cId="507282837" sldId="263"/>
        </pc:sldMkLst>
      </pc:sldChg>
      <pc:sldChg chg="addSp delSp modSp del mod modTransition">
        <pc:chgData name="Osvaldo Luiz Santos Pereira" userId="c308351cf5a860c7" providerId="LiveId" clId="{30D4B243-E56E-4CD9-9C49-7B140616515F}" dt="2025-09-24T01:32:43.861" v="1609" actId="47"/>
        <pc:sldMkLst>
          <pc:docMk/>
          <pc:sldMk cId="2247708559" sldId="264"/>
        </pc:sldMkLst>
      </pc:sldChg>
      <pc:sldChg chg="addSp delSp modSp del mod">
        <pc:chgData name="Osvaldo Luiz Santos Pereira" userId="c308351cf5a860c7" providerId="LiveId" clId="{30D4B243-E56E-4CD9-9C49-7B140616515F}" dt="2025-09-16T23:03:16.790" v="679" actId="47"/>
        <pc:sldMkLst>
          <pc:docMk/>
          <pc:sldMk cId="4211106752" sldId="265"/>
        </pc:sldMkLst>
      </pc:sldChg>
      <pc:sldChg chg="delSp del mod">
        <pc:chgData name="Osvaldo Luiz Santos Pereira" userId="c308351cf5a860c7" providerId="LiveId" clId="{30D4B243-E56E-4CD9-9C49-7B140616515F}" dt="2025-09-16T23:33:18.966" v="770" actId="47"/>
        <pc:sldMkLst>
          <pc:docMk/>
          <pc:sldMk cId="925325881" sldId="266"/>
        </pc:sldMkLst>
      </pc:sldChg>
      <pc:sldChg chg="delSp del mod modTransition">
        <pc:chgData name="Osvaldo Luiz Santos Pereira" userId="c308351cf5a860c7" providerId="LiveId" clId="{30D4B243-E56E-4CD9-9C49-7B140616515F}" dt="2025-09-24T01:32:39.336" v="1595" actId="47"/>
        <pc:sldMkLst>
          <pc:docMk/>
          <pc:sldMk cId="1289244108" sldId="267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698" v="1597" actId="47"/>
        <pc:sldMkLst>
          <pc:docMk/>
          <pc:sldMk cId="89530914" sldId="268"/>
        </pc:sldMkLst>
      </pc:sldChg>
      <pc:sldChg chg="addSp delSp modSp del mod">
        <pc:chgData name="Osvaldo Luiz Santos Pereira" userId="c308351cf5a860c7" providerId="LiveId" clId="{30D4B243-E56E-4CD9-9C49-7B140616515F}" dt="2025-09-16T22:58:43.698" v="609" actId="47"/>
        <pc:sldMkLst>
          <pc:docMk/>
          <pc:sldMk cId="3879095415" sldId="269"/>
        </pc:sldMkLst>
      </pc:sldChg>
      <pc:sldChg chg="addSp delSp modSp del mod">
        <pc:chgData name="Osvaldo Luiz Santos Pereira" userId="c308351cf5a860c7" providerId="LiveId" clId="{30D4B243-E56E-4CD9-9C49-7B140616515F}" dt="2025-09-19T17:58:46.699" v="1074" actId="47"/>
        <pc:sldMkLst>
          <pc:docMk/>
          <pc:sldMk cId="32095444" sldId="270"/>
        </pc:sldMkLst>
      </pc:sldChg>
      <pc:sldChg chg="add del">
        <pc:chgData name="Osvaldo Luiz Santos Pereira" userId="c308351cf5a860c7" providerId="LiveId" clId="{30D4B243-E56E-4CD9-9C49-7B140616515F}" dt="2025-09-16T23:26:18.831" v="761" actId="47"/>
        <pc:sldMkLst>
          <pc:docMk/>
          <pc:sldMk cId="3795408482" sldId="271"/>
        </pc:sldMkLst>
      </pc:sldChg>
      <pc:sldChg chg="del">
        <pc:chgData name="Osvaldo Luiz Santos Pereira" userId="c308351cf5a860c7" providerId="LiveId" clId="{30D4B243-E56E-4CD9-9C49-7B140616515F}" dt="2025-09-16T23:26:19.217" v="762" actId="47"/>
        <pc:sldMkLst>
          <pc:docMk/>
          <pc:sldMk cId="1342036027" sldId="272"/>
        </pc:sldMkLst>
      </pc:sldChg>
      <pc:sldChg chg="del">
        <pc:chgData name="Osvaldo Luiz Santos Pereira" userId="c308351cf5a860c7" providerId="LiveId" clId="{30D4B243-E56E-4CD9-9C49-7B140616515F}" dt="2025-09-16T23:26:19.518" v="763" actId="47"/>
        <pc:sldMkLst>
          <pc:docMk/>
          <pc:sldMk cId="3217380307" sldId="273"/>
        </pc:sldMkLst>
      </pc:sldChg>
      <pc:sldChg chg="del">
        <pc:chgData name="Osvaldo Luiz Santos Pereira" userId="c308351cf5a860c7" providerId="LiveId" clId="{30D4B243-E56E-4CD9-9C49-7B140616515F}" dt="2025-09-16T23:26:19.882" v="764" actId="47"/>
        <pc:sldMkLst>
          <pc:docMk/>
          <pc:sldMk cId="2783137623" sldId="274"/>
        </pc:sldMkLst>
      </pc:sldChg>
      <pc:sldChg chg="addSp delSp modSp mod modTransition modAnim">
        <pc:chgData name="Osvaldo Luiz Santos Pereira" userId="c308351cf5a860c7" providerId="LiveId" clId="{30D4B243-E56E-4CD9-9C49-7B140616515F}" dt="2025-10-17T01:15:01.396" v="3808"/>
        <pc:sldMkLst>
          <pc:docMk/>
          <pc:sldMk cId="2426334548" sldId="275"/>
        </pc:sldMkLst>
        <pc:spChg chg="add mod">
          <ac:chgData name="Osvaldo Luiz Santos Pereira" userId="c308351cf5a860c7" providerId="LiveId" clId="{30D4B243-E56E-4CD9-9C49-7B140616515F}" dt="2025-10-16T21:34:31.378" v="3061" actId="1076"/>
          <ac:spMkLst>
            <pc:docMk/>
            <pc:sldMk cId="2426334548" sldId="275"/>
            <ac:spMk id="2" creationId="{CE4E6AFE-0132-9705-A76D-6D2F8387CB67}"/>
          </ac:spMkLst>
        </pc:spChg>
        <pc:spChg chg="add mod">
          <ac:chgData name="Osvaldo Luiz Santos Pereira" userId="c308351cf5a860c7" providerId="LiveId" clId="{30D4B243-E56E-4CD9-9C49-7B140616515F}" dt="2025-10-17T01:14:40.099" v="3806" actId="1076"/>
          <ac:spMkLst>
            <pc:docMk/>
            <pc:sldMk cId="2426334548" sldId="275"/>
            <ac:spMk id="3" creationId="{800F676A-90B7-652D-39AD-AE989B4B5E93}"/>
          </ac:spMkLst>
        </pc:spChg>
        <pc:spChg chg="add mod">
          <ac:chgData name="Osvaldo Luiz Santos Pereira" userId="c308351cf5a860c7" providerId="LiveId" clId="{30D4B243-E56E-4CD9-9C49-7B140616515F}" dt="2025-10-16T21:34:36.083" v="3062" actId="465"/>
          <ac:spMkLst>
            <pc:docMk/>
            <pc:sldMk cId="2426334548" sldId="275"/>
            <ac:spMk id="4" creationId="{AA325F52-D683-EB90-069B-96531C06A7C5}"/>
          </ac:spMkLst>
        </pc:spChg>
        <pc:spChg chg="add mod">
          <ac:chgData name="Osvaldo Luiz Santos Pereira" userId="c308351cf5a860c7" providerId="LiveId" clId="{30D4B243-E56E-4CD9-9C49-7B140616515F}" dt="2025-10-16T21:34:31.378" v="3061" actId="1076"/>
          <ac:spMkLst>
            <pc:docMk/>
            <pc:sldMk cId="2426334548" sldId="275"/>
            <ac:spMk id="7" creationId="{E4164609-547A-1F9A-9F53-DB41A5764D3C}"/>
          </ac:spMkLst>
        </pc:spChg>
        <pc:spChg chg="add mod">
          <ac:chgData name="Osvaldo Luiz Santos Pereira" userId="c308351cf5a860c7" providerId="LiveId" clId="{30D4B243-E56E-4CD9-9C49-7B140616515F}" dt="2025-10-16T21:34:26.001" v="3060" actId="14100"/>
          <ac:spMkLst>
            <pc:docMk/>
            <pc:sldMk cId="2426334548" sldId="275"/>
            <ac:spMk id="8" creationId="{69F5C47F-84EA-FE24-0597-8310F2CD5110}"/>
          </ac:spMkLst>
        </pc:spChg>
        <pc:spChg chg="add del mod">
          <ac:chgData name="Osvaldo Luiz Santos Pereira" userId="c308351cf5a860c7" providerId="LiveId" clId="{30D4B243-E56E-4CD9-9C49-7B140616515F}" dt="2025-10-16T21:26:57.669" v="2930" actId="478"/>
          <ac:spMkLst>
            <pc:docMk/>
            <pc:sldMk cId="2426334548" sldId="275"/>
            <ac:spMk id="15" creationId="{A00CC67E-485F-80A8-D3C8-13298EA6DEF5}"/>
          </ac:spMkLst>
        </pc:spChg>
        <pc:spChg chg="add del mod">
          <ac:chgData name="Osvaldo Luiz Santos Pereira" userId="c308351cf5a860c7" providerId="LiveId" clId="{30D4B243-E56E-4CD9-9C49-7B140616515F}" dt="2025-10-16T21:26:57.669" v="2930" actId="478"/>
          <ac:spMkLst>
            <pc:docMk/>
            <pc:sldMk cId="2426334548" sldId="275"/>
            <ac:spMk id="19" creationId="{D10F2858-20E2-0A7A-B4B0-7BBC068E06AB}"/>
          </ac:spMkLst>
        </pc:spChg>
        <pc:spChg chg="add del mod">
          <ac:chgData name="Osvaldo Luiz Santos Pereira" userId="c308351cf5a860c7" providerId="LiveId" clId="{30D4B243-E56E-4CD9-9C49-7B140616515F}" dt="2025-10-16T21:26:55.116" v="2929" actId="478"/>
          <ac:spMkLst>
            <pc:docMk/>
            <pc:sldMk cId="2426334548" sldId="275"/>
            <ac:spMk id="20" creationId="{210625D2-E14B-57F0-ED8B-B7C6A6B08FE4}"/>
          </ac:spMkLst>
        </pc:spChg>
        <pc:spChg chg="add del mod">
          <ac:chgData name="Osvaldo Luiz Santos Pereira" userId="c308351cf5a860c7" providerId="LiveId" clId="{30D4B243-E56E-4CD9-9C49-7B140616515F}" dt="2025-10-16T21:26:55.116" v="2929" actId="478"/>
          <ac:spMkLst>
            <pc:docMk/>
            <pc:sldMk cId="2426334548" sldId="275"/>
            <ac:spMk id="21" creationId="{BEBCB683-E57E-F5FA-8C9C-BE039C6E43D1}"/>
          </ac:spMkLst>
        </pc:spChg>
        <pc:spChg chg="add del mod">
          <ac:chgData name="Osvaldo Luiz Santos Pereira" userId="c308351cf5a860c7" providerId="LiveId" clId="{30D4B243-E56E-4CD9-9C49-7B140616515F}" dt="2025-10-16T21:26:55.116" v="2929" actId="478"/>
          <ac:spMkLst>
            <pc:docMk/>
            <pc:sldMk cId="2426334548" sldId="275"/>
            <ac:spMk id="23" creationId="{96A736CD-1A30-9E7A-A9B7-DEA071CFC09E}"/>
          </ac:spMkLst>
        </pc:spChg>
        <pc:spChg chg="add mod">
          <ac:chgData name="Osvaldo Luiz Santos Pereira" userId="c308351cf5a860c7" providerId="LiveId" clId="{30D4B243-E56E-4CD9-9C49-7B140616515F}" dt="2025-10-16T21:30:13.026" v="2991" actId="1076"/>
          <ac:spMkLst>
            <pc:docMk/>
            <pc:sldMk cId="2426334548" sldId="275"/>
            <ac:spMk id="24" creationId="{4CDC55CA-97C7-34A9-A2F0-89FA5AA90E4E}"/>
          </ac:spMkLst>
        </pc:spChg>
        <pc:spChg chg="add del mod">
          <ac:chgData name="Osvaldo Luiz Santos Pereira" userId="c308351cf5a860c7" providerId="LiveId" clId="{30D4B243-E56E-4CD9-9C49-7B140616515F}" dt="2025-10-16T21:26:55.116" v="2929" actId="478"/>
          <ac:spMkLst>
            <pc:docMk/>
            <pc:sldMk cId="2426334548" sldId="275"/>
            <ac:spMk id="25" creationId="{CE3723C9-F05D-843A-3956-4D1C451C4587}"/>
          </ac:spMkLst>
        </pc:spChg>
        <pc:grpChg chg="add del mod">
          <ac:chgData name="Osvaldo Luiz Santos Pereira" userId="c308351cf5a860c7" providerId="LiveId" clId="{30D4B243-E56E-4CD9-9C49-7B140616515F}" dt="2025-10-16T21:26:55.116" v="2929" actId="478"/>
          <ac:grpSpMkLst>
            <pc:docMk/>
            <pc:sldMk cId="2426334548" sldId="275"/>
            <ac:grpSpMk id="14" creationId="{0947167F-9FDA-C24F-BA81-EE4FD57997AF}"/>
          </ac:grpSpMkLst>
        </pc:grpChg>
        <pc:grpChg chg="add del mod">
          <ac:chgData name="Osvaldo Luiz Santos Pereira" userId="c308351cf5a860c7" providerId="LiveId" clId="{30D4B243-E56E-4CD9-9C49-7B140616515F}" dt="2025-10-16T21:26:57.669" v="2930" actId="478"/>
          <ac:grpSpMkLst>
            <pc:docMk/>
            <pc:sldMk cId="2426334548" sldId="275"/>
            <ac:grpSpMk id="22" creationId="{ACC15986-178A-8352-A726-8D128A8D7516}"/>
          </ac:grpSpMkLst>
        </pc:grpChg>
        <pc:cxnChg chg="add mod">
          <ac:chgData name="Osvaldo Luiz Santos Pereira" userId="c308351cf5a860c7" providerId="LiveId" clId="{30D4B243-E56E-4CD9-9C49-7B140616515F}" dt="2025-10-16T21:26:57.669" v="2930" actId="478"/>
          <ac:cxnSpMkLst>
            <pc:docMk/>
            <pc:sldMk cId="2426334548" sldId="275"/>
            <ac:cxnSpMk id="17" creationId="{7D3CA829-F406-EDD9-FFD1-09052B2DA802}"/>
          </ac:cxnSpMkLst>
        </pc:cxnChg>
      </pc:sldChg>
      <pc:sldChg chg="del">
        <pc:chgData name="Osvaldo Luiz Santos Pereira" userId="c308351cf5a860c7" providerId="LiveId" clId="{30D4B243-E56E-4CD9-9C49-7B140616515F}" dt="2025-09-24T01:32:38.840" v="1592" actId="47"/>
        <pc:sldMkLst>
          <pc:docMk/>
          <pc:sldMk cId="540946614" sldId="276"/>
        </pc:sldMkLst>
      </pc:sldChg>
      <pc:sldChg chg="addSp modSp add del mod modTransition">
        <pc:chgData name="Osvaldo Luiz Santos Pereira" userId="c308351cf5a860c7" providerId="LiveId" clId="{30D4B243-E56E-4CD9-9C49-7B140616515F}" dt="2025-10-16T21:26:35.076" v="2928" actId="47"/>
        <pc:sldMkLst>
          <pc:docMk/>
          <pc:sldMk cId="3590455094" sldId="276"/>
        </pc:sldMkLst>
      </pc:sldChg>
      <pc:sldChg chg="del">
        <pc:chgData name="Osvaldo Luiz Santos Pereira" userId="c308351cf5a860c7" providerId="LiveId" clId="{30D4B243-E56E-4CD9-9C49-7B140616515F}" dt="2025-09-16T23:26:20.440" v="765" actId="47"/>
        <pc:sldMkLst>
          <pc:docMk/>
          <pc:sldMk cId="3886539619" sldId="277"/>
        </pc:sldMkLst>
      </pc:sldChg>
      <pc:sldChg chg="add del ord">
        <pc:chgData name="Osvaldo Luiz Santos Pereira" userId="c308351cf5a860c7" providerId="LiveId" clId="{30D4B243-E56E-4CD9-9C49-7B140616515F}" dt="2025-10-16T21:26:34.464" v="2927" actId="47"/>
        <pc:sldMkLst>
          <pc:docMk/>
          <pc:sldMk cId="4239516863" sldId="277"/>
        </pc:sldMkLst>
      </pc:sldChg>
      <pc:sldChg chg="del">
        <pc:chgData name="Osvaldo Luiz Santos Pereira" userId="c308351cf5a860c7" providerId="LiveId" clId="{30D4B243-E56E-4CD9-9C49-7B140616515F}" dt="2025-09-24T01:32:39.173" v="1594" actId="47"/>
        <pc:sldMkLst>
          <pc:docMk/>
          <pc:sldMk cId="1467288226" sldId="278"/>
        </pc:sldMkLst>
      </pc:sldChg>
      <pc:sldChg chg="addSp delSp modSp add del mod modTransition">
        <pc:chgData name="Osvaldo Luiz Santos Pereira" userId="c308351cf5a860c7" providerId="LiveId" clId="{30D4B243-E56E-4CD9-9C49-7B140616515F}" dt="2025-10-16T21:26:31.219" v="2916" actId="47"/>
        <pc:sldMkLst>
          <pc:docMk/>
          <pc:sldMk cId="2256622995" sldId="278"/>
        </pc:sldMkLst>
      </pc:sldChg>
      <pc:sldChg chg="addSp modSp add del mod modTransition">
        <pc:chgData name="Osvaldo Luiz Santos Pereira" userId="c308351cf5a860c7" providerId="LiveId" clId="{30D4B243-E56E-4CD9-9C49-7B140616515F}" dt="2025-10-16T21:26:31.876" v="2918" actId="47"/>
        <pc:sldMkLst>
          <pc:docMk/>
          <pc:sldMk cId="451037437" sldId="279"/>
        </pc:sldMkLst>
      </pc:sldChg>
      <pc:sldChg chg="del">
        <pc:chgData name="Osvaldo Luiz Santos Pereira" userId="c308351cf5a860c7" providerId="LiveId" clId="{30D4B243-E56E-4CD9-9C49-7B140616515F}" dt="2025-09-16T23:33:19.779" v="771" actId="47"/>
        <pc:sldMkLst>
          <pc:docMk/>
          <pc:sldMk cId="3766197904" sldId="279"/>
        </pc:sldMkLst>
      </pc:sldChg>
      <pc:sldChg chg="addSp modSp add del mod modTransition">
        <pc:chgData name="Osvaldo Luiz Santos Pereira" userId="c308351cf5a860c7" providerId="LiveId" clId="{30D4B243-E56E-4CD9-9C49-7B140616515F}" dt="2025-10-16T21:26:32.401" v="2920" actId="47"/>
        <pc:sldMkLst>
          <pc:docMk/>
          <pc:sldMk cId="1240993154" sldId="280"/>
        </pc:sldMkLst>
      </pc:sldChg>
      <pc:sldChg chg="del">
        <pc:chgData name="Osvaldo Luiz Santos Pereira" userId="c308351cf5a860c7" providerId="LiveId" clId="{30D4B243-E56E-4CD9-9C49-7B140616515F}" dt="2025-09-24T01:32:39.503" v="1596" actId="47"/>
        <pc:sldMkLst>
          <pc:docMk/>
          <pc:sldMk cId="3355517273" sldId="280"/>
        </pc:sldMkLst>
      </pc:sldChg>
      <pc:sldChg chg="addSp delSp modSp add del mod modTransition">
        <pc:chgData name="Osvaldo Luiz Santos Pereira" userId="c308351cf5a860c7" providerId="LiveId" clId="{30D4B243-E56E-4CD9-9C49-7B140616515F}" dt="2025-10-16T21:26:32.761" v="2922" actId="47"/>
        <pc:sldMkLst>
          <pc:docMk/>
          <pc:sldMk cId="2309316334" sldId="281"/>
        </pc:sldMkLst>
      </pc:sldChg>
      <pc:sldChg chg="del">
        <pc:chgData name="Osvaldo Luiz Santos Pereira" userId="c308351cf5a860c7" providerId="LiveId" clId="{30D4B243-E56E-4CD9-9C49-7B140616515F}" dt="2025-09-24T01:32:39.824" v="1598" actId="47"/>
        <pc:sldMkLst>
          <pc:docMk/>
          <pc:sldMk cId="2482398718" sldId="281"/>
        </pc:sldMkLst>
      </pc:sldChg>
      <pc:sldChg chg="del">
        <pc:chgData name="Osvaldo Luiz Santos Pereira" userId="c308351cf5a860c7" providerId="LiveId" clId="{30D4B243-E56E-4CD9-9C49-7B140616515F}" dt="2025-09-16T23:59:19.170" v="777" actId="47"/>
        <pc:sldMkLst>
          <pc:docMk/>
          <pc:sldMk cId="710261317" sldId="282"/>
        </pc:sldMkLst>
      </pc:sldChg>
      <pc:sldChg chg="addSp delSp modSp add del mod modTransition">
        <pc:chgData name="Osvaldo Luiz Santos Pereira" userId="c308351cf5a860c7" providerId="LiveId" clId="{30D4B243-E56E-4CD9-9C49-7B140616515F}" dt="2025-10-16T21:26:33.088" v="2924" actId="47"/>
        <pc:sldMkLst>
          <pc:docMk/>
          <pc:sldMk cId="3761528807" sldId="282"/>
        </pc:sldMkLst>
      </pc:sldChg>
      <pc:sldChg chg="addSp delSp modSp add del mod modTransition">
        <pc:chgData name="Osvaldo Luiz Santos Pereira" userId="c308351cf5a860c7" providerId="LiveId" clId="{30D4B243-E56E-4CD9-9C49-7B140616515F}" dt="2025-10-16T21:26:33.908" v="2926" actId="47"/>
        <pc:sldMkLst>
          <pc:docMk/>
          <pc:sldMk cId="2324574947" sldId="283"/>
        </pc:sldMkLst>
      </pc:sldChg>
      <pc:sldChg chg="del">
        <pc:chgData name="Osvaldo Luiz Santos Pereira" userId="c308351cf5a860c7" providerId="LiveId" clId="{30D4B243-E56E-4CD9-9C49-7B140616515F}" dt="2025-09-24T01:32:40.192" v="1600" actId="47"/>
        <pc:sldMkLst>
          <pc:docMk/>
          <pc:sldMk cId="4024257271" sldId="283"/>
        </pc:sldMkLst>
      </pc:sldChg>
      <pc:sldChg chg="del">
        <pc:chgData name="Osvaldo Luiz Santos Pereira" userId="c308351cf5a860c7" providerId="LiveId" clId="{30D4B243-E56E-4CD9-9C49-7B140616515F}" dt="2025-09-24T01:32:41.387" v="1606" actId="47"/>
        <pc:sldMkLst>
          <pc:docMk/>
          <pc:sldMk cId="3335286933" sldId="284"/>
        </pc:sldMkLst>
      </pc:sldChg>
      <pc:sldChg chg="add del ord">
        <pc:chgData name="Osvaldo Luiz Santos Pereira" userId="c308351cf5a860c7" providerId="LiveId" clId="{30D4B243-E56E-4CD9-9C49-7B140616515F}" dt="2025-10-16T21:26:33.224" v="2925" actId="47"/>
        <pc:sldMkLst>
          <pc:docMk/>
          <pc:sldMk cId="3892558984" sldId="284"/>
        </pc:sldMkLst>
      </pc:sldChg>
      <pc:sldChg chg="add del">
        <pc:chgData name="Osvaldo Luiz Santos Pereira" userId="c308351cf5a860c7" providerId="LiveId" clId="{30D4B243-E56E-4CD9-9C49-7B140616515F}" dt="2025-10-16T21:26:32.904" v="2923" actId="47"/>
        <pc:sldMkLst>
          <pc:docMk/>
          <pc:sldMk cId="3648648475" sldId="285"/>
        </pc:sldMkLst>
      </pc:sldChg>
      <pc:sldChg chg="del">
        <pc:chgData name="Osvaldo Luiz Santos Pereira" userId="c308351cf5a860c7" providerId="LiveId" clId="{30D4B243-E56E-4CD9-9C49-7B140616515F}" dt="2025-09-24T01:32:42.939" v="1608" actId="47"/>
        <pc:sldMkLst>
          <pc:docMk/>
          <pc:sldMk cId="4206032303" sldId="285"/>
        </pc:sldMkLst>
      </pc:sldChg>
      <pc:sldChg chg="add del">
        <pc:chgData name="Osvaldo Luiz Santos Pereira" userId="c308351cf5a860c7" providerId="LiveId" clId="{30D4B243-E56E-4CD9-9C49-7B140616515F}" dt="2025-10-16T21:26:32.545" v="2921" actId="47"/>
        <pc:sldMkLst>
          <pc:docMk/>
          <pc:sldMk cId="879096872" sldId="286"/>
        </pc:sldMkLst>
      </pc:sldChg>
      <pc:sldChg chg="del">
        <pc:chgData name="Osvaldo Luiz Santos Pereira" userId="c308351cf5a860c7" providerId="LiveId" clId="{30D4B243-E56E-4CD9-9C49-7B140616515F}" dt="2025-09-19T20:49:06.199" v="1535" actId="47"/>
        <pc:sldMkLst>
          <pc:docMk/>
          <pc:sldMk cId="3494459104" sldId="286"/>
        </pc:sldMkLst>
      </pc:sldChg>
      <pc:sldChg chg="addSp modSp add del mod modTransition">
        <pc:chgData name="Osvaldo Luiz Santos Pereira" userId="c308351cf5a860c7" providerId="LiveId" clId="{30D4B243-E56E-4CD9-9C49-7B140616515F}" dt="2025-09-24T01:32:39.994" v="1599" actId="47"/>
        <pc:sldMkLst>
          <pc:docMk/>
          <pc:sldMk cId="251746487" sldId="287"/>
        </pc:sldMkLst>
      </pc:sldChg>
      <pc:sldChg chg="addSp modSp add del mod">
        <pc:chgData name="Osvaldo Luiz Santos Pereira" userId="c308351cf5a860c7" providerId="LiveId" clId="{30D4B243-E56E-4CD9-9C49-7B140616515F}" dt="2025-09-09T14:13:40.546" v="378" actId="47"/>
        <pc:sldMkLst>
          <pc:docMk/>
          <pc:sldMk cId="577612122" sldId="287"/>
        </pc:sldMkLst>
      </pc:sldChg>
      <pc:sldChg chg="add del">
        <pc:chgData name="Osvaldo Luiz Santos Pereira" userId="c308351cf5a860c7" providerId="LiveId" clId="{30D4B243-E56E-4CD9-9C49-7B140616515F}" dt="2025-10-16T21:26:32.199" v="2919" actId="47"/>
        <pc:sldMkLst>
          <pc:docMk/>
          <pc:sldMk cId="2154294399" sldId="287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0.373" v="1601" actId="47"/>
        <pc:sldMkLst>
          <pc:docMk/>
          <pc:sldMk cId="30932850" sldId="288"/>
        </pc:sldMkLst>
      </pc:sldChg>
      <pc:sldChg chg="add del">
        <pc:chgData name="Osvaldo Luiz Santos Pereira" userId="c308351cf5a860c7" providerId="LiveId" clId="{30D4B243-E56E-4CD9-9C49-7B140616515F}" dt="2025-10-16T21:26:31.514" v="2917" actId="47"/>
        <pc:sldMkLst>
          <pc:docMk/>
          <pc:sldMk cId="3109324535" sldId="288"/>
        </pc:sldMkLst>
      </pc:sldChg>
      <pc:sldChg chg="addSp modSp add mod modTransition modAnim">
        <pc:chgData name="Osvaldo Luiz Santos Pereira" userId="c308351cf5a860c7" providerId="LiveId" clId="{30D4B243-E56E-4CD9-9C49-7B140616515F}" dt="2025-10-17T01:15:06.845" v="3809"/>
        <pc:sldMkLst>
          <pc:docMk/>
          <pc:sldMk cId="154389110" sldId="289"/>
        </pc:sldMkLst>
        <pc:spChg chg="add mod">
          <ac:chgData name="Osvaldo Luiz Santos Pereira" userId="c308351cf5a860c7" providerId="LiveId" clId="{30D4B243-E56E-4CD9-9C49-7B140616515F}" dt="2025-10-16T21:33:08.116" v="3052" actId="1076"/>
          <ac:spMkLst>
            <pc:docMk/>
            <pc:sldMk cId="154389110" sldId="289"/>
            <ac:spMk id="2" creationId="{A3DC529D-8FCD-1495-152F-2867B917E624}"/>
          </ac:spMkLst>
        </pc:spChg>
        <pc:spChg chg="add mod">
          <ac:chgData name="Osvaldo Luiz Santos Pereira" userId="c308351cf5a860c7" providerId="LiveId" clId="{30D4B243-E56E-4CD9-9C49-7B140616515F}" dt="2025-10-16T23:40:18.753" v="3211" actId="465"/>
          <ac:spMkLst>
            <pc:docMk/>
            <pc:sldMk cId="154389110" sldId="289"/>
            <ac:spMk id="3" creationId="{52EDDF3D-B1A1-723B-311A-3D193191BB61}"/>
          </ac:spMkLst>
        </pc:spChg>
        <pc:spChg chg="add mod">
          <ac:chgData name="Osvaldo Luiz Santos Pereira" userId="c308351cf5a860c7" providerId="LiveId" clId="{30D4B243-E56E-4CD9-9C49-7B140616515F}" dt="2025-10-16T23:52:14.300" v="3417" actId="20577"/>
          <ac:spMkLst>
            <pc:docMk/>
            <pc:sldMk cId="154389110" sldId="289"/>
            <ac:spMk id="4" creationId="{7EBE3D1F-ED4D-D588-74CF-8B7C9876DBFD}"/>
          </ac:spMkLst>
        </pc:spChg>
        <pc:spChg chg="add mod">
          <ac:chgData name="Osvaldo Luiz Santos Pereira" userId="c308351cf5a860c7" providerId="LiveId" clId="{30D4B243-E56E-4CD9-9C49-7B140616515F}" dt="2025-10-17T01:15:06.845" v="3809"/>
          <ac:spMkLst>
            <pc:docMk/>
            <pc:sldMk cId="154389110" sldId="289"/>
            <ac:spMk id="5" creationId="{29AA7A38-6AC3-BF65-51D9-590098E4F113}"/>
          </ac:spMkLst>
        </pc:spChg>
      </pc:sldChg>
      <pc:sldChg chg="addSp delSp modSp add del mod modTransition">
        <pc:chgData name="Osvaldo Luiz Santos Pereira" userId="c308351cf5a860c7" providerId="LiveId" clId="{30D4B243-E56E-4CD9-9C49-7B140616515F}" dt="2025-09-24T01:32:41.245" v="1605" actId="47"/>
        <pc:sldMkLst>
          <pc:docMk/>
          <pc:sldMk cId="2001477645" sldId="289"/>
        </pc:sldMkLst>
      </pc:sldChg>
      <pc:sldChg chg="add del">
        <pc:chgData name="Osvaldo Luiz Santos Pereira" userId="c308351cf5a860c7" providerId="LiveId" clId="{30D4B243-E56E-4CD9-9C49-7B140616515F}" dt="2025-09-24T01:32:40.510" v="1602" actId="47"/>
        <pc:sldMkLst>
          <pc:docMk/>
          <pc:sldMk cId="2505939146" sldId="290"/>
        </pc:sldMkLst>
      </pc:sldChg>
      <pc:sldChg chg="addSp delSp modSp add mod delAnim modAnim">
        <pc:chgData name="Osvaldo Luiz Santos Pereira" userId="c308351cf5a860c7" providerId="LiveId" clId="{30D4B243-E56E-4CD9-9C49-7B140616515F}" dt="2025-10-17T01:15:08.355" v="3810"/>
        <pc:sldMkLst>
          <pc:docMk/>
          <pc:sldMk cId="3271075509" sldId="290"/>
        </pc:sldMkLst>
        <pc:spChg chg="mod">
          <ac:chgData name="Osvaldo Luiz Santos Pereira" userId="c308351cf5a860c7" providerId="LiveId" clId="{30D4B243-E56E-4CD9-9C49-7B140616515F}" dt="2025-10-16T23:43:26.962" v="3370"/>
          <ac:spMkLst>
            <pc:docMk/>
            <pc:sldMk cId="3271075509" sldId="290"/>
            <ac:spMk id="2" creationId="{8F680FB4-9837-1F9A-6EDB-3EED9A982CAC}"/>
          </ac:spMkLst>
        </pc:spChg>
        <pc:spChg chg="del mod">
          <ac:chgData name="Osvaldo Luiz Santos Pereira" userId="c308351cf5a860c7" providerId="LiveId" clId="{30D4B243-E56E-4CD9-9C49-7B140616515F}" dt="2025-10-16T23:43:36.380" v="3371" actId="478"/>
          <ac:spMkLst>
            <pc:docMk/>
            <pc:sldMk cId="3271075509" sldId="290"/>
            <ac:spMk id="3" creationId="{11554875-045C-7BC1-3686-45A93844706D}"/>
          </ac:spMkLst>
        </pc:spChg>
        <pc:spChg chg="add mod">
          <ac:chgData name="Osvaldo Luiz Santos Pereira" userId="c308351cf5a860c7" providerId="LiveId" clId="{30D4B243-E56E-4CD9-9C49-7B140616515F}" dt="2025-10-17T01:15:08.355" v="3810"/>
          <ac:spMkLst>
            <pc:docMk/>
            <pc:sldMk cId="3271075509" sldId="290"/>
            <ac:spMk id="3" creationId="{A41B091D-D36F-1CC6-982C-7CF2A20099CC}"/>
          </ac:spMkLst>
        </pc:spChg>
        <pc:spChg chg="del mod">
          <ac:chgData name="Osvaldo Luiz Santos Pereira" userId="c308351cf5a860c7" providerId="LiveId" clId="{30D4B243-E56E-4CD9-9C49-7B140616515F}" dt="2025-10-16T23:43:36.380" v="3371" actId="478"/>
          <ac:spMkLst>
            <pc:docMk/>
            <pc:sldMk cId="3271075509" sldId="290"/>
            <ac:spMk id="4" creationId="{49035094-999E-E0E0-9C7C-45A1F32982C2}"/>
          </ac:spMkLst>
        </pc:spChg>
        <pc:spChg chg="add mod">
          <ac:chgData name="Osvaldo Luiz Santos Pereira" userId="c308351cf5a860c7" providerId="LiveId" clId="{30D4B243-E56E-4CD9-9C49-7B140616515F}" dt="2025-10-16T23:44:03.330" v="3402" actId="20577"/>
          <ac:spMkLst>
            <pc:docMk/>
            <pc:sldMk cId="3271075509" sldId="290"/>
            <ac:spMk id="5" creationId="{357361BB-E03C-EDFC-3369-D58B7BB031D7}"/>
          </ac:spMkLst>
        </pc:spChg>
        <pc:spChg chg="add mod">
          <ac:chgData name="Osvaldo Luiz Santos Pereira" userId="c308351cf5a860c7" providerId="LiveId" clId="{30D4B243-E56E-4CD9-9C49-7B140616515F}" dt="2025-10-16T23:52:31.391" v="3420" actId="20577"/>
          <ac:spMkLst>
            <pc:docMk/>
            <pc:sldMk cId="3271075509" sldId="290"/>
            <ac:spMk id="6" creationId="{8AA734C4-F57E-D328-574D-7D2611F2DD7B}"/>
          </ac:spMkLst>
        </pc:spChg>
        <pc:spChg chg="add mod">
          <ac:chgData name="Osvaldo Luiz Santos Pereira" userId="c308351cf5a860c7" providerId="LiveId" clId="{30D4B243-E56E-4CD9-9C49-7B140616515F}" dt="2025-10-17T00:52:34.873" v="3740"/>
          <ac:spMkLst>
            <pc:docMk/>
            <pc:sldMk cId="3271075509" sldId="290"/>
            <ac:spMk id="7" creationId="{BA3D57F4-E701-0502-E6EA-BCD5637CBD97}"/>
          </ac:spMkLst>
        </pc:spChg>
      </pc:sldChg>
      <pc:sldChg chg="addSp delSp modSp add mod delAnim modAnim">
        <pc:chgData name="Osvaldo Luiz Santos Pereira" userId="c308351cf5a860c7" providerId="LiveId" clId="{30D4B243-E56E-4CD9-9C49-7B140616515F}" dt="2025-10-17T01:15:55.458" v="3818"/>
        <pc:sldMkLst>
          <pc:docMk/>
          <pc:sldMk cId="280286431" sldId="291"/>
        </pc:sldMkLst>
        <pc:spChg chg="del">
          <ac:chgData name="Osvaldo Luiz Santos Pereira" userId="c308351cf5a860c7" providerId="LiveId" clId="{30D4B243-E56E-4CD9-9C49-7B140616515F}" dt="2025-10-16T23:58:28.951" v="3493" actId="478"/>
          <ac:spMkLst>
            <pc:docMk/>
            <pc:sldMk cId="280286431" sldId="291"/>
            <ac:spMk id="2" creationId="{5E74CFC4-BD86-4A3E-FD6E-9B1FFD197BED}"/>
          </ac:spMkLst>
        </pc:spChg>
        <pc:spChg chg="add mod">
          <ac:chgData name="Osvaldo Luiz Santos Pereira" userId="c308351cf5a860c7" providerId="LiveId" clId="{30D4B243-E56E-4CD9-9C49-7B140616515F}" dt="2025-10-17T01:15:36.904" v="3816" actId="1076"/>
          <ac:spMkLst>
            <pc:docMk/>
            <pc:sldMk cId="280286431" sldId="291"/>
            <ac:spMk id="2" creationId="{8D6AC7D4-7129-3D7E-4A17-662E513AA0A2}"/>
          </ac:spMkLst>
        </pc:spChg>
        <pc:spChg chg="add mod">
          <ac:chgData name="Osvaldo Luiz Santos Pereira" userId="c308351cf5a860c7" providerId="LiveId" clId="{30D4B243-E56E-4CD9-9C49-7B140616515F}" dt="2025-10-17T00:03:35.046" v="3620" actId="1076"/>
          <ac:spMkLst>
            <pc:docMk/>
            <pc:sldMk cId="280286431" sldId="291"/>
            <ac:spMk id="3" creationId="{B858BF24-1563-3192-2589-25832675A995}"/>
          </ac:spMkLst>
        </pc:spChg>
        <pc:spChg chg="del">
          <ac:chgData name="Osvaldo Luiz Santos Pereira" userId="c308351cf5a860c7" providerId="LiveId" clId="{30D4B243-E56E-4CD9-9C49-7B140616515F}" dt="2025-10-16T23:58:28.951" v="3493" actId="478"/>
          <ac:spMkLst>
            <pc:docMk/>
            <pc:sldMk cId="280286431" sldId="291"/>
            <ac:spMk id="4" creationId="{DE3C8337-D4CC-CE60-ED72-1494427034ED}"/>
          </ac:spMkLst>
        </pc:spChg>
        <pc:spChg chg="add del mod">
          <ac:chgData name="Osvaldo Luiz Santos Pereira" userId="c308351cf5a860c7" providerId="LiveId" clId="{30D4B243-E56E-4CD9-9C49-7B140616515F}" dt="2025-10-17T00:00:21.889" v="3510" actId="478"/>
          <ac:spMkLst>
            <pc:docMk/>
            <pc:sldMk cId="280286431" sldId="291"/>
            <ac:spMk id="5" creationId="{245B0BCD-835A-F634-F273-97896A620FFC}"/>
          </ac:spMkLst>
        </pc:spChg>
        <pc:spChg chg="add mod">
          <ac:chgData name="Osvaldo Luiz Santos Pereira" userId="c308351cf5a860c7" providerId="LiveId" clId="{30D4B243-E56E-4CD9-9C49-7B140616515F}" dt="2025-10-17T00:00:47.825" v="3516" actId="14100"/>
          <ac:spMkLst>
            <pc:docMk/>
            <pc:sldMk cId="280286431" sldId="291"/>
            <ac:spMk id="6" creationId="{A9ABD515-AD01-C727-D2DE-BF5DBFF62538}"/>
          </ac:spMkLst>
        </pc:spChg>
        <pc:spChg chg="mod">
          <ac:chgData name="Osvaldo Luiz Santos Pereira" userId="c308351cf5a860c7" providerId="LiveId" clId="{30D4B243-E56E-4CD9-9C49-7B140616515F}" dt="2025-10-16T23:58:33.173" v="3494" actId="1076"/>
          <ac:spMkLst>
            <pc:docMk/>
            <pc:sldMk cId="280286431" sldId="291"/>
            <ac:spMk id="7" creationId="{0FDFAE66-C539-F267-2DDE-F34F61AEFED6}"/>
          </ac:spMkLst>
        </pc:spChg>
        <pc:spChg chg="add mod">
          <ac:chgData name="Osvaldo Luiz Santos Pereira" userId="c308351cf5a860c7" providerId="LiveId" clId="{30D4B243-E56E-4CD9-9C49-7B140616515F}" dt="2025-10-17T00:01:01.277" v="3519" actId="14100"/>
          <ac:spMkLst>
            <pc:docMk/>
            <pc:sldMk cId="280286431" sldId="291"/>
            <ac:spMk id="9" creationId="{DD582E0C-0A01-9B33-0E59-CC9118A40F46}"/>
          </ac:spMkLst>
        </pc:spChg>
        <pc:spChg chg="add mod">
          <ac:chgData name="Osvaldo Luiz Santos Pereira" userId="c308351cf5a860c7" providerId="LiveId" clId="{30D4B243-E56E-4CD9-9C49-7B140616515F}" dt="2025-10-17T00:52:23.036" v="3737" actId="20577"/>
          <ac:spMkLst>
            <pc:docMk/>
            <pc:sldMk cId="280286431" sldId="291"/>
            <ac:spMk id="10" creationId="{7B656C29-05C6-8CA2-6439-98BBD5EA8A4A}"/>
          </ac:spMkLst>
        </pc:spChg>
        <pc:spChg chg="add mod">
          <ac:chgData name="Osvaldo Luiz Santos Pereira" userId="c308351cf5a860c7" providerId="LiveId" clId="{30D4B243-E56E-4CD9-9C49-7B140616515F}" dt="2025-10-17T01:15:31.917" v="3815" actId="1076"/>
          <ac:spMkLst>
            <pc:docMk/>
            <pc:sldMk cId="280286431" sldId="291"/>
            <ac:spMk id="11" creationId="{B594AE2B-4CAE-DB6F-4AE4-875E87C1EE6B}"/>
          </ac:spMkLst>
        </pc:spChg>
      </pc:sldChg>
      <pc:sldChg chg="addSp delSp modSp add del mod modTransition">
        <pc:chgData name="Osvaldo Luiz Santos Pereira" userId="c308351cf5a860c7" providerId="LiveId" clId="{30D4B243-E56E-4CD9-9C49-7B140616515F}" dt="2025-09-24T01:32:40.716" v="1603" actId="47"/>
        <pc:sldMkLst>
          <pc:docMk/>
          <pc:sldMk cId="3661031779" sldId="291"/>
        </pc:sldMkLst>
      </pc:sldChg>
      <pc:sldChg chg="add del">
        <pc:chgData name="Osvaldo Luiz Santos Pereira" userId="c308351cf5a860c7" providerId="LiveId" clId="{30D4B243-E56E-4CD9-9C49-7B140616515F}" dt="2025-09-24T01:32:40.826" v="1604" actId="47"/>
        <pc:sldMkLst>
          <pc:docMk/>
          <pc:sldMk cId="1829042669" sldId="292"/>
        </pc:sldMkLst>
      </pc:sldChg>
      <pc:sldChg chg="delSp add del mod">
        <pc:chgData name="Osvaldo Luiz Santos Pereira" userId="c308351cf5a860c7" providerId="LiveId" clId="{30D4B243-E56E-4CD9-9C49-7B140616515F}" dt="2025-09-19T17:33:36.733" v="960" actId="47"/>
        <pc:sldMkLst>
          <pc:docMk/>
          <pc:sldMk cId="1775685747" sldId="293"/>
        </pc:sldMkLst>
      </pc:sldChg>
      <pc:sldChg chg="addSp modSp add del mod modTransition">
        <pc:chgData name="Osvaldo Luiz Santos Pereira" userId="c308351cf5a860c7" providerId="LiveId" clId="{30D4B243-E56E-4CD9-9C49-7B140616515F}" dt="2025-09-24T01:32:41.570" v="1607" actId="47"/>
        <pc:sldMkLst>
          <pc:docMk/>
          <pc:sldMk cId="1814174840" sldId="293"/>
        </pc:sldMkLst>
      </pc:sldChg>
    </pc:docChg>
  </pc:docChgLst>
  <pc:docChgLst>
    <pc:chgData name="Osvaldo Luiz Santos Pereira" userId="c308351cf5a860c7" providerId="LiveId" clId="{0ACFF002-6690-4328-8D1A-ED1B649787F2}"/>
    <pc:docChg chg="undo custSel addSld delSld modSld sldOrd">
      <pc:chgData name="Osvaldo Luiz Santos Pereira" userId="c308351cf5a860c7" providerId="LiveId" clId="{0ACFF002-6690-4328-8D1A-ED1B649787F2}" dt="2025-08-02T23:16:28.078" v="4978"/>
      <pc:docMkLst>
        <pc:docMk/>
      </pc:docMkLst>
      <pc:sldChg chg="addSp delSp modSp del mod">
        <pc:chgData name="Osvaldo Luiz Santos Pereira" userId="c308351cf5a860c7" providerId="LiveId" clId="{0ACFF002-6690-4328-8D1A-ED1B649787F2}" dt="2025-08-02T14:32:05.587" v="607" actId="47"/>
        <pc:sldMkLst>
          <pc:docMk/>
          <pc:sldMk cId="0" sldId="256"/>
        </pc:sldMkLst>
      </pc:sldChg>
      <pc:sldChg chg="addSp delSp modSp add del mod ord">
        <pc:chgData name="Osvaldo Luiz Santos Pereira" userId="c308351cf5a860c7" providerId="LiveId" clId="{0ACFF002-6690-4328-8D1A-ED1B649787F2}" dt="2025-08-02T14:28:59.948" v="295" actId="47"/>
        <pc:sldMkLst>
          <pc:docMk/>
          <pc:sldMk cId="1202337758" sldId="257"/>
        </pc:sldMkLst>
      </pc:sldChg>
      <pc:sldChg chg="addSp delSp modSp add mod ord modAnim">
        <pc:chgData name="Osvaldo Luiz Santos Pereira" userId="c308351cf5a860c7" providerId="LiveId" clId="{0ACFF002-6690-4328-8D1A-ED1B649787F2}" dt="2025-08-02T19:32:10.563" v="3634"/>
        <pc:sldMkLst>
          <pc:docMk/>
          <pc:sldMk cId="3067423610" sldId="258"/>
        </pc:sldMkLst>
      </pc:sldChg>
      <pc:sldChg chg="addSp delSp modSp add mod ord modAnim">
        <pc:chgData name="Osvaldo Luiz Santos Pereira" userId="c308351cf5a860c7" providerId="LiveId" clId="{0ACFF002-6690-4328-8D1A-ED1B649787F2}" dt="2025-08-02T19:29:52.410" v="3618"/>
        <pc:sldMkLst>
          <pc:docMk/>
          <pc:sldMk cId="916029383" sldId="259"/>
        </pc:sldMkLst>
      </pc:sldChg>
      <pc:sldChg chg="addSp delSp modSp add del mod">
        <pc:chgData name="Osvaldo Luiz Santos Pereira" userId="c308351cf5a860c7" providerId="LiveId" clId="{0ACFF002-6690-4328-8D1A-ED1B649787F2}" dt="2025-08-02T15:38:31.217" v="2088" actId="47"/>
        <pc:sldMkLst>
          <pc:docMk/>
          <pc:sldMk cId="617253732" sldId="260"/>
        </pc:sldMkLst>
      </pc:sldChg>
      <pc:sldChg chg="add del">
        <pc:chgData name="Osvaldo Luiz Santos Pereira" userId="c308351cf5a860c7" providerId="LiveId" clId="{0ACFF002-6690-4328-8D1A-ED1B649787F2}" dt="2025-08-02T14:27:51.894" v="281"/>
        <pc:sldMkLst>
          <pc:docMk/>
          <pc:sldMk cId="2172497136" sldId="260"/>
        </pc:sldMkLst>
      </pc:sldChg>
      <pc:sldChg chg="addSp delSp modSp add mod modAnim">
        <pc:chgData name="Osvaldo Luiz Santos Pereira" userId="c308351cf5a860c7" providerId="LiveId" clId="{0ACFF002-6690-4328-8D1A-ED1B649787F2}" dt="2025-08-02T19:28:43.388" v="3611"/>
        <pc:sldMkLst>
          <pc:docMk/>
          <pc:sldMk cId="3070961284" sldId="261"/>
        </pc:sldMkLst>
      </pc:sldChg>
      <pc:sldChg chg="add del">
        <pc:chgData name="Osvaldo Luiz Santos Pereira" userId="c308351cf5a860c7" providerId="LiveId" clId="{0ACFF002-6690-4328-8D1A-ED1B649787F2}" dt="2025-08-02T14:27:51.397" v="280"/>
        <pc:sldMkLst>
          <pc:docMk/>
          <pc:sldMk cId="3228979579" sldId="261"/>
        </pc:sldMkLst>
      </pc:sldChg>
      <pc:sldChg chg="addSp delSp modSp add mod ord modAnim">
        <pc:chgData name="Osvaldo Luiz Santos Pereira" userId="c308351cf5a860c7" providerId="LiveId" clId="{0ACFF002-6690-4328-8D1A-ED1B649787F2}" dt="2025-08-02T19:29:34.755" v="3615"/>
        <pc:sldMkLst>
          <pc:docMk/>
          <pc:sldMk cId="662823859" sldId="262"/>
        </pc:sldMkLst>
      </pc:sldChg>
      <pc:sldChg chg="addSp delSp modSp add mod ord modAnim">
        <pc:chgData name="Osvaldo Luiz Santos Pereira" userId="c308351cf5a860c7" providerId="LiveId" clId="{0ACFF002-6690-4328-8D1A-ED1B649787F2}" dt="2025-08-02T23:16:28.078" v="4978"/>
        <pc:sldMkLst>
          <pc:docMk/>
          <pc:sldMk cId="507282837" sldId="263"/>
        </pc:sldMkLst>
      </pc:sldChg>
      <pc:sldChg chg="addSp delSp modSp add mod ord modAnim">
        <pc:chgData name="Osvaldo Luiz Santos Pereira" userId="c308351cf5a860c7" providerId="LiveId" clId="{0ACFF002-6690-4328-8D1A-ED1B649787F2}" dt="2025-08-02T23:14:42.206" v="4973" actId="14100"/>
        <pc:sldMkLst>
          <pc:docMk/>
          <pc:sldMk cId="2247708559" sldId="264"/>
        </pc:sldMkLst>
      </pc:sldChg>
      <pc:sldChg chg="addSp delSp modSp add mod ord delAnim modAnim">
        <pc:chgData name="Osvaldo Luiz Santos Pereira" userId="c308351cf5a860c7" providerId="LiveId" clId="{0ACFF002-6690-4328-8D1A-ED1B649787F2}" dt="2025-08-02T20:16:13.876" v="4808" actId="20577"/>
        <pc:sldMkLst>
          <pc:docMk/>
          <pc:sldMk cId="4211106752" sldId="265"/>
        </pc:sldMkLst>
      </pc:sldChg>
      <pc:sldChg chg="addSp delSp modSp add mod ord modAnim">
        <pc:chgData name="Osvaldo Luiz Santos Pereira" userId="c308351cf5a860c7" providerId="LiveId" clId="{0ACFF002-6690-4328-8D1A-ED1B649787F2}" dt="2025-08-02T19:30:09.353" v="3620"/>
        <pc:sldMkLst>
          <pc:docMk/>
          <pc:sldMk cId="925325881" sldId="266"/>
        </pc:sldMkLst>
      </pc:sldChg>
      <pc:sldChg chg="addSp delSp modSp add mod modAnim">
        <pc:chgData name="Osvaldo Luiz Santos Pereira" userId="c308351cf5a860c7" providerId="LiveId" clId="{0ACFF002-6690-4328-8D1A-ED1B649787F2}" dt="2025-08-02T19:31:30.959" v="3630"/>
        <pc:sldMkLst>
          <pc:docMk/>
          <pc:sldMk cId="1289244108" sldId="267"/>
        </pc:sldMkLst>
      </pc:sldChg>
      <pc:sldChg chg="delSp modSp add del mod modAnim">
        <pc:chgData name="Osvaldo Luiz Santos Pereira" userId="c308351cf5a860c7" providerId="LiveId" clId="{0ACFF002-6690-4328-8D1A-ED1B649787F2}" dt="2025-08-02T15:56:36.453" v="2326" actId="47"/>
        <pc:sldMkLst>
          <pc:docMk/>
          <pc:sldMk cId="4244926880" sldId="267"/>
        </pc:sldMkLst>
      </pc:sldChg>
      <pc:sldChg chg="addSp delSp modSp add mod modAnim">
        <pc:chgData name="Osvaldo Luiz Santos Pereira" userId="c308351cf5a860c7" providerId="LiveId" clId="{0ACFF002-6690-4328-8D1A-ED1B649787F2}" dt="2025-08-02T19:31:23.543" v="3629"/>
        <pc:sldMkLst>
          <pc:docMk/>
          <pc:sldMk cId="89530914" sldId="268"/>
        </pc:sldMkLst>
      </pc:sldChg>
      <pc:sldChg chg="addSp delSp modSp add mod delAnim modAnim">
        <pc:chgData name="Osvaldo Luiz Santos Pereira" userId="c308351cf5a860c7" providerId="LiveId" clId="{0ACFF002-6690-4328-8D1A-ED1B649787F2}" dt="2025-08-02T19:43:36.892" v="3833"/>
        <pc:sldMkLst>
          <pc:docMk/>
          <pc:sldMk cId="3879095415" sldId="269"/>
        </pc:sldMkLst>
      </pc:sldChg>
      <pc:sldChg chg="addSp delSp modSp add mod ord delAnim modAnim">
        <pc:chgData name="Osvaldo Luiz Santos Pereira" userId="c308351cf5a860c7" providerId="LiveId" clId="{0ACFF002-6690-4328-8D1A-ED1B649787F2}" dt="2025-08-02T23:13:20.852" v="4965"/>
        <pc:sldMkLst>
          <pc:docMk/>
          <pc:sldMk cId="32095444" sldId="270"/>
        </pc:sldMkLst>
      </pc:sldChg>
      <pc:sldChg chg="delSp add del mod">
        <pc:chgData name="Osvaldo Luiz Santos Pereira" userId="c308351cf5a860c7" providerId="LiveId" clId="{0ACFF002-6690-4328-8D1A-ED1B649787F2}" dt="2025-08-02T19:49:01.759" v="3865" actId="47"/>
        <pc:sldMkLst>
          <pc:docMk/>
          <pc:sldMk cId="1451140377" sldId="271"/>
        </pc:sldMkLst>
      </pc:sldChg>
      <pc:sldChg chg="add del">
        <pc:chgData name="Osvaldo Luiz Santos Pereira" userId="c308351cf5a860c7" providerId="LiveId" clId="{0ACFF002-6690-4328-8D1A-ED1B649787F2}" dt="2025-08-02T20:11:42.314" v="4335" actId="47"/>
        <pc:sldMkLst>
          <pc:docMk/>
          <pc:sldMk cId="2851221030" sldId="271"/>
        </pc:sldMkLst>
      </pc:sldChg>
      <pc:sldChg chg="add del">
        <pc:chgData name="Osvaldo Luiz Santos Pereira" userId="c308351cf5a860c7" providerId="LiveId" clId="{0ACFF002-6690-4328-8D1A-ED1B649787F2}" dt="2025-08-02T20:11:44.546" v="4336" actId="47"/>
        <pc:sldMkLst>
          <pc:docMk/>
          <pc:sldMk cId="6330568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CDC55CA-97C7-34A9-A2F0-89FA5AA90E4E}"/>
                  </a:ext>
                </a:extLst>
              </p:cNvPr>
              <p:cNvSpPr txBox="1"/>
              <p:nvPr/>
            </p:nvSpPr>
            <p:spPr>
              <a:xfrm>
                <a:off x="753064" y="400611"/>
                <a:ext cx="6497676" cy="373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4CDC55CA-97C7-34A9-A2F0-89FA5AA90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4" y="400611"/>
                <a:ext cx="6497676" cy="373500"/>
              </a:xfrm>
              <a:prstGeom prst="rect">
                <a:avLst/>
              </a:prstGeom>
              <a:blipFill>
                <a:blip r:embed="rId2"/>
                <a:stretch>
                  <a:fillRect t="-163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E4E6AFE-0132-9705-A76D-6D2F8387CB67}"/>
                  </a:ext>
                </a:extLst>
              </p:cNvPr>
              <p:cNvSpPr txBox="1"/>
              <p:nvPr/>
            </p:nvSpPr>
            <p:spPr>
              <a:xfrm>
                <a:off x="845213" y="1572706"/>
                <a:ext cx="7053790" cy="373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E4E6AFE-0132-9705-A76D-6D2F8387C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1572706"/>
                <a:ext cx="7053790" cy="373500"/>
              </a:xfrm>
              <a:prstGeom prst="rect">
                <a:avLst/>
              </a:prstGeom>
              <a:blipFill>
                <a:blip r:embed="rId3"/>
                <a:stretch>
                  <a:fillRect t="-1639" r="-51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A325F52-D683-EB90-069B-96531C06A7C5}"/>
                  </a:ext>
                </a:extLst>
              </p:cNvPr>
              <p:cNvSpPr txBox="1"/>
              <p:nvPr/>
            </p:nvSpPr>
            <p:spPr>
              <a:xfrm>
                <a:off x="845213" y="2706845"/>
                <a:ext cx="697658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A325F52-D683-EB90-069B-96531C06A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2706845"/>
                <a:ext cx="6976589" cy="369332"/>
              </a:xfrm>
              <a:prstGeom prst="rect">
                <a:avLst/>
              </a:prstGeom>
              <a:blipFill>
                <a:blip r:embed="rId4"/>
                <a:stretch>
                  <a:fillRect r="-612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4164609-547A-1F9A-9F53-DB41A5764D3C}"/>
                  </a:ext>
                </a:extLst>
              </p:cNvPr>
              <p:cNvSpPr txBox="1"/>
              <p:nvPr/>
            </p:nvSpPr>
            <p:spPr>
              <a:xfrm>
                <a:off x="845213" y="3836816"/>
                <a:ext cx="4095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E4164609-547A-1F9A-9F53-DB41A5764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3836816"/>
                <a:ext cx="4095544" cy="369332"/>
              </a:xfrm>
              <a:prstGeom prst="rect">
                <a:avLst/>
              </a:prstGeom>
              <a:blipFill>
                <a:blip r:embed="rId5"/>
                <a:stretch>
                  <a:fillRect r="-1341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69F5C47F-84EA-FE24-0597-8310F2CD5110}"/>
              </a:ext>
            </a:extLst>
          </p:cNvPr>
          <p:cNvSpPr/>
          <p:nvPr/>
        </p:nvSpPr>
        <p:spPr>
          <a:xfrm>
            <a:off x="602512" y="212651"/>
            <a:ext cx="7159255" cy="73719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800F676A-90B7-652D-39AD-AE989B4B5E93}"/>
              </a:ext>
            </a:extLst>
          </p:cNvPr>
          <p:cNvSpPr/>
          <p:nvPr/>
        </p:nvSpPr>
        <p:spPr>
          <a:xfrm>
            <a:off x="8172891" y="4451498"/>
            <a:ext cx="687573" cy="55289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633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7" grpId="0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BA50-A78E-FF9C-2506-03637CB6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3DC529D-8FCD-1495-152F-2867B917E624}"/>
                  </a:ext>
                </a:extLst>
              </p:cNvPr>
              <p:cNvSpPr txBox="1"/>
              <p:nvPr/>
            </p:nvSpPr>
            <p:spPr>
              <a:xfrm>
                <a:off x="845213" y="424796"/>
                <a:ext cx="4095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A3DC529D-8FCD-1495-152F-2867B917E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424796"/>
                <a:ext cx="4095544" cy="369332"/>
              </a:xfrm>
              <a:prstGeom prst="rect">
                <a:avLst/>
              </a:prstGeom>
              <a:blipFill>
                <a:blip r:embed="rId2"/>
                <a:stretch>
                  <a:fillRect t="-1667" r="-1341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2EDDF3D-B1A1-723B-311A-3D193191BB61}"/>
                  </a:ext>
                </a:extLst>
              </p:cNvPr>
              <p:cNvSpPr txBox="1"/>
              <p:nvPr/>
            </p:nvSpPr>
            <p:spPr>
              <a:xfrm>
                <a:off x="845213" y="1388033"/>
                <a:ext cx="2893741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52EDDF3D-B1A1-723B-311A-3D193191B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1388033"/>
                <a:ext cx="2893741" cy="823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EBE3D1F-ED4D-D588-74CF-8B7C9876DBFD}"/>
                  </a:ext>
                </a:extLst>
              </p:cNvPr>
              <p:cNvSpPr txBox="1"/>
              <p:nvPr/>
            </p:nvSpPr>
            <p:spPr>
              <a:xfrm>
                <a:off x="845213" y="2805752"/>
                <a:ext cx="5702010" cy="774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:.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ad>
                            <m:radPr>
                              <m:degHide m:val="on"/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7EBE3D1F-ED4D-D588-74CF-8B7C9876DB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2805752"/>
                <a:ext cx="5702010" cy="774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29AA7A38-6AC3-BF65-51D9-590098E4F113}"/>
              </a:ext>
            </a:extLst>
          </p:cNvPr>
          <p:cNvSpPr/>
          <p:nvPr/>
        </p:nvSpPr>
        <p:spPr>
          <a:xfrm>
            <a:off x="8172891" y="4451498"/>
            <a:ext cx="687573" cy="55289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38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9BDB1-0926-46D2-1F87-9429E3F98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F680FB4-9837-1F9A-6EDB-3EED9A982CAC}"/>
                  </a:ext>
                </a:extLst>
              </p:cNvPr>
              <p:cNvSpPr txBox="1"/>
              <p:nvPr/>
            </p:nvSpPr>
            <p:spPr>
              <a:xfrm>
                <a:off x="845213" y="424796"/>
                <a:ext cx="225420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F680FB4-9837-1F9A-6EDB-3EED9A982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424796"/>
                <a:ext cx="2254207" cy="369332"/>
              </a:xfrm>
              <a:prstGeom prst="rect">
                <a:avLst/>
              </a:prstGeom>
              <a:blipFill>
                <a:blip r:embed="rId2"/>
                <a:stretch>
                  <a:fillRect l="-2981" t="-1667" r="-2981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57361BB-E03C-EDFC-3369-D58B7BB031D7}"/>
                  </a:ext>
                </a:extLst>
              </p:cNvPr>
              <p:cNvSpPr txBox="1"/>
              <p:nvPr/>
            </p:nvSpPr>
            <p:spPr>
              <a:xfrm>
                <a:off x="845213" y="1402991"/>
                <a:ext cx="33088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357361BB-E03C-EDFC-3369-D58B7BB03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1402991"/>
                <a:ext cx="3308855" cy="369332"/>
              </a:xfrm>
              <a:prstGeom prst="rect">
                <a:avLst/>
              </a:prstGeom>
              <a:blipFill>
                <a:blip r:embed="rId3"/>
                <a:stretch>
                  <a:fillRect l="-1476" r="-1845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AA734C4-F57E-D328-574D-7D2611F2DD7B}"/>
                  </a:ext>
                </a:extLst>
              </p:cNvPr>
              <p:cNvSpPr txBox="1"/>
              <p:nvPr/>
            </p:nvSpPr>
            <p:spPr>
              <a:xfrm>
                <a:off x="845213" y="2317391"/>
                <a:ext cx="3006785" cy="774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1±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ad>
                            <m:radPr>
                              <m:degHide m:val="on"/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8AA734C4-F57E-D328-574D-7D2611F2D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2317391"/>
                <a:ext cx="3006785" cy="774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A3D57F4-E701-0502-E6EA-BCD5637CBD97}"/>
                  </a:ext>
                </a:extLst>
              </p:cNvPr>
              <p:cNvSpPr txBox="1"/>
              <p:nvPr/>
            </p:nvSpPr>
            <p:spPr>
              <a:xfrm>
                <a:off x="845213" y="3652769"/>
                <a:ext cx="5854488" cy="736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pt-BR" sz="2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±</m:t>
                                  </m:r>
                                  <m:f>
                                    <m:fPr>
                                      <m:ctrlPr>
                                        <a:rPr lang="pt-BR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pt-BR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pt-BR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pt-BR" sz="2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num>
                                <m:den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  <m:r>
                        <a:rPr lang="pt-BR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=0,1,2,3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BA3D57F4-E701-0502-E6EA-BCD5637CBD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3652769"/>
                <a:ext cx="5854488" cy="7364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ta: para a Direita 2">
            <a:extLst>
              <a:ext uri="{FF2B5EF4-FFF2-40B4-BE49-F238E27FC236}">
                <a16:creationId xmlns:a16="http://schemas.microsoft.com/office/drawing/2014/main" id="{A41B091D-D36F-1CC6-982C-7CF2A20099CC}"/>
              </a:ext>
            </a:extLst>
          </p:cNvPr>
          <p:cNvSpPr/>
          <p:nvPr/>
        </p:nvSpPr>
        <p:spPr>
          <a:xfrm>
            <a:off x="8172891" y="4451498"/>
            <a:ext cx="687573" cy="552893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07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7262A-1A73-E76C-F8AD-23E0B54D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65A5D175-3076-B273-A8DC-F59AAD179686}"/>
                  </a:ext>
                </a:extLst>
              </p:cNvPr>
              <p:cNvSpPr txBox="1"/>
              <p:nvPr/>
            </p:nvSpPr>
            <p:spPr>
              <a:xfrm>
                <a:off x="753064" y="400611"/>
                <a:ext cx="6497676" cy="3735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id="{65A5D175-3076-B273-A8DC-F59AAD179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64" y="400611"/>
                <a:ext cx="6497676" cy="373500"/>
              </a:xfrm>
              <a:prstGeom prst="rect">
                <a:avLst/>
              </a:prstGeom>
              <a:blipFill>
                <a:blip r:embed="rId2"/>
                <a:stretch>
                  <a:fillRect t="-1639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FDFAE66-C539-F267-2DDE-F34F61AEFED6}"/>
                  </a:ext>
                </a:extLst>
              </p:cNvPr>
              <p:cNvSpPr txBox="1"/>
              <p:nvPr/>
            </p:nvSpPr>
            <p:spPr>
              <a:xfrm>
                <a:off x="845213" y="1589802"/>
                <a:ext cx="409554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pt-BR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e>
                      </m:d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0FDFAE66-C539-F267-2DDE-F34F61AEF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213" y="1589802"/>
                <a:ext cx="4095544" cy="369332"/>
              </a:xfrm>
              <a:prstGeom prst="rect">
                <a:avLst/>
              </a:prstGeom>
              <a:blipFill>
                <a:blip r:embed="rId3"/>
                <a:stretch>
                  <a:fillRect r="-1341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ângulo 7">
            <a:extLst>
              <a:ext uri="{FF2B5EF4-FFF2-40B4-BE49-F238E27FC236}">
                <a16:creationId xmlns:a16="http://schemas.microsoft.com/office/drawing/2014/main" id="{54E31EF5-77D3-2689-FF04-3171A6C1DC85}"/>
              </a:ext>
            </a:extLst>
          </p:cNvPr>
          <p:cNvSpPr/>
          <p:nvPr/>
        </p:nvSpPr>
        <p:spPr>
          <a:xfrm>
            <a:off x="602512" y="212651"/>
            <a:ext cx="7159255" cy="73719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858BF24-1563-3192-2589-25832675A995}"/>
                  </a:ext>
                </a:extLst>
              </p:cNvPr>
              <p:cNvSpPr txBox="1"/>
              <p:nvPr/>
            </p:nvSpPr>
            <p:spPr>
              <a:xfrm>
                <a:off x="1018028" y="2554668"/>
                <a:ext cx="1361719" cy="537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±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B858BF24-1563-3192-2589-25832675A9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28" y="2554668"/>
                <a:ext cx="1361719" cy="537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have Direita 5">
            <a:extLst>
              <a:ext uri="{FF2B5EF4-FFF2-40B4-BE49-F238E27FC236}">
                <a16:creationId xmlns:a16="http://schemas.microsoft.com/office/drawing/2014/main" id="{A9ABD515-AD01-C727-D2DE-BF5DBFF62538}"/>
              </a:ext>
            </a:extLst>
          </p:cNvPr>
          <p:cNvSpPr/>
          <p:nvPr/>
        </p:nvSpPr>
        <p:spPr>
          <a:xfrm rot="5400000">
            <a:off x="1555607" y="1490114"/>
            <a:ext cx="286563" cy="1498095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have Direita 8">
            <a:extLst>
              <a:ext uri="{FF2B5EF4-FFF2-40B4-BE49-F238E27FC236}">
                <a16:creationId xmlns:a16="http://schemas.microsoft.com/office/drawing/2014/main" id="{DD582E0C-0A01-9B33-0E59-CC9118A40F46}"/>
              </a:ext>
            </a:extLst>
          </p:cNvPr>
          <p:cNvSpPr/>
          <p:nvPr/>
        </p:nvSpPr>
        <p:spPr>
          <a:xfrm rot="5400000">
            <a:off x="3301666" y="1367291"/>
            <a:ext cx="286563" cy="1743741"/>
          </a:xfrm>
          <a:prstGeom prst="righ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B656C29-05C6-8CA2-6439-98BBD5EA8A4A}"/>
                  </a:ext>
                </a:extLst>
              </p:cNvPr>
              <p:cNvSpPr txBox="1"/>
              <p:nvPr/>
            </p:nvSpPr>
            <p:spPr>
              <a:xfrm>
                <a:off x="2702590" y="2447947"/>
                <a:ext cx="3410100" cy="5517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num>
                                <m:den>
                                  <m:r>
                                    <a:rPr lang="pt-BR" sz="2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den>
                              </m:f>
                            </m:e>
                          </m:d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=0,1,2,3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7B656C29-05C6-8CA2-6439-98BBD5EA8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590" y="2447947"/>
                <a:ext cx="3410100" cy="551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594AE2B-4CAE-DB6F-4AE4-875E87C1EE6B}"/>
                  </a:ext>
                </a:extLst>
              </p:cNvPr>
              <p:cNvSpPr txBox="1"/>
              <p:nvPr/>
            </p:nvSpPr>
            <p:spPr>
              <a:xfrm>
                <a:off x="184298" y="3673180"/>
                <a:ext cx="7810151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,−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pt-BR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B594AE2B-4CAE-DB6F-4AE4-875E87C1EE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98" y="3673180"/>
                <a:ext cx="7810151" cy="823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8D6AC7D4-7129-3D7E-4A17-662E513AA0A2}"/>
              </a:ext>
            </a:extLst>
          </p:cNvPr>
          <p:cNvSpPr/>
          <p:nvPr/>
        </p:nvSpPr>
        <p:spPr>
          <a:xfrm>
            <a:off x="8457778" y="4496995"/>
            <a:ext cx="388510" cy="388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8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  <p:bldP spid="6" grpId="0" animBg="1"/>
      <p:bldP spid="9" grpId="0" animBg="1"/>
      <p:bldP spid="10" grpId="0"/>
      <p:bldP spid="11" grpId="0"/>
      <p:bldP spid="2" grpId="0" animBg="1"/>
    </p:bldLst>
  </p:timing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3295</TotalTime>
  <Words>137</Words>
  <Application>Microsoft Office PowerPoint</Application>
  <PresentationFormat>Apresentação na tela (16:9)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Cambria Math</vt:lpstr>
      <vt:lpstr>Calibri Light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2025-10-17T01:15:59Z</dcterms:modified>
</cp:coreProperties>
</file>