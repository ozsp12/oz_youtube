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61" r:id="rId2"/>
    <p:sldId id="260" r:id="rId3"/>
    <p:sldId id="266" r:id="rId4"/>
    <p:sldId id="263" r:id="rId5"/>
    <p:sldId id="265" r:id="rId6"/>
    <p:sldId id="292" r:id="rId7"/>
  </p:sldIdLst>
  <p:sldSz cx="14630400" cy="8229600"/>
  <p:notesSz cx="8229600" cy="14630400"/>
  <p:embeddedFontLst>
    <p:embeddedFont>
      <p:font typeface="Cambria Math" panose="02040503050406030204" pitchFamily="18" charset="0"/>
      <p:regular r:id="rId9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D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C2299E-9C6F-4738-944A-3342A308AED2}" v="100" dt="2025-07-08T14:20:49.5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984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57C2299E-9C6F-4738-944A-3342A308AED2}"/>
    <pc:docChg chg="undo custSel addSld delSld modSld sldOrd">
      <pc:chgData name="Osvaldo Luiz Santos Pereira" userId="c308351cf5a860c7" providerId="LiveId" clId="{57C2299E-9C6F-4738-944A-3342A308AED2}" dt="2025-07-08T14:52:51.707" v="664" actId="47"/>
      <pc:docMkLst>
        <pc:docMk/>
      </pc:docMkLst>
      <pc:sldChg chg="addSp modSp del mod">
        <pc:chgData name="Osvaldo Luiz Santos Pereira" userId="c308351cf5a860c7" providerId="LiveId" clId="{57C2299E-9C6F-4738-944A-3342A308AED2}" dt="2025-07-08T14:03:25.749" v="361" actId="47"/>
        <pc:sldMkLst>
          <pc:docMk/>
          <pc:sldMk cId="0" sldId="257"/>
        </pc:sldMkLst>
        <pc:spChg chg="add mod">
          <ac:chgData name="Osvaldo Luiz Santos Pereira" userId="c308351cf5a860c7" providerId="LiveId" clId="{57C2299E-9C6F-4738-944A-3342A308AED2}" dt="2025-07-08T13:59:08.448" v="246"/>
          <ac:spMkLst>
            <pc:docMk/>
            <pc:sldMk cId="0" sldId="257"/>
            <ac:spMk id="2" creationId="{271A75E8-A387-0A68-5DFA-0533FF82B20C}"/>
          </ac:spMkLst>
        </pc:spChg>
        <pc:spChg chg="mod">
          <ac:chgData name="Osvaldo Luiz Santos Pereira" userId="c308351cf5a860c7" providerId="LiveId" clId="{57C2299E-9C6F-4738-944A-3342A308AED2}" dt="2025-07-08T13:59:43.150" v="273" actId="1036"/>
          <ac:spMkLst>
            <pc:docMk/>
            <pc:sldMk cId="0" sldId="257"/>
            <ac:spMk id="5" creationId="{5E0F3697-BA40-E69F-BB9E-B1A50CCED679}"/>
          </ac:spMkLst>
        </pc:spChg>
        <pc:spChg chg="mod">
          <ac:chgData name="Osvaldo Luiz Santos Pereira" userId="c308351cf5a860c7" providerId="LiveId" clId="{57C2299E-9C6F-4738-944A-3342A308AED2}" dt="2025-07-08T13:59:36.381" v="268" actId="1036"/>
          <ac:spMkLst>
            <pc:docMk/>
            <pc:sldMk cId="0" sldId="257"/>
            <ac:spMk id="6" creationId="{B3DE8473-EA04-0812-0DBA-86564241B2BA}"/>
          </ac:spMkLst>
        </pc:spChg>
        <pc:spChg chg="mod">
          <ac:chgData name="Osvaldo Luiz Santos Pereira" userId="c308351cf5a860c7" providerId="LiveId" clId="{57C2299E-9C6F-4738-944A-3342A308AED2}" dt="2025-07-08T13:59:03.587" v="245" actId="1036"/>
          <ac:spMkLst>
            <pc:docMk/>
            <pc:sldMk cId="0" sldId="257"/>
            <ac:spMk id="7" creationId="{D32A3AE4-9344-C150-DA88-5A75AC33FE14}"/>
          </ac:spMkLst>
        </pc:spChg>
        <pc:spChg chg="mod">
          <ac:chgData name="Osvaldo Luiz Santos Pereira" userId="c308351cf5a860c7" providerId="LiveId" clId="{57C2299E-9C6F-4738-944A-3342A308AED2}" dt="2025-07-08T13:59:03.587" v="245" actId="1036"/>
          <ac:spMkLst>
            <pc:docMk/>
            <pc:sldMk cId="0" sldId="257"/>
            <ac:spMk id="8" creationId="{728EFF49-15B0-09AF-DD0B-A5F432380AD7}"/>
          </ac:spMkLst>
        </pc:spChg>
        <pc:spChg chg="mod">
          <ac:chgData name="Osvaldo Luiz Santos Pereira" userId="c308351cf5a860c7" providerId="LiveId" clId="{57C2299E-9C6F-4738-944A-3342A308AED2}" dt="2025-07-08T13:59:03.587" v="245" actId="1036"/>
          <ac:spMkLst>
            <pc:docMk/>
            <pc:sldMk cId="0" sldId="257"/>
            <ac:spMk id="9" creationId="{B98366F6-D030-70C1-B021-5AFBF48B9E13}"/>
          </ac:spMkLst>
        </pc:spChg>
        <pc:spChg chg="mod">
          <ac:chgData name="Osvaldo Luiz Santos Pereira" userId="c308351cf5a860c7" providerId="LiveId" clId="{57C2299E-9C6F-4738-944A-3342A308AED2}" dt="2025-07-08T13:59:03.587" v="245" actId="1036"/>
          <ac:spMkLst>
            <pc:docMk/>
            <pc:sldMk cId="0" sldId="257"/>
            <ac:spMk id="10" creationId="{DD4E52A1-C120-786A-5C81-C0180D477869}"/>
          </ac:spMkLst>
        </pc:spChg>
        <pc:spChg chg="mod">
          <ac:chgData name="Osvaldo Luiz Santos Pereira" userId="c308351cf5a860c7" providerId="LiveId" clId="{57C2299E-9C6F-4738-944A-3342A308AED2}" dt="2025-07-08T13:59:03.587" v="245" actId="1036"/>
          <ac:spMkLst>
            <pc:docMk/>
            <pc:sldMk cId="0" sldId="257"/>
            <ac:spMk id="11" creationId="{FF7C3A76-B5F5-0D07-95E6-AA98D6432670}"/>
          </ac:spMkLst>
        </pc:spChg>
        <pc:spChg chg="mod">
          <ac:chgData name="Osvaldo Luiz Santos Pereira" userId="c308351cf5a860c7" providerId="LiveId" clId="{57C2299E-9C6F-4738-944A-3342A308AED2}" dt="2025-07-08T13:59:03.587" v="245" actId="1036"/>
          <ac:spMkLst>
            <pc:docMk/>
            <pc:sldMk cId="0" sldId="257"/>
            <ac:spMk id="12" creationId="{7891C670-EB4D-2A40-495D-FACDBE677447}"/>
          </ac:spMkLst>
        </pc:spChg>
      </pc:sldChg>
      <pc:sldChg chg="modSp mod">
        <pc:chgData name="Osvaldo Luiz Santos Pereira" userId="c308351cf5a860c7" providerId="LiveId" clId="{57C2299E-9C6F-4738-944A-3342A308AED2}" dt="2025-07-08T13:52:48.965" v="207" actId="6549"/>
        <pc:sldMkLst>
          <pc:docMk/>
          <pc:sldMk cId="2828224791" sldId="261"/>
        </pc:sldMkLst>
        <pc:spChg chg="mod">
          <ac:chgData name="Osvaldo Luiz Santos Pereira" userId="c308351cf5a860c7" providerId="LiveId" clId="{57C2299E-9C6F-4738-944A-3342A308AED2}" dt="2025-07-08T13:52:48.965" v="207" actId="6549"/>
          <ac:spMkLst>
            <pc:docMk/>
            <pc:sldMk cId="2828224791" sldId="261"/>
            <ac:spMk id="6" creationId="{960B6C5B-D14C-0F7E-38BF-4FD94C2B41F4}"/>
          </ac:spMkLst>
        </pc:spChg>
      </pc:sldChg>
      <pc:sldChg chg="del">
        <pc:chgData name="Osvaldo Luiz Santos Pereira" userId="c308351cf5a860c7" providerId="LiveId" clId="{57C2299E-9C6F-4738-944A-3342A308AED2}" dt="2025-07-08T14:52:51.707" v="664" actId="47"/>
        <pc:sldMkLst>
          <pc:docMk/>
          <pc:sldMk cId="1800480495" sldId="262"/>
        </pc:sldMkLst>
      </pc:sldChg>
      <pc:sldChg chg="delSp del mod ord">
        <pc:chgData name="Osvaldo Luiz Santos Pereira" userId="c308351cf5a860c7" providerId="LiveId" clId="{57C2299E-9C6F-4738-944A-3342A308AED2}" dt="2025-07-08T14:11:17.449" v="457" actId="47"/>
        <pc:sldMkLst>
          <pc:docMk/>
          <pc:sldMk cId="1656497651" sldId="264"/>
        </pc:sldMkLst>
        <pc:picChg chg="del">
          <ac:chgData name="Osvaldo Luiz Santos Pereira" userId="c308351cf5a860c7" providerId="LiveId" clId="{57C2299E-9C6F-4738-944A-3342A308AED2}" dt="2025-07-08T13:44:04.392" v="8" actId="478"/>
          <ac:picMkLst>
            <pc:docMk/>
            <pc:sldMk cId="1656497651" sldId="264"/>
            <ac:picMk id="5" creationId="{91860AD9-303E-9409-676C-1F99A21C5F4C}"/>
          </ac:picMkLst>
        </pc:picChg>
        <pc:picChg chg="del">
          <ac:chgData name="Osvaldo Luiz Santos Pereira" userId="c308351cf5a860c7" providerId="LiveId" clId="{57C2299E-9C6F-4738-944A-3342A308AED2}" dt="2025-07-08T13:40:12.984" v="7" actId="478"/>
          <ac:picMkLst>
            <pc:docMk/>
            <pc:sldMk cId="1656497651" sldId="264"/>
            <ac:picMk id="5126" creationId="{38AB6F0E-DF82-0C53-D21A-B37FAA0592F8}"/>
          </ac:picMkLst>
        </pc:picChg>
      </pc:sldChg>
      <pc:sldChg chg="addSp delSp modSp mod">
        <pc:chgData name="Osvaldo Luiz Santos Pereira" userId="c308351cf5a860c7" providerId="LiveId" clId="{57C2299E-9C6F-4738-944A-3342A308AED2}" dt="2025-07-08T14:20:54.032" v="663" actId="20577"/>
        <pc:sldMkLst>
          <pc:docMk/>
          <pc:sldMk cId="4188741486" sldId="265"/>
        </pc:sldMkLst>
        <pc:spChg chg="add mod">
          <ac:chgData name="Osvaldo Luiz Santos Pereira" userId="c308351cf5a860c7" providerId="LiveId" clId="{57C2299E-9C6F-4738-944A-3342A308AED2}" dt="2025-07-08T13:51:35.785" v="151" actId="1076"/>
          <ac:spMkLst>
            <pc:docMk/>
            <pc:sldMk cId="4188741486" sldId="265"/>
            <ac:spMk id="2" creationId="{3FE78A09-87E6-AE2B-A6D1-856D73A1C080}"/>
          </ac:spMkLst>
        </pc:spChg>
        <pc:spChg chg="add mod">
          <ac:chgData name="Osvaldo Luiz Santos Pereira" userId="c308351cf5a860c7" providerId="LiveId" clId="{57C2299E-9C6F-4738-944A-3342A308AED2}" dt="2025-07-08T13:51:35.785" v="151" actId="1076"/>
          <ac:spMkLst>
            <pc:docMk/>
            <pc:sldMk cId="4188741486" sldId="265"/>
            <ac:spMk id="3" creationId="{DCEED89C-D755-1A6F-1CE1-A7E39F4DC1E7}"/>
          </ac:spMkLst>
        </pc:spChg>
        <pc:spChg chg="add mod">
          <ac:chgData name="Osvaldo Luiz Santos Pereira" userId="c308351cf5a860c7" providerId="LiveId" clId="{57C2299E-9C6F-4738-944A-3342A308AED2}" dt="2025-07-08T13:51:29.453" v="149" actId="571"/>
          <ac:spMkLst>
            <pc:docMk/>
            <pc:sldMk cId="4188741486" sldId="265"/>
            <ac:spMk id="6" creationId="{ACCF17D1-AD6D-13B4-36A2-10A8ABAED6B2}"/>
          </ac:spMkLst>
        </pc:spChg>
        <pc:spChg chg="add mod">
          <ac:chgData name="Osvaldo Luiz Santos Pereira" userId="c308351cf5a860c7" providerId="LiveId" clId="{57C2299E-9C6F-4738-944A-3342A308AED2}" dt="2025-07-08T13:51:29.453" v="149" actId="571"/>
          <ac:spMkLst>
            <pc:docMk/>
            <pc:sldMk cId="4188741486" sldId="265"/>
            <ac:spMk id="7" creationId="{D565497D-490E-4C08-FB52-19F7B2E2234A}"/>
          </ac:spMkLst>
        </pc:spChg>
        <pc:spChg chg="add mod">
          <ac:chgData name="Osvaldo Luiz Santos Pereira" userId="c308351cf5a860c7" providerId="LiveId" clId="{57C2299E-9C6F-4738-944A-3342A308AED2}" dt="2025-07-08T13:51:29.115" v="148" actId="571"/>
          <ac:spMkLst>
            <pc:docMk/>
            <pc:sldMk cId="4188741486" sldId="265"/>
            <ac:spMk id="8" creationId="{F958257F-2447-000E-A48D-51833D32B8E2}"/>
          </ac:spMkLst>
        </pc:spChg>
        <pc:spChg chg="add mod">
          <ac:chgData name="Osvaldo Luiz Santos Pereira" userId="c308351cf5a860c7" providerId="LiveId" clId="{57C2299E-9C6F-4738-944A-3342A308AED2}" dt="2025-07-08T13:51:29.115" v="148" actId="571"/>
          <ac:spMkLst>
            <pc:docMk/>
            <pc:sldMk cId="4188741486" sldId="265"/>
            <ac:spMk id="9" creationId="{2926E52A-8B10-D05E-62D3-36F1FD26F18C}"/>
          </ac:spMkLst>
        </pc:spChg>
        <pc:spChg chg="add mod">
          <ac:chgData name="Osvaldo Luiz Santos Pereira" userId="c308351cf5a860c7" providerId="LiveId" clId="{57C2299E-9C6F-4738-944A-3342A308AED2}" dt="2025-07-08T14:19:16.933" v="622" actId="20577"/>
          <ac:spMkLst>
            <pc:docMk/>
            <pc:sldMk cId="4188741486" sldId="265"/>
            <ac:spMk id="10" creationId="{6A41F0A7-9BFA-9142-27C5-2F3A197C2915}"/>
          </ac:spMkLst>
        </pc:spChg>
        <pc:spChg chg="add mod">
          <ac:chgData name="Osvaldo Luiz Santos Pereira" userId="c308351cf5a860c7" providerId="LiveId" clId="{57C2299E-9C6F-4738-944A-3342A308AED2}" dt="2025-07-08T14:17:45.441" v="584" actId="20577"/>
          <ac:spMkLst>
            <pc:docMk/>
            <pc:sldMk cId="4188741486" sldId="265"/>
            <ac:spMk id="11" creationId="{A5F00AB6-1585-F6A1-01CE-6F18F39F8869}"/>
          </ac:spMkLst>
        </pc:spChg>
        <pc:spChg chg="add mod">
          <ac:chgData name="Osvaldo Luiz Santos Pereira" userId="c308351cf5a860c7" providerId="LiveId" clId="{57C2299E-9C6F-4738-944A-3342A308AED2}" dt="2025-07-08T14:20:54.032" v="663" actId="20577"/>
          <ac:spMkLst>
            <pc:docMk/>
            <pc:sldMk cId="4188741486" sldId="265"/>
            <ac:spMk id="12" creationId="{C8095F16-834D-E8CF-516B-13E2FC4E8815}"/>
          </ac:spMkLst>
        </pc:spChg>
        <pc:spChg chg="add mod">
          <ac:chgData name="Osvaldo Luiz Santos Pereira" userId="c308351cf5a860c7" providerId="LiveId" clId="{57C2299E-9C6F-4738-944A-3342A308AED2}" dt="2025-07-08T14:19:52.705" v="626" actId="20577"/>
          <ac:spMkLst>
            <pc:docMk/>
            <pc:sldMk cId="4188741486" sldId="265"/>
            <ac:spMk id="13" creationId="{5130C127-3E73-16C3-8DB7-0DE5F893BB82}"/>
          </ac:spMkLst>
        </pc:spChg>
        <pc:spChg chg="add mod">
          <ac:chgData name="Osvaldo Luiz Santos Pereira" userId="c308351cf5a860c7" providerId="LiveId" clId="{57C2299E-9C6F-4738-944A-3342A308AED2}" dt="2025-07-08T13:59:25.542" v="248" actId="1076"/>
          <ac:spMkLst>
            <pc:docMk/>
            <pc:sldMk cId="4188741486" sldId="265"/>
            <ac:spMk id="14" creationId="{7A71183F-AB8E-8EAD-2B49-B5A0D5D9392E}"/>
          </ac:spMkLst>
        </pc:spChg>
        <pc:picChg chg="add del mod">
          <ac:chgData name="Osvaldo Luiz Santos Pereira" userId="c308351cf5a860c7" providerId="LiveId" clId="{57C2299E-9C6F-4738-944A-3342A308AED2}" dt="2025-07-08T13:46:58.302" v="40" actId="478"/>
          <ac:picMkLst>
            <pc:docMk/>
            <pc:sldMk cId="4188741486" sldId="265"/>
            <ac:picMk id="5" creationId="{CF0FD213-8AFB-D145-09AD-47ED76842F61}"/>
          </ac:picMkLst>
        </pc:picChg>
        <pc:picChg chg="add del mod">
          <ac:chgData name="Osvaldo Luiz Santos Pereira" userId="c308351cf5a860c7" providerId="LiveId" clId="{57C2299E-9C6F-4738-944A-3342A308AED2}" dt="2025-07-08T13:50:26.374" v="129" actId="478"/>
          <ac:picMkLst>
            <pc:docMk/>
            <pc:sldMk cId="4188741486" sldId="265"/>
            <ac:picMk id="1026" creationId="{4DAA4DFC-2CAF-16DA-2801-68DD0019E620}"/>
          </ac:picMkLst>
        </pc:picChg>
        <pc:picChg chg="del">
          <ac:chgData name="Osvaldo Luiz Santos Pereira" userId="c308351cf5a860c7" providerId="LiveId" clId="{57C2299E-9C6F-4738-944A-3342A308AED2}" dt="2025-07-08T13:37:15.236" v="0" actId="478"/>
          <ac:picMkLst>
            <pc:docMk/>
            <pc:sldMk cId="4188741486" sldId="265"/>
            <ac:picMk id="5126" creationId="{75B3F9E4-D9F8-9DD0-DEBB-AD8771A9B537}"/>
          </ac:picMkLst>
        </pc:picChg>
      </pc:sldChg>
      <pc:sldChg chg="addSp delSp modSp add mod">
        <pc:chgData name="Osvaldo Luiz Santos Pereira" userId="c308351cf5a860c7" providerId="LiveId" clId="{57C2299E-9C6F-4738-944A-3342A308AED2}" dt="2025-07-08T14:04:17.080" v="450" actId="1036"/>
        <pc:sldMkLst>
          <pc:docMk/>
          <pc:sldMk cId="260175144" sldId="266"/>
        </pc:sldMkLst>
        <pc:spChg chg="add mod">
          <ac:chgData name="Osvaldo Luiz Santos Pereira" userId="c308351cf5a860c7" providerId="LiveId" clId="{57C2299E-9C6F-4738-944A-3342A308AED2}" dt="2025-07-08T13:58:52.909" v="215"/>
          <ac:spMkLst>
            <pc:docMk/>
            <pc:sldMk cId="260175144" sldId="266"/>
            <ac:spMk id="2" creationId="{B29FD24E-BE85-EB9C-3527-DBBBB383FC87}"/>
          </ac:spMkLst>
        </pc:spChg>
        <pc:spChg chg="add mod">
          <ac:chgData name="Osvaldo Luiz Santos Pereira" userId="c308351cf5a860c7" providerId="LiveId" clId="{57C2299E-9C6F-4738-944A-3342A308AED2}" dt="2025-07-08T14:01:26.282" v="337" actId="1076"/>
          <ac:spMkLst>
            <pc:docMk/>
            <pc:sldMk cId="260175144" sldId="266"/>
            <ac:spMk id="3" creationId="{28C9EEB0-9240-D488-2AA6-1A0F864332F4}"/>
          </ac:spMkLst>
        </pc:spChg>
        <pc:spChg chg="add del mod">
          <ac:chgData name="Osvaldo Luiz Santos Pereira" userId="c308351cf5a860c7" providerId="LiveId" clId="{57C2299E-9C6F-4738-944A-3342A308AED2}" dt="2025-07-08T14:01:18.260" v="335" actId="478"/>
          <ac:spMkLst>
            <pc:docMk/>
            <pc:sldMk cId="260175144" sldId="266"/>
            <ac:spMk id="4" creationId="{26F9E373-BCB2-878B-9565-1E7C1E235A89}"/>
          </ac:spMkLst>
        </pc:spChg>
        <pc:spChg chg="add mod">
          <ac:chgData name="Osvaldo Luiz Santos Pereira" userId="c308351cf5a860c7" providerId="LiveId" clId="{57C2299E-9C6F-4738-944A-3342A308AED2}" dt="2025-07-08T14:04:06.488" v="432" actId="1036"/>
          <ac:spMkLst>
            <pc:docMk/>
            <pc:sldMk cId="260175144" sldId="266"/>
            <ac:spMk id="5" creationId="{7B5B690A-120A-1266-CB97-3A8FCA6D18C1}"/>
          </ac:spMkLst>
        </pc:spChg>
        <pc:spChg chg="add mod">
          <ac:chgData name="Osvaldo Luiz Santos Pereira" userId="c308351cf5a860c7" providerId="LiveId" clId="{57C2299E-9C6F-4738-944A-3342A308AED2}" dt="2025-07-08T14:04:17.080" v="450" actId="1036"/>
          <ac:spMkLst>
            <pc:docMk/>
            <pc:sldMk cId="260175144" sldId="266"/>
            <ac:spMk id="7" creationId="{0C6F9844-2D01-E9DB-5AB0-EE67E2E76656}"/>
          </ac:spMkLst>
        </pc:spChg>
        <pc:spChg chg="add mod">
          <ac:chgData name="Osvaldo Luiz Santos Pereira" userId="c308351cf5a860c7" providerId="LiveId" clId="{57C2299E-9C6F-4738-944A-3342A308AED2}" dt="2025-07-08T14:04:12.585" v="442" actId="1036"/>
          <ac:spMkLst>
            <pc:docMk/>
            <pc:sldMk cId="260175144" sldId="266"/>
            <ac:spMk id="8" creationId="{1C38A082-1E7F-F62F-18E0-0E446DD1DEAF}"/>
          </ac:spMkLst>
        </pc:spChg>
        <pc:spChg chg="add mod">
          <ac:chgData name="Osvaldo Luiz Santos Pereira" userId="c308351cf5a860c7" providerId="LiveId" clId="{57C2299E-9C6F-4738-944A-3342A308AED2}" dt="2025-07-08T14:04:00.495" v="424" actId="1036"/>
          <ac:spMkLst>
            <pc:docMk/>
            <pc:sldMk cId="260175144" sldId="266"/>
            <ac:spMk id="9" creationId="{71D73E93-C2AD-86F5-FCEF-80C684ED4CB1}"/>
          </ac:spMkLst>
        </pc:spChg>
        <pc:spChg chg="add mod">
          <ac:chgData name="Osvaldo Luiz Santos Pereira" userId="c308351cf5a860c7" providerId="LiveId" clId="{57C2299E-9C6F-4738-944A-3342A308AED2}" dt="2025-07-08T14:03:53.646" v="417" actId="1036"/>
          <ac:spMkLst>
            <pc:docMk/>
            <pc:sldMk cId="260175144" sldId="266"/>
            <ac:spMk id="10" creationId="{524D46AF-B5A2-471C-028B-F72651406DB5}"/>
          </ac:spMkLst>
        </pc:spChg>
        <pc:spChg chg="add mod">
          <ac:chgData name="Osvaldo Luiz Santos Pereira" userId="c308351cf5a860c7" providerId="LiveId" clId="{57C2299E-9C6F-4738-944A-3342A308AED2}" dt="2025-07-08T14:03:48.941" v="406" actId="1036"/>
          <ac:spMkLst>
            <pc:docMk/>
            <pc:sldMk cId="260175144" sldId="266"/>
            <ac:spMk id="11" creationId="{6D037D6E-E9D4-EA96-DF20-1852B6B794AC}"/>
          </ac:spMkLst>
        </pc:spChg>
        <pc:spChg chg="add mod">
          <ac:chgData name="Osvaldo Luiz Santos Pereira" userId="c308351cf5a860c7" providerId="LiveId" clId="{57C2299E-9C6F-4738-944A-3342A308AED2}" dt="2025-07-08T14:03:42.934" v="385" actId="1036"/>
          <ac:spMkLst>
            <pc:docMk/>
            <pc:sldMk cId="260175144" sldId="266"/>
            <ac:spMk id="12" creationId="{8513FE9E-4E79-8DB2-7575-E59603AB2DA9}"/>
          </ac:spMkLst>
        </pc:spChg>
        <pc:spChg chg="add mod">
          <ac:chgData name="Osvaldo Luiz Santos Pereira" userId="c308351cf5a860c7" providerId="LiveId" clId="{57C2299E-9C6F-4738-944A-3342A308AED2}" dt="2025-07-08T14:03:37.325" v="372" actId="1036"/>
          <ac:spMkLst>
            <pc:docMk/>
            <pc:sldMk cId="260175144" sldId="266"/>
            <ac:spMk id="13" creationId="{DA169C2E-625E-D80E-DD5A-F491B3F39612}"/>
          </ac:spMkLst>
        </pc:spChg>
        <pc:picChg chg="del">
          <ac:chgData name="Osvaldo Luiz Santos Pereira" userId="c308351cf5a860c7" providerId="LiveId" clId="{57C2299E-9C6F-4738-944A-3342A308AED2}" dt="2025-07-08T13:58:47.297" v="214" actId="478"/>
          <ac:picMkLst>
            <pc:docMk/>
            <pc:sldMk cId="260175144" sldId="266"/>
            <ac:picMk id="6" creationId="{1656C000-0C46-2775-C402-68DA3599AE72}"/>
          </ac:picMkLst>
        </pc:picChg>
      </pc:sldChg>
      <pc:sldChg chg="add mod modShow">
        <pc:chgData name="Osvaldo Luiz Santos Pereira" userId="c308351cf5a860c7" providerId="LiveId" clId="{57C2299E-9C6F-4738-944A-3342A308AED2}" dt="2025-07-08T14:09:34.939" v="454" actId="729"/>
        <pc:sldMkLst>
          <pc:docMk/>
          <pc:sldMk cId="2841025536" sldId="29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8366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5C118-A6BD-995B-1EA4-280A6AA7D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31B154-7598-0E3F-E868-DF3F113CC4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9564BB-1549-B97A-19EA-66D899DC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78881-D0E7-9803-2B21-CF0781E338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964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2B426-D133-40B3-ECED-05F2695B2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A09FDE-4EE2-5FA4-D95C-7970CBECC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2DE9C0-26DE-B26F-8849-405552564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D4973-8DB9-5F04-3F26-3E2528016C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2912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50985-E5A1-B6AE-D80B-A7070D2B9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6C12E2-040E-FACD-2748-7D962BC37E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C1E289-0F50-1A13-7D26-692910C307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20A27-AAAB-4307-0185-D9894FAD6D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779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31B11-8059-3A47-6605-37DF9C558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99B23F-861A-A916-C3C5-4A1D3A19BE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FF10C5-8541-B771-640B-CEF0846B5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58811-1B02-5C0C-0751-3183770A3F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143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A59CC2-F05D-EF94-A09C-9CE2E9A4D0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2AF7272-8FC7-AA66-7982-030088C80C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2057C7-5833-52C6-4C09-27D81DE3A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98771-DCA6-4864-92F4-272A26AADE14}" type="datetimeFigureOut">
              <a:rPr lang="pt-BR" smtClean="0"/>
              <a:t>08/07/2025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171C09-F197-B385-4275-11266D31A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602FF0-A4DF-2107-9005-83D482C92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D8BA2-75CC-41FA-9892-5097D75250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5508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. R. Kaprekar">
            <a:extLst>
              <a:ext uri="{FF2B5EF4-FFF2-40B4-BE49-F238E27FC236}">
                <a16:creationId xmlns:a16="http://schemas.microsoft.com/office/drawing/2014/main" id="{D0A69BCF-3C29-CA48-9707-D9A2397D1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08152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60B6C5B-D14C-0F7E-38BF-4FD94C2B41F4}"/>
              </a:ext>
            </a:extLst>
          </p:cNvPr>
          <p:cNvSpPr txBox="1"/>
          <p:nvPr/>
        </p:nvSpPr>
        <p:spPr>
          <a:xfrm>
            <a:off x="6610865" y="361088"/>
            <a:ext cx="783418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i="0" dirty="0" err="1">
                <a:solidFill>
                  <a:srgbClr val="202122"/>
                </a:solidFill>
                <a:effectLst/>
              </a:rPr>
              <a:t>Dattatreya</a:t>
            </a:r>
            <a:r>
              <a:rPr lang="pt-BR" sz="4000" b="1" i="0" dirty="0">
                <a:solidFill>
                  <a:srgbClr val="202122"/>
                </a:solidFill>
                <a:effectLst/>
              </a:rPr>
              <a:t> </a:t>
            </a:r>
            <a:r>
              <a:rPr lang="pt-BR" sz="4000" b="1" i="0" dirty="0" err="1">
                <a:solidFill>
                  <a:srgbClr val="202122"/>
                </a:solidFill>
                <a:effectLst/>
              </a:rPr>
              <a:t>Ramchandra</a:t>
            </a:r>
            <a:r>
              <a:rPr lang="pt-BR" sz="4000" b="1" i="0" dirty="0">
                <a:solidFill>
                  <a:srgbClr val="202122"/>
                </a:solidFill>
                <a:effectLst/>
              </a:rPr>
              <a:t> </a:t>
            </a:r>
            <a:r>
              <a:rPr lang="pt-BR" sz="4000" b="1" i="0" dirty="0" err="1">
                <a:solidFill>
                  <a:srgbClr val="202122"/>
                </a:solidFill>
                <a:effectLst/>
              </a:rPr>
              <a:t>Kaprekar</a:t>
            </a:r>
            <a:r>
              <a:rPr lang="pt-BR" sz="4000" b="0" i="0" dirty="0">
                <a:solidFill>
                  <a:srgbClr val="202122"/>
                </a:solidFill>
                <a:effectLst/>
              </a:rPr>
              <a:t> </a:t>
            </a:r>
          </a:p>
          <a:p>
            <a:pPr algn="ctr"/>
            <a:r>
              <a:rPr lang="pt-BR" sz="4000" b="0" i="0" dirty="0">
                <a:solidFill>
                  <a:srgbClr val="202122"/>
                </a:solidFill>
                <a:effectLst/>
              </a:rPr>
              <a:t>(</a:t>
            </a:r>
            <a:r>
              <a:rPr lang="hi-IN" sz="4000" b="0" i="0" dirty="0">
                <a:solidFill>
                  <a:srgbClr val="202122"/>
                </a:solidFill>
                <a:effectLst/>
              </a:rPr>
              <a:t>दत्तात्रेय रामचंद्र कापरेकर</a:t>
            </a:r>
            <a:r>
              <a:rPr lang="pt-BR" sz="4000" b="0" i="0" dirty="0">
                <a:solidFill>
                  <a:srgbClr val="202122"/>
                </a:solidFill>
                <a:effectLst/>
              </a:rPr>
              <a:t>)</a:t>
            </a:r>
          </a:p>
          <a:p>
            <a:pPr algn="ctr"/>
            <a:r>
              <a:rPr lang="pt-BR" sz="4000" b="0" i="0" dirty="0">
                <a:solidFill>
                  <a:srgbClr val="202122"/>
                </a:solidFill>
                <a:effectLst/>
              </a:rPr>
              <a:t>1905 – 1986</a:t>
            </a:r>
          </a:p>
          <a:p>
            <a:endParaRPr lang="pt-BR" sz="4000" dirty="0">
              <a:solidFill>
                <a:srgbClr val="202122"/>
              </a:solidFill>
            </a:endParaRPr>
          </a:p>
          <a:p>
            <a:pPr algn="ctr"/>
            <a:r>
              <a:rPr lang="pt-BR" sz="4000" b="1" i="0" dirty="0" err="1">
                <a:solidFill>
                  <a:srgbClr val="202122"/>
                </a:solidFill>
                <a:effectLst/>
              </a:rPr>
              <a:t>Recreational</a:t>
            </a:r>
            <a:r>
              <a:rPr lang="pt-BR" sz="4000" b="1" i="0" dirty="0">
                <a:solidFill>
                  <a:srgbClr val="202122"/>
                </a:solidFill>
                <a:effectLst/>
              </a:rPr>
              <a:t> </a:t>
            </a:r>
            <a:r>
              <a:rPr lang="pt-BR" sz="4000" b="1" i="0" dirty="0" err="1">
                <a:solidFill>
                  <a:srgbClr val="202122"/>
                </a:solidFill>
                <a:effectLst/>
              </a:rPr>
              <a:t>Mathematician</a:t>
            </a:r>
            <a:endParaRPr lang="pt-BR" sz="4000" dirty="0">
              <a:solidFill>
                <a:srgbClr val="2021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224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8DD26-40C9-9589-0850-606E5C0BC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Kaprekar's Constant">
            <a:extLst>
              <a:ext uri="{FF2B5EF4-FFF2-40B4-BE49-F238E27FC236}">
                <a16:creationId xmlns:a16="http://schemas.microsoft.com/office/drawing/2014/main" id="{C313D908-9E13-2E6D-E1B4-C69F674791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8" t="13837" r="9542" b="25125"/>
          <a:stretch>
            <a:fillRect/>
          </a:stretch>
        </p:blipFill>
        <p:spPr bwMode="auto">
          <a:xfrm>
            <a:off x="0" y="994717"/>
            <a:ext cx="14630400" cy="5859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7595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7887B-8238-5E38-B564-8CF4F8492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29FD24E-BE85-EB9C-3527-DBBBB383FC87}"/>
              </a:ext>
            </a:extLst>
          </p:cNvPr>
          <p:cNvSpPr txBox="1"/>
          <p:nvPr/>
        </p:nvSpPr>
        <p:spPr>
          <a:xfrm>
            <a:off x="321275" y="255257"/>
            <a:ext cx="113300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 err="1"/>
              <a:t>Kaprekar’s</a:t>
            </a:r>
            <a:r>
              <a:rPr lang="pt-BR" sz="4800" b="1" dirty="0"/>
              <a:t> </a:t>
            </a:r>
            <a:r>
              <a:rPr lang="pt-BR" sz="4800" b="1" dirty="0" err="1"/>
              <a:t>Routine</a:t>
            </a:r>
            <a:endParaRPr lang="pt-BR" sz="4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28C9EEB0-9240-D488-2AA6-1A0F864332F4}"/>
                  </a:ext>
                </a:extLst>
              </p:cNvPr>
              <p:cNvSpPr txBox="1"/>
              <p:nvPr/>
            </p:nvSpPr>
            <p:spPr>
              <a:xfrm>
                <a:off x="4943803" y="1172799"/>
                <a:ext cx="4216539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pt-BR" sz="4800" b="0" i="1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pt-BR" sz="4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4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sz="4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4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4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pt-BR" sz="4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pt-BR" sz="4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sz="4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4800" b="0" i="1" smtClean="0">
                        <a:latin typeface="Cambria Math" panose="02040503050406030204" pitchFamily="18" charset="0"/>
                      </a:rPr>
                      <m:t>′′</m:t>
                    </m:r>
                  </m:oMath>
                </a14:m>
                <a:r>
                  <a:rPr lang="pt-BR" sz="4800" dirty="0"/>
                  <a:t> </a:t>
                </a:r>
              </a:p>
            </p:txBody>
          </p:sp>
        </mc:Choice>
        <mc:Fallback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28C9EEB0-9240-D488-2AA6-1A0F86433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803" y="1172799"/>
                <a:ext cx="4216539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7B5B690A-120A-1266-CB97-3A8FCA6D18C1}"/>
                  </a:ext>
                </a:extLst>
              </p:cNvPr>
              <p:cNvSpPr txBox="1"/>
              <p:nvPr/>
            </p:nvSpPr>
            <p:spPr>
              <a:xfrm>
                <a:off x="321274" y="3493655"/>
                <a:ext cx="1133004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pt-BR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3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pt-BR" sz="3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pt-BR" sz="3600" dirty="0"/>
                  <a:t> </a:t>
                </a:r>
                <a:r>
                  <a:rPr lang="pt-BR" sz="3600" dirty="0" err="1"/>
                  <a:t>is</a:t>
                </a:r>
                <a:r>
                  <a:rPr lang="pt-BR" sz="3600" dirty="0"/>
                  <a:t> </a:t>
                </a:r>
                <a:r>
                  <a:rPr lang="pt-BR" sz="3600" dirty="0" err="1"/>
                  <a:t>any</a:t>
                </a:r>
                <a:r>
                  <a:rPr lang="pt-BR" sz="3600" dirty="0"/>
                  <a:t> </a:t>
                </a:r>
                <a:r>
                  <a:rPr lang="pt-BR" sz="3600" dirty="0" err="1"/>
                  <a:t>integer</a:t>
                </a:r>
                <a:r>
                  <a:rPr lang="pt-BR" sz="3600" dirty="0"/>
                  <a:t> </a:t>
                </a:r>
                <a:r>
                  <a:rPr lang="pt-BR" sz="3600" dirty="0" err="1"/>
                  <a:t>with</a:t>
                </a:r>
                <a:r>
                  <a:rPr lang="pt-BR" sz="3600" dirty="0"/>
                  <a:t> four </a:t>
                </a:r>
                <a:r>
                  <a:rPr lang="pt-BR" sz="3600" dirty="0" err="1"/>
                  <a:t>digits</a:t>
                </a:r>
                <a:r>
                  <a:rPr lang="pt-BR" sz="3600" dirty="0"/>
                  <a:t> in decimal </a:t>
                </a:r>
                <a:r>
                  <a:rPr lang="pt-BR" sz="3600" dirty="0" err="1"/>
                  <a:t>basis</a:t>
                </a:r>
                <a:endParaRPr lang="pt-BR" sz="3600" dirty="0"/>
              </a:p>
            </p:txBody>
          </p:sp>
        </mc:Choice>
        <mc:Fallback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7B5B690A-120A-1266-CB97-3A8FCA6D1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274" y="3493655"/>
                <a:ext cx="11330047" cy="646331"/>
              </a:xfrm>
              <a:prstGeom prst="rect">
                <a:avLst/>
              </a:prstGeom>
              <a:blipFill>
                <a:blip r:embed="rId4"/>
                <a:stretch>
                  <a:fillRect t="-14151" b="-3490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0C6F9844-2D01-E9DB-5AB0-EE67E2E76656}"/>
              </a:ext>
            </a:extLst>
          </p:cNvPr>
          <p:cNvSpPr txBox="1"/>
          <p:nvPr/>
        </p:nvSpPr>
        <p:spPr>
          <a:xfrm>
            <a:off x="458299" y="2014110"/>
            <a:ext cx="11330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Where n </a:t>
            </a:r>
            <a:r>
              <a:rPr lang="pt-BR" sz="3600" dirty="0" err="1"/>
              <a:t>is</a:t>
            </a:r>
            <a:r>
              <a:rPr lang="pt-BR" sz="3600" dirty="0"/>
              <a:t> </a:t>
            </a:r>
            <a:r>
              <a:rPr lang="pt-BR" sz="3600" dirty="0" err="1"/>
              <a:t>any</a:t>
            </a:r>
            <a:r>
              <a:rPr lang="pt-BR" sz="3600" dirty="0"/>
              <a:t> </a:t>
            </a:r>
            <a:r>
              <a:rPr lang="pt-BR" sz="3600" dirty="0" err="1"/>
              <a:t>integer</a:t>
            </a:r>
            <a:r>
              <a:rPr lang="pt-BR" sz="3600" dirty="0"/>
              <a:t> </a:t>
            </a:r>
            <a:r>
              <a:rPr lang="pt-BR" sz="3600" dirty="0" err="1"/>
              <a:t>with</a:t>
            </a:r>
            <a:r>
              <a:rPr lang="pt-BR" sz="3600" dirty="0"/>
              <a:t> four </a:t>
            </a:r>
            <a:r>
              <a:rPr lang="pt-BR" sz="3600" dirty="0" err="1"/>
              <a:t>digits</a:t>
            </a:r>
            <a:r>
              <a:rPr lang="pt-BR" sz="3600" dirty="0"/>
              <a:t> in decimal </a:t>
            </a:r>
            <a:r>
              <a:rPr lang="pt-BR" sz="3600" dirty="0" err="1"/>
              <a:t>basis</a:t>
            </a:r>
            <a:endParaRPr lang="pt-BR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1C38A082-1E7F-F62F-18E0-0E446DD1DEAF}"/>
                  </a:ext>
                </a:extLst>
              </p:cNvPr>
              <p:cNvSpPr txBox="1"/>
              <p:nvPr/>
            </p:nvSpPr>
            <p:spPr>
              <a:xfrm>
                <a:off x="4943803" y="2744476"/>
                <a:ext cx="4372094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4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pt-BR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BR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pt-BR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pt-BR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pt-BR" sz="4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pt-BR" sz="4000" dirty="0"/>
              </a:p>
            </p:txBody>
          </p:sp>
        </mc:Choice>
        <mc:Fallback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1C38A082-1E7F-F62F-18E0-0E446DD1D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803" y="2744476"/>
                <a:ext cx="4372094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71D73E93-C2AD-86F5-FCEF-80C684ED4CB1}"/>
                  </a:ext>
                </a:extLst>
              </p:cNvPr>
              <p:cNvSpPr txBox="1"/>
              <p:nvPr/>
            </p:nvSpPr>
            <p:spPr>
              <a:xfrm>
                <a:off x="4943803" y="4252732"/>
                <a:ext cx="4543680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4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4000" b="0" i="1" smtClean="0">
                          <a:latin typeface="Cambria Math" panose="02040503050406030204" pitchFamily="18" charset="0"/>
                        </a:rPr>
                        <m:t>′=</m:t>
                      </m:r>
                      <m:sSub>
                        <m:sSubPr>
                          <m:ctrlPr>
                            <a:rPr lang="pt-BR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pt-BR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pt-BR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pt-BR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pt-BR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pt-BR" sz="4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pt-BR" sz="4000" dirty="0"/>
              </a:p>
            </p:txBody>
          </p:sp>
        </mc:Choice>
        <mc:Fallback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71D73E93-C2AD-86F5-FCEF-80C684ED4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803" y="4252732"/>
                <a:ext cx="4543680" cy="6155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524D46AF-B5A2-471C-028B-F72651406DB5}"/>
                  </a:ext>
                </a:extLst>
              </p:cNvPr>
              <p:cNvSpPr txBox="1"/>
              <p:nvPr/>
            </p:nvSpPr>
            <p:spPr>
              <a:xfrm>
                <a:off x="458299" y="5005778"/>
                <a:ext cx="1257807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pt-BR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3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3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p>
                        <m:r>
                          <a:rPr lang="pt-BR" sz="3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pt-BR" sz="3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3600" dirty="0" err="1"/>
                  <a:t>is</a:t>
                </a:r>
                <a:r>
                  <a:rPr lang="pt-BR" sz="3600" dirty="0"/>
                  <a:t> </a:t>
                </a:r>
                <a:r>
                  <a:rPr lang="pt-BR" sz="3600" dirty="0" err="1"/>
                  <a:t>the</a:t>
                </a:r>
                <a:r>
                  <a:rPr lang="pt-BR" sz="3600" dirty="0"/>
                  <a:t> </a:t>
                </a:r>
                <a:r>
                  <a:rPr lang="pt-BR" sz="3600" dirty="0" err="1"/>
                  <a:t>number</a:t>
                </a:r>
                <a:r>
                  <a:rPr lang="pt-BR" sz="3600" dirty="0"/>
                  <a:t> n </a:t>
                </a:r>
                <a:r>
                  <a:rPr lang="pt-BR" sz="3600" dirty="0" err="1"/>
                  <a:t>with</a:t>
                </a:r>
                <a:r>
                  <a:rPr lang="pt-BR" sz="3600" dirty="0"/>
                  <a:t> its </a:t>
                </a:r>
                <a:r>
                  <a:rPr lang="pt-BR" sz="3600" dirty="0" err="1"/>
                  <a:t>digits</a:t>
                </a:r>
                <a:r>
                  <a:rPr lang="pt-BR" sz="3600" dirty="0"/>
                  <a:t> in </a:t>
                </a:r>
                <a:r>
                  <a:rPr lang="pt-BR" sz="3600" dirty="0" err="1"/>
                  <a:t>ascending</a:t>
                </a:r>
                <a:r>
                  <a:rPr lang="pt-BR" sz="3600" dirty="0"/>
                  <a:t> </a:t>
                </a:r>
                <a:r>
                  <a:rPr lang="pt-BR" sz="3600" dirty="0" err="1"/>
                  <a:t>order</a:t>
                </a:r>
                <a:endParaRPr lang="pt-BR" sz="3600" dirty="0"/>
              </a:p>
            </p:txBody>
          </p:sp>
        </mc:Choice>
        <mc:Fallback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524D46AF-B5A2-471C-028B-F72651406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299" y="5005778"/>
                <a:ext cx="12578079" cy="646331"/>
              </a:xfrm>
              <a:prstGeom prst="rect">
                <a:avLst/>
              </a:prstGeom>
              <a:blipFill>
                <a:blip r:embed="rId7"/>
                <a:stretch>
                  <a:fillRect t="-14151" b="-3490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6D037D6E-E9D4-EA96-DF20-1852B6B794AC}"/>
                  </a:ext>
                </a:extLst>
              </p:cNvPr>
              <p:cNvSpPr txBox="1"/>
              <p:nvPr/>
            </p:nvSpPr>
            <p:spPr>
              <a:xfrm>
                <a:off x="4943803" y="5804222"/>
                <a:ext cx="4676729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4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4000" b="0" i="1" smtClean="0">
                          <a:latin typeface="Cambria Math" panose="02040503050406030204" pitchFamily="18" charset="0"/>
                        </a:rPr>
                        <m:t>′′=</m:t>
                      </m:r>
                      <m:sSub>
                        <m:sSubPr>
                          <m:ctrlPr>
                            <a:rPr lang="pt-BR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pt-BR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BR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pt-BR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pt-BR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pt-BR" sz="40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pt-BR" sz="4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pt-BR" sz="4000" dirty="0"/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6D037D6E-E9D4-EA96-DF20-1852B6B794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803" y="5804222"/>
                <a:ext cx="4676729" cy="61555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8513FE9E-4E79-8DB2-7575-E59603AB2DA9}"/>
                  </a:ext>
                </a:extLst>
              </p:cNvPr>
              <p:cNvSpPr txBox="1"/>
              <p:nvPr/>
            </p:nvSpPr>
            <p:spPr>
              <a:xfrm>
                <a:off x="458299" y="6579997"/>
                <a:ext cx="12578079" cy="6706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3600" dirty="0" err="1"/>
                  <a:t>and</a:t>
                </a:r>
                <a:r>
                  <a:rPr lang="pt-BR" sz="3600" dirty="0"/>
                  <a:t> </a:t>
                </a:r>
                <a:r>
                  <a:rPr lang="pt-BR" sz="3600" dirty="0" err="1"/>
                  <a:t>the</a:t>
                </a:r>
                <a:r>
                  <a:rPr lang="pt-BR" sz="3600" dirty="0"/>
                  <a:t> </a:t>
                </a:r>
                <a:r>
                  <a:rPr lang="pt-BR" sz="3600" dirty="0" err="1"/>
                  <a:t>digits</a:t>
                </a:r>
                <a:r>
                  <a:rPr lang="pt-BR" sz="3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pt-BR" sz="3600" b="0" i="1" smtClean="0">
                            <a:latin typeface="Cambria Math" panose="02040503050406030204" pitchFamily="18" charset="0"/>
                          </a:rPr>
                          <m:t>0,</m:t>
                        </m:r>
                      </m:sub>
                    </m:sSub>
                    <m:r>
                      <a:rPr lang="pt-BR" sz="36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BR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pt-BR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36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pt-BR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36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pt-BR" sz="3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pt-BR" sz="3600" dirty="0"/>
                  <a:t> obey </a:t>
                </a:r>
              </a:p>
            </p:txBody>
          </p:sp>
        </mc:Choice>
        <mc:Fallback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8513FE9E-4E79-8DB2-7575-E59603AB2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299" y="6579997"/>
                <a:ext cx="12578079" cy="670696"/>
              </a:xfrm>
              <a:prstGeom prst="rect">
                <a:avLst/>
              </a:prstGeom>
              <a:blipFill>
                <a:blip r:embed="rId9"/>
                <a:stretch>
                  <a:fillRect l="-1453" t="-12727" b="-309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DA169C2E-625E-D80E-DD5A-F491B3F39612}"/>
                  </a:ext>
                </a:extLst>
              </p:cNvPr>
              <p:cNvSpPr txBox="1"/>
              <p:nvPr/>
            </p:nvSpPr>
            <p:spPr>
              <a:xfrm>
                <a:off x="4943803" y="7431077"/>
                <a:ext cx="4107471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pt-BR" sz="4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4000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pt-BR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pt-BR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4000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pt-BR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pt-BR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4000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pt-BR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pt-BR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sz="4000" dirty="0"/>
              </a:p>
            </p:txBody>
          </p:sp>
        </mc:Choice>
        <mc:Fallback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DA169C2E-625E-D80E-DD5A-F491B3F39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803" y="7431077"/>
                <a:ext cx="4107471" cy="61555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175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5C674-DCAE-956B-3DE9-CF64ACFE7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ED0CEF3-F9EB-EEF5-34F3-8B70F1EA6C25}"/>
              </a:ext>
            </a:extLst>
          </p:cNvPr>
          <p:cNvSpPr txBox="1"/>
          <p:nvPr/>
        </p:nvSpPr>
        <p:spPr>
          <a:xfrm>
            <a:off x="321275" y="1678111"/>
            <a:ext cx="1406198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sz="3600" b="0" i="0" dirty="0">
                <a:solidFill>
                  <a:srgbClr val="202122"/>
                </a:solidFill>
                <a:effectLst/>
              </a:rPr>
              <a:t> Select any four-digit number that has at least two different digits, leading zeros are allowed</a:t>
            </a:r>
            <a:r>
              <a:rPr lang="en-US" sz="3600" dirty="0">
                <a:solidFill>
                  <a:srgbClr val="202122"/>
                </a:solidFill>
              </a:rPr>
              <a:t>.</a:t>
            </a:r>
            <a:endParaRPr lang="en-US" sz="3600" b="0" i="0" dirty="0">
              <a:solidFill>
                <a:srgbClr val="202122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endParaRPr lang="en-US" sz="3600" b="0" i="0" dirty="0">
              <a:solidFill>
                <a:srgbClr val="202122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US" sz="3600" b="0" i="0" dirty="0">
                <a:solidFill>
                  <a:srgbClr val="202122"/>
                </a:solidFill>
                <a:effectLst/>
              </a:rPr>
              <a:t> Create two new four-digit numbers by arranging the original digits in ascending and descending order, adding leading zeros if necessary.</a:t>
            </a:r>
          </a:p>
          <a:p>
            <a:pPr algn="l">
              <a:buFont typeface="+mj-lt"/>
              <a:buAutoNum type="arabicPeriod"/>
            </a:pPr>
            <a:endParaRPr lang="en-US" sz="3600" b="0" i="0" dirty="0">
              <a:solidFill>
                <a:srgbClr val="202122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US" sz="3600" b="0" i="0" dirty="0">
                <a:solidFill>
                  <a:srgbClr val="202122"/>
                </a:solidFill>
                <a:effectLst/>
              </a:rPr>
              <a:t> Subtract the smaller number from the bigger number.</a:t>
            </a:r>
          </a:p>
          <a:p>
            <a:pPr algn="l">
              <a:buFont typeface="+mj-lt"/>
              <a:buAutoNum type="arabicPeriod"/>
            </a:pPr>
            <a:endParaRPr lang="en-US" sz="3600" b="0" i="0" dirty="0">
              <a:solidFill>
                <a:srgbClr val="202122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US" sz="3600" b="0" i="0" dirty="0">
                <a:solidFill>
                  <a:srgbClr val="202122"/>
                </a:solidFill>
                <a:effectLst/>
              </a:rPr>
              <a:t> If the result is not 6174, return to step 2 and repeat.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D7C1F6B-3731-B200-E61A-88798CD5CECB}"/>
              </a:ext>
            </a:extLst>
          </p:cNvPr>
          <p:cNvSpPr txBox="1"/>
          <p:nvPr/>
        </p:nvSpPr>
        <p:spPr>
          <a:xfrm>
            <a:off x="321275" y="255257"/>
            <a:ext cx="113300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 err="1"/>
              <a:t>Kaprekar’s</a:t>
            </a:r>
            <a:r>
              <a:rPr lang="pt-BR" sz="4800" b="1" dirty="0"/>
              <a:t> </a:t>
            </a:r>
            <a:r>
              <a:rPr lang="pt-BR" sz="4800" b="1" dirty="0" err="1"/>
              <a:t>Routine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271032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0DCF0-D93B-6646-C25B-DC977E56E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FE78A09-87E6-AE2B-A6D1-856D73A1C080}"/>
              </a:ext>
            </a:extLst>
          </p:cNvPr>
          <p:cNvSpPr/>
          <p:nvPr/>
        </p:nvSpPr>
        <p:spPr>
          <a:xfrm>
            <a:off x="210064" y="2730843"/>
            <a:ext cx="4584357" cy="5103341"/>
          </a:xfrm>
          <a:prstGeom prst="rect">
            <a:avLst/>
          </a:prstGeom>
          <a:solidFill>
            <a:srgbClr val="FFFD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1"/>
                </a:solidFill>
              </a:rPr>
              <a:t>9210 – 0129 = 9081</a:t>
            </a:r>
          </a:p>
          <a:p>
            <a:pPr algn="ctr"/>
            <a:r>
              <a:rPr lang="pt-BR" sz="3600" b="1" dirty="0">
                <a:solidFill>
                  <a:schemeClr val="tx1"/>
                </a:solidFill>
              </a:rPr>
              <a:t>↓</a:t>
            </a:r>
          </a:p>
          <a:p>
            <a:pPr algn="ctr"/>
            <a:r>
              <a:rPr lang="pt-BR" sz="3600" b="1" dirty="0">
                <a:solidFill>
                  <a:schemeClr val="tx1"/>
                </a:solidFill>
              </a:rPr>
              <a:t>9810 – 0189 = 9621</a:t>
            </a:r>
          </a:p>
          <a:p>
            <a:pPr algn="ctr"/>
            <a:r>
              <a:rPr lang="pt-BR" sz="3600" b="1" dirty="0">
                <a:solidFill>
                  <a:schemeClr val="tx1"/>
                </a:solidFill>
              </a:rPr>
              <a:t>↓</a:t>
            </a:r>
          </a:p>
          <a:p>
            <a:pPr algn="ctr"/>
            <a:r>
              <a:rPr lang="pt-BR" sz="3600" b="1" dirty="0">
                <a:solidFill>
                  <a:schemeClr val="tx1"/>
                </a:solidFill>
              </a:rPr>
              <a:t>9621 – 1269 = 8352</a:t>
            </a:r>
          </a:p>
          <a:p>
            <a:pPr algn="ctr"/>
            <a:r>
              <a:rPr lang="pt-BR" sz="3600" b="1" dirty="0">
                <a:solidFill>
                  <a:schemeClr val="tx1"/>
                </a:solidFill>
              </a:rPr>
              <a:t>↓</a:t>
            </a:r>
          </a:p>
          <a:p>
            <a:pPr algn="ctr"/>
            <a:r>
              <a:rPr lang="pt-BR" sz="3600" b="1" dirty="0">
                <a:solidFill>
                  <a:schemeClr val="tx1"/>
                </a:solidFill>
              </a:rPr>
              <a:t>8532 – 2358 = </a:t>
            </a:r>
            <a:r>
              <a:rPr lang="pt-BR" sz="3600" b="1" dirty="0">
                <a:solidFill>
                  <a:srgbClr val="FF0000"/>
                </a:solidFill>
              </a:rPr>
              <a:t>6174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CEED89C-D755-1A6F-1CE1-A7E39F4DC1E7}"/>
              </a:ext>
            </a:extLst>
          </p:cNvPr>
          <p:cNvSpPr/>
          <p:nvPr/>
        </p:nvSpPr>
        <p:spPr>
          <a:xfrm>
            <a:off x="210063" y="1581662"/>
            <a:ext cx="4584357" cy="1062682"/>
          </a:xfrm>
          <a:prstGeom prst="rect">
            <a:avLst/>
          </a:prstGeom>
          <a:solidFill>
            <a:srgbClr val="FFFD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6000" b="1" dirty="0">
                <a:solidFill>
                  <a:schemeClr val="tx1"/>
                </a:solidFill>
              </a:rPr>
              <a:t>2091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A41F0A7-9BFA-9142-27C5-2F3A197C2915}"/>
              </a:ext>
            </a:extLst>
          </p:cNvPr>
          <p:cNvSpPr/>
          <p:nvPr/>
        </p:nvSpPr>
        <p:spPr>
          <a:xfrm>
            <a:off x="5023023" y="2730843"/>
            <a:ext cx="4584357" cy="5103341"/>
          </a:xfrm>
          <a:prstGeom prst="rect">
            <a:avLst/>
          </a:prstGeom>
          <a:solidFill>
            <a:srgbClr val="FFFD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1"/>
                </a:solidFill>
              </a:rPr>
              <a:t>5432 – 2345 = 3087</a:t>
            </a:r>
          </a:p>
          <a:p>
            <a:pPr algn="ctr"/>
            <a:r>
              <a:rPr lang="pt-BR" sz="3600" b="1" dirty="0">
                <a:solidFill>
                  <a:schemeClr val="tx1"/>
                </a:solidFill>
              </a:rPr>
              <a:t>↓</a:t>
            </a:r>
          </a:p>
          <a:p>
            <a:pPr algn="ctr"/>
            <a:r>
              <a:rPr lang="pt-BR" sz="3600" b="1" dirty="0">
                <a:solidFill>
                  <a:schemeClr val="tx1"/>
                </a:solidFill>
              </a:rPr>
              <a:t>8730 – 0378 = 8352</a:t>
            </a:r>
          </a:p>
          <a:p>
            <a:pPr algn="ctr"/>
            <a:r>
              <a:rPr lang="pt-BR" sz="3600" b="1" dirty="0">
                <a:solidFill>
                  <a:schemeClr val="tx1"/>
                </a:solidFill>
              </a:rPr>
              <a:t>↓</a:t>
            </a:r>
          </a:p>
          <a:p>
            <a:pPr algn="ctr"/>
            <a:r>
              <a:rPr lang="pt-BR" sz="3600" b="1" dirty="0">
                <a:solidFill>
                  <a:schemeClr val="tx1"/>
                </a:solidFill>
              </a:rPr>
              <a:t>8532 – 2358 = </a:t>
            </a:r>
            <a:r>
              <a:rPr lang="pt-BR" sz="3600" b="1" dirty="0">
                <a:solidFill>
                  <a:srgbClr val="FF0000"/>
                </a:solidFill>
              </a:rPr>
              <a:t>6174</a:t>
            </a:r>
          </a:p>
          <a:p>
            <a:pPr algn="ctr"/>
            <a:endParaRPr lang="pt-BR" sz="3600" b="1" dirty="0">
              <a:solidFill>
                <a:srgbClr val="FF0000"/>
              </a:solidFill>
            </a:endParaRPr>
          </a:p>
          <a:p>
            <a:pPr algn="ctr"/>
            <a:endParaRPr lang="pt-BR" sz="3600" b="1" dirty="0">
              <a:solidFill>
                <a:schemeClr val="tx1"/>
              </a:solidFill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5F00AB6-1585-F6A1-01CE-6F18F39F8869}"/>
              </a:ext>
            </a:extLst>
          </p:cNvPr>
          <p:cNvSpPr/>
          <p:nvPr/>
        </p:nvSpPr>
        <p:spPr>
          <a:xfrm>
            <a:off x="5023022" y="1581662"/>
            <a:ext cx="4584357" cy="1062682"/>
          </a:xfrm>
          <a:prstGeom prst="rect">
            <a:avLst/>
          </a:prstGeom>
          <a:solidFill>
            <a:srgbClr val="FFFD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6000" b="1" dirty="0">
                <a:solidFill>
                  <a:schemeClr val="tx1"/>
                </a:solidFill>
              </a:rPr>
              <a:t>3524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8095F16-834D-E8CF-516B-13E2FC4E8815}"/>
              </a:ext>
            </a:extLst>
          </p:cNvPr>
          <p:cNvSpPr/>
          <p:nvPr/>
        </p:nvSpPr>
        <p:spPr>
          <a:xfrm>
            <a:off x="9835982" y="2730843"/>
            <a:ext cx="4584357" cy="5103341"/>
          </a:xfrm>
          <a:prstGeom prst="rect">
            <a:avLst/>
          </a:prstGeom>
          <a:solidFill>
            <a:srgbClr val="FFFD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solidFill>
                  <a:schemeClr val="tx1"/>
                </a:solidFill>
              </a:rPr>
              <a:t>9211 – 1129 = 8082</a:t>
            </a:r>
          </a:p>
          <a:p>
            <a:pPr algn="ctr"/>
            <a:r>
              <a:rPr lang="pt-BR" sz="3600" b="1" dirty="0">
                <a:solidFill>
                  <a:schemeClr val="tx1"/>
                </a:solidFill>
              </a:rPr>
              <a:t>↓</a:t>
            </a:r>
          </a:p>
          <a:p>
            <a:pPr algn="ctr"/>
            <a:r>
              <a:rPr lang="pt-BR" sz="3600" b="1" dirty="0">
                <a:solidFill>
                  <a:schemeClr val="tx1"/>
                </a:solidFill>
              </a:rPr>
              <a:t>8820 – 0288 = 8532</a:t>
            </a:r>
          </a:p>
          <a:p>
            <a:pPr algn="ctr"/>
            <a:r>
              <a:rPr lang="pt-BR" sz="3600" b="1" dirty="0">
                <a:solidFill>
                  <a:schemeClr val="tx1"/>
                </a:solidFill>
              </a:rPr>
              <a:t>↓</a:t>
            </a:r>
          </a:p>
          <a:p>
            <a:pPr algn="ctr"/>
            <a:r>
              <a:rPr lang="pt-BR" sz="3600" b="1" dirty="0">
                <a:solidFill>
                  <a:schemeClr val="tx1"/>
                </a:solidFill>
              </a:rPr>
              <a:t>8532 – 2358 = </a:t>
            </a:r>
            <a:r>
              <a:rPr lang="pt-BR" sz="3600" b="1" dirty="0">
                <a:solidFill>
                  <a:srgbClr val="FF0000"/>
                </a:solidFill>
              </a:rPr>
              <a:t>6174</a:t>
            </a:r>
          </a:p>
          <a:p>
            <a:pPr algn="ctr"/>
            <a:endParaRPr lang="pt-BR" sz="3600" b="1" dirty="0">
              <a:solidFill>
                <a:srgbClr val="FF0000"/>
              </a:solidFill>
            </a:endParaRPr>
          </a:p>
          <a:p>
            <a:pPr algn="ctr"/>
            <a:endParaRPr lang="pt-BR" sz="3600" b="1" dirty="0">
              <a:solidFill>
                <a:schemeClr val="tx1"/>
              </a:solidFill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130C127-3E73-16C3-8DB7-0DE5F893BB82}"/>
              </a:ext>
            </a:extLst>
          </p:cNvPr>
          <p:cNvSpPr/>
          <p:nvPr/>
        </p:nvSpPr>
        <p:spPr>
          <a:xfrm>
            <a:off x="9835981" y="1581662"/>
            <a:ext cx="4584357" cy="1062682"/>
          </a:xfrm>
          <a:prstGeom prst="rect">
            <a:avLst/>
          </a:prstGeom>
          <a:solidFill>
            <a:srgbClr val="FFFD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6000" b="1" dirty="0">
                <a:solidFill>
                  <a:schemeClr val="tx1"/>
                </a:solidFill>
              </a:rPr>
              <a:t>1129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A71183F-AB8E-8EAD-2B49-B5A0D5D9392E}"/>
              </a:ext>
            </a:extLst>
          </p:cNvPr>
          <p:cNvSpPr txBox="1"/>
          <p:nvPr/>
        </p:nvSpPr>
        <p:spPr>
          <a:xfrm>
            <a:off x="321275" y="255257"/>
            <a:ext cx="113300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 err="1"/>
              <a:t>Kaprekar’s</a:t>
            </a:r>
            <a:r>
              <a:rPr lang="pt-BR" sz="4800" b="1" dirty="0"/>
              <a:t> </a:t>
            </a:r>
            <a:r>
              <a:rPr lang="pt-BR" sz="4800" b="1" dirty="0" err="1"/>
              <a:t>Routine</a:t>
            </a:r>
            <a:r>
              <a:rPr lang="pt-BR" sz="4800" b="1" dirty="0"/>
              <a:t> </a:t>
            </a:r>
            <a:r>
              <a:rPr lang="pt-BR" sz="4800" b="1" dirty="0" err="1"/>
              <a:t>Example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4188741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4D283-89D7-B62C-363C-4BDD8A2BF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Like Share Subscribe Vector Design Images, Youtube Logo With Subscribe Like  And Share, Subscribe, Like, Share PNG Image For Free Download">
            <a:extLst>
              <a:ext uri="{FF2B5EF4-FFF2-40B4-BE49-F238E27FC236}">
                <a16:creationId xmlns:a16="http://schemas.microsoft.com/office/drawing/2014/main" id="{BCBA28B2-7C96-1D35-7CE8-10B181918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14381" y="-53704"/>
            <a:ext cx="8189048" cy="818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1025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837</TotalTime>
  <Words>215</Words>
  <Application>Microsoft Office PowerPoint</Application>
  <PresentationFormat>Personalizar</PresentationFormat>
  <Paragraphs>48</Paragraphs>
  <Slides>6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Cambria Math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Osvaldo Luiz Santos Pereira</cp:lastModifiedBy>
  <cp:revision>3</cp:revision>
  <dcterms:created xsi:type="dcterms:W3CDTF">2025-07-08T00:32:16Z</dcterms:created>
  <dcterms:modified xsi:type="dcterms:W3CDTF">2025-07-08T14:53:02Z</dcterms:modified>
</cp:coreProperties>
</file>