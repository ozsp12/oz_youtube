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9" r:id="rId4"/>
    <p:sldId id="260" r:id="rId5"/>
    <p:sldId id="262" r:id="rId6"/>
    <p:sldId id="263" r:id="rId7"/>
  </p:sldIdLst>
  <p:sldSz cx="5145088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8000"/>
    <a:srgbClr val="DEF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20777C-628F-4889-AFC0-3AD3A27C8381}" v="205" dt="2026-04-21T01:59:09.3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76" autoAdjust="0"/>
    <p:restoredTop sz="94660"/>
  </p:normalViewPr>
  <p:slideViewPr>
    <p:cSldViewPr snapToGrid="0">
      <p:cViewPr varScale="1">
        <p:scale>
          <a:sx n="80" d="100"/>
          <a:sy n="80" d="100"/>
        </p:scale>
        <p:origin x="3186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3EF59E56-4CCE-4FE5-AF5F-969E092DDC67}"/>
    <pc:docChg chg="undo custSel addSld delSld modSld">
      <pc:chgData name="Osvaldo Luiz Santos Pereira" userId="c308351cf5a860c7" providerId="LiveId" clId="{3EF59E56-4CCE-4FE5-AF5F-969E092DDC67}" dt="2026-04-21T01:59:28.459" v="585" actId="1076"/>
      <pc:docMkLst>
        <pc:docMk/>
      </pc:docMkLst>
      <pc:sldChg chg="addSp delSp modSp mod modAnim">
        <pc:chgData name="Osvaldo Luiz Santos Pereira" userId="c308351cf5a860c7" providerId="LiveId" clId="{3EF59E56-4CCE-4FE5-AF5F-969E092DDC67}" dt="2026-04-21T01:38:19.131" v="209" actId="1076"/>
        <pc:sldMkLst>
          <pc:docMk/>
          <pc:sldMk cId="3410455670" sldId="256"/>
        </pc:sldMkLst>
        <pc:spChg chg="mod">
          <ac:chgData name="Osvaldo Luiz Santos Pereira" userId="c308351cf5a860c7" providerId="LiveId" clId="{3EF59E56-4CCE-4FE5-AF5F-969E092DDC67}" dt="2026-04-21T01:34:10.724" v="89" actId="1076"/>
          <ac:spMkLst>
            <pc:docMk/>
            <pc:sldMk cId="3410455670" sldId="256"/>
            <ac:spMk id="2" creationId="{D0F76A19-FCFA-BE77-FD1E-422BF7ED783C}"/>
          </ac:spMkLst>
        </pc:spChg>
        <pc:spChg chg="mod">
          <ac:chgData name="Osvaldo Luiz Santos Pereira" userId="c308351cf5a860c7" providerId="LiveId" clId="{3EF59E56-4CCE-4FE5-AF5F-969E092DDC67}" dt="2026-04-21T01:38:19.131" v="209" actId="1076"/>
          <ac:spMkLst>
            <pc:docMk/>
            <pc:sldMk cId="3410455670" sldId="256"/>
            <ac:spMk id="3" creationId="{1376403D-02E3-BCCD-236C-165C24D671F2}"/>
          </ac:spMkLst>
        </pc:spChg>
        <pc:spChg chg="del">
          <ac:chgData name="Osvaldo Luiz Santos Pereira" userId="c308351cf5a860c7" providerId="LiveId" clId="{3EF59E56-4CCE-4FE5-AF5F-969E092DDC67}" dt="2026-04-21T01:30:08.663" v="4" actId="478"/>
          <ac:spMkLst>
            <pc:docMk/>
            <pc:sldMk cId="3410455670" sldId="256"/>
            <ac:spMk id="4" creationId="{595A8CB4-5C40-EDB8-D0FE-B8382FFB4A49}"/>
          </ac:spMkLst>
        </pc:spChg>
        <pc:spChg chg="del">
          <ac:chgData name="Osvaldo Luiz Santos Pereira" userId="c308351cf5a860c7" providerId="LiveId" clId="{3EF59E56-4CCE-4FE5-AF5F-969E092DDC67}" dt="2026-04-21T01:30:08.663" v="4" actId="478"/>
          <ac:spMkLst>
            <pc:docMk/>
            <pc:sldMk cId="3410455670" sldId="256"/>
            <ac:spMk id="6" creationId="{DA5B5C7C-A770-B984-6328-8B92590C1122}"/>
          </ac:spMkLst>
        </pc:spChg>
        <pc:spChg chg="del">
          <ac:chgData name="Osvaldo Luiz Santos Pereira" userId="c308351cf5a860c7" providerId="LiveId" clId="{3EF59E56-4CCE-4FE5-AF5F-969E092DDC67}" dt="2026-04-21T01:30:08.663" v="4" actId="478"/>
          <ac:spMkLst>
            <pc:docMk/>
            <pc:sldMk cId="3410455670" sldId="256"/>
            <ac:spMk id="7" creationId="{6184FD01-16E1-7E20-4B4B-40222343D3AB}"/>
          </ac:spMkLst>
        </pc:spChg>
        <pc:spChg chg="del">
          <ac:chgData name="Osvaldo Luiz Santos Pereira" userId="c308351cf5a860c7" providerId="LiveId" clId="{3EF59E56-4CCE-4FE5-AF5F-969E092DDC67}" dt="2026-04-21T01:30:08.663" v="4" actId="478"/>
          <ac:spMkLst>
            <pc:docMk/>
            <pc:sldMk cId="3410455670" sldId="256"/>
            <ac:spMk id="8" creationId="{87522B44-3296-506E-1F30-A489F20514F7}"/>
          </ac:spMkLst>
        </pc:spChg>
        <pc:spChg chg="add mod">
          <ac:chgData name="Osvaldo Luiz Santos Pereira" userId="c308351cf5a860c7" providerId="LiveId" clId="{3EF59E56-4CCE-4FE5-AF5F-969E092DDC67}" dt="2026-04-21T01:33:41.763" v="78" actId="1076"/>
          <ac:spMkLst>
            <pc:docMk/>
            <pc:sldMk cId="3410455670" sldId="256"/>
            <ac:spMk id="9" creationId="{BA00F64B-168A-5BB1-1DA5-66AF4165EA46}"/>
          </ac:spMkLst>
        </pc:spChg>
        <pc:spChg chg="del">
          <ac:chgData name="Osvaldo Luiz Santos Pereira" userId="c308351cf5a860c7" providerId="LiveId" clId="{3EF59E56-4CCE-4FE5-AF5F-969E092DDC67}" dt="2026-04-21T01:30:11.550" v="5" actId="478"/>
          <ac:spMkLst>
            <pc:docMk/>
            <pc:sldMk cId="3410455670" sldId="256"/>
            <ac:spMk id="10" creationId="{6B79FFC0-4208-2EFE-7FB1-3A68C604ED48}"/>
          </ac:spMkLst>
        </pc:spChg>
        <pc:spChg chg="add del mod">
          <ac:chgData name="Osvaldo Luiz Santos Pereira" userId="c308351cf5a860c7" providerId="LiveId" clId="{3EF59E56-4CCE-4FE5-AF5F-969E092DDC67}" dt="2026-04-21T01:35:09.573" v="125" actId="21"/>
          <ac:spMkLst>
            <pc:docMk/>
            <pc:sldMk cId="3410455670" sldId="256"/>
            <ac:spMk id="11" creationId="{5A412249-5F2D-01F5-79BE-55350C60E788}"/>
          </ac:spMkLst>
        </pc:spChg>
        <pc:spChg chg="del">
          <ac:chgData name="Osvaldo Luiz Santos Pereira" userId="c308351cf5a860c7" providerId="LiveId" clId="{3EF59E56-4CCE-4FE5-AF5F-969E092DDC67}" dt="2026-04-21T01:30:08.663" v="4" actId="478"/>
          <ac:spMkLst>
            <pc:docMk/>
            <pc:sldMk cId="3410455670" sldId="256"/>
            <ac:spMk id="16" creationId="{529E8C7E-2923-C8E3-557C-5AA38FE8B686}"/>
          </ac:spMkLst>
        </pc:spChg>
        <pc:cxnChg chg="del mod">
          <ac:chgData name="Osvaldo Luiz Santos Pereira" userId="c308351cf5a860c7" providerId="LiveId" clId="{3EF59E56-4CCE-4FE5-AF5F-969E092DDC67}" dt="2026-04-21T01:31:41.599" v="7" actId="478"/>
          <ac:cxnSpMkLst>
            <pc:docMk/>
            <pc:sldMk cId="3410455670" sldId="256"/>
            <ac:cxnSpMk id="5" creationId="{FF102456-5362-2191-8CE5-272A7544A499}"/>
          </ac:cxnSpMkLst>
        </pc:cxnChg>
      </pc:sldChg>
      <pc:sldChg chg="add del">
        <pc:chgData name="Osvaldo Luiz Santos Pereira" userId="c308351cf5a860c7" providerId="LiveId" clId="{3EF59E56-4CCE-4FE5-AF5F-969E092DDC67}" dt="2026-04-21T01:29:14.937" v="1"/>
        <pc:sldMkLst>
          <pc:docMk/>
          <pc:sldMk cId="190252436" sldId="257"/>
        </pc:sldMkLst>
      </pc:sldChg>
      <pc:sldChg chg="addSp delSp modSp add mod">
        <pc:chgData name="Osvaldo Luiz Santos Pereira" userId="c308351cf5a860c7" providerId="LiveId" clId="{3EF59E56-4CCE-4FE5-AF5F-969E092DDC67}" dt="2026-04-21T01:38:01.835" v="208" actId="120"/>
        <pc:sldMkLst>
          <pc:docMk/>
          <pc:sldMk cId="1400977956" sldId="257"/>
        </pc:sldMkLst>
        <pc:spChg chg="del">
          <ac:chgData name="Osvaldo Luiz Santos Pereira" userId="c308351cf5a860c7" providerId="LiveId" clId="{3EF59E56-4CCE-4FE5-AF5F-969E092DDC67}" dt="2026-04-21T01:34:23" v="93" actId="478"/>
          <ac:spMkLst>
            <pc:docMk/>
            <pc:sldMk cId="1400977956" sldId="257"/>
            <ac:spMk id="2" creationId="{D0405830-B251-C35E-D599-E0D72167770B}"/>
          </ac:spMkLst>
        </pc:spChg>
        <pc:spChg chg="del">
          <ac:chgData name="Osvaldo Luiz Santos Pereira" userId="c308351cf5a860c7" providerId="LiveId" clId="{3EF59E56-4CCE-4FE5-AF5F-969E092DDC67}" dt="2026-04-21T01:34:23" v="93" actId="478"/>
          <ac:spMkLst>
            <pc:docMk/>
            <pc:sldMk cId="1400977956" sldId="257"/>
            <ac:spMk id="3" creationId="{F1675F3F-E888-6161-A4EB-E4A12268021B}"/>
          </ac:spMkLst>
        </pc:spChg>
        <pc:spChg chg="add del">
          <ac:chgData name="Osvaldo Luiz Santos Pereira" userId="c308351cf5a860c7" providerId="LiveId" clId="{3EF59E56-4CCE-4FE5-AF5F-969E092DDC67}" dt="2026-04-21T01:36:18.350" v="163" actId="478"/>
          <ac:spMkLst>
            <pc:docMk/>
            <pc:sldMk cId="1400977956" sldId="257"/>
            <ac:spMk id="4" creationId="{1F4EA05E-AE39-DC52-C5B7-7DB025C24458}"/>
          </ac:spMkLst>
        </pc:spChg>
        <pc:spChg chg="mod">
          <ac:chgData name="Osvaldo Luiz Santos Pereira" userId="c308351cf5a860c7" providerId="LiveId" clId="{3EF59E56-4CCE-4FE5-AF5F-969E092DDC67}" dt="2026-04-21T01:36:50.055" v="179" actId="1076"/>
          <ac:spMkLst>
            <pc:docMk/>
            <pc:sldMk cId="1400977956" sldId="257"/>
            <ac:spMk id="6" creationId="{6C59A3A0-0782-3286-044E-75ECD2ADC196}"/>
          </ac:spMkLst>
        </pc:spChg>
        <pc:spChg chg="add del">
          <ac:chgData name="Osvaldo Luiz Santos Pereira" userId="c308351cf5a860c7" providerId="LiveId" clId="{3EF59E56-4CCE-4FE5-AF5F-969E092DDC67}" dt="2026-04-21T01:36:18.350" v="163" actId="478"/>
          <ac:spMkLst>
            <pc:docMk/>
            <pc:sldMk cId="1400977956" sldId="257"/>
            <ac:spMk id="7" creationId="{2B5D3F23-209F-0A5F-6E4A-2EB6AC93B2FB}"/>
          </ac:spMkLst>
        </pc:spChg>
        <pc:spChg chg="add del">
          <ac:chgData name="Osvaldo Luiz Santos Pereira" userId="c308351cf5a860c7" providerId="LiveId" clId="{3EF59E56-4CCE-4FE5-AF5F-969E092DDC67}" dt="2026-04-21T01:36:18.350" v="163" actId="478"/>
          <ac:spMkLst>
            <pc:docMk/>
            <pc:sldMk cId="1400977956" sldId="257"/>
            <ac:spMk id="8" creationId="{9DFF769B-030D-575D-2DB4-50C8F4F824B2}"/>
          </ac:spMkLst>
        </pc:spChg>
        <pc:spChg chg="add del mod">
          <ac:chgData name="Osvaldo Luiz Santos Pereira" userId="c308351cf5a860c7" providerId="LiveId" clId="{3EF59E56-4CCE-4FE5-AF5F-969E092DDC67}" dt="2026-04-21T01:36:28.853" v="167" actId="1076"/>
          <ac:spMkLst>
            <pc:docMk/>
            <pc:sldMk cId="1400977956" sldId="257"/>
            <ac:spMk id="9" creationId="{A5897EE8-A668-D0B9-CE01-A23079CAF969}"/>
          </ac:spMkLst>
        </pc:spChg>
        <pc:spChg chg="add del mod">
          <ac:chgData name="Osvaldo Luiz Santos Pereira" userId="c308351cf5a860c7" providerId="LiveId" clId="{3EF59E56-4CCE-4FE5-AF5F-969E092DDC67}" dt="2026-04-21T01:36:18.350" v="163" actId="478"/>
          <ac:spMkLst>
            <pc:docMk/>
            <pc:sldMk cId="1400977956" sldId="257"/>
            <ac:spMk id="10" creationId="{8AD9E748-4B79-0950-9426-C7F787CCBC1C}"/>
          </ac:spMkLst>
        </pc:spChg>
        <pc:spChg chg="add mod">
          <ac:chgData name="Osvaldo Luiz Santos Pereira" userId="c308351cf5a860c7" providerId="LiveId" clId="{3EF59E56-4CCE-4FE5-AF5F-969E092DDC67}" dt="2026-04-21T01:38:01.835" v="208" actId="120"/>
          <ac:spMkLst>
            <pc:docMk/>
            <pc:sldMk cId="1400977956" sldId="257"/>
            <ac:spMk id="11" creationId="{5A412249-5F2D-01F5-79BE-55350C60E788}"/>
          </ac:spMkLst>
        </pc:spChg>
        <pc:spChg chg="add mod">
          <ac:chgData name="Osvaldo Luiz Santos Pereira" userId="c308351cf5a860c7" providerId="LiveId" clId="{3EF59E56-4CCE-4FE5-AF5F-969E092DDC67}" dt="2026-04-21T01:38:01.835" v="208" actId="120"/>
          <ac:spMkLst>
            <pc:docMk/>
            <pc:sldMk cId="1400977956" sldId="257"/>
            <ac:spMk id="12" creationId="{4CB61FDC-5FA2-81D6-B2FB-1E09ED4574E3}"/>
          </ac:spMkLst>
        </pc:spChg>
        <pc:spChg chg="add del">
          <ac:chgData name="Osvaldo Luiz Santos Pereira" userId="c308351cf5a860c7" providerId="LiveId" clId="{3EF59E56-4CCE-4FE5-AF5F-969E092DDC67}" dt="2026-04-21T01:36:18.350" v="163" actId="478"/>
          <ac:spMkLst>
            <pc:docMk/>
            <pc:sldMk cId="1400977956" sldId="257"/>
            <ac:spMk id="16" creationId="{A8A702A1-01B2-A75C-197E-574CB6C1F79B}"/>
          </ac:spMkLst>
        </pc:spChg>
        <pc:cxnChg chg="del">
          <ac:chgData name="Osvaldo Luiz Santos Pereira" userId="c308351cf5a860c7" providerId="LiveId" clId="{3EF59E56-4CCE-4FE5-AF5F-969E092DDC67}" dt="2026-04-21T01:34:23" v="93" actId="478"/>
          <ac:cxnSpMkLst>
            <pc:docMk/>
            <pc:sldMk cId="1400977956" sldId="257"/>
            <ac:cxnSpMk id="5" creationId="{0F4C7DBD-4E26-4ABB-6777-96A528FCAAD3}"/>
          </ac:cxnSpMkLst>
        </pc:cxnChg>
      </pc:sldChg>
      <pc:sldChg chg="add del">
        <pc:chgData name="Osvaldo Luiz Santos Pereira" userId="c308351cf5a860c7" providerId="LiveId" clId="{3EF59E56-4CCE-4FE5-AF5F-969E092DDC67}" dt="2026-04-21T01:59:18.068" v="584" actId="47"/>
        <pc:sldMkLst>
          <pc:docMk/>
          <pc:sldMk cId="2051632757" sldId="258"/>
        </pc:sldMkLst>
      </pc:sldChg>
      <pc:sldChg chg="addSp delSp modSp add mod">
        <pc:chgData name="Osvaldo Luiz Santos Pereira" userId="c308351cf5a860c7" providerId="LiveId" clId="{3EF59E56-4CCE-4FE5-AF5F-969E092DDC67}" dt="2026-04-21T01:39:20.701" v="232" actId="1076"/>
        <pc:sldMkLst>
          <pc:docMk/>
          <pc:sldMk cId="2929822397" sldId="259"/>
        </pc:sldMkLst>
        <pc:spChg chg="add mod">
          <ac:chgData name="Osvaldo Luiz Santos Pereira" userId="c308351cf5a860c7" providerId="LiveId" clId="{3EF59E56-4CCE-4FE5-AF5F-969E092DDC67}" dt="2026-04-21T01:37:21.333" v="188" actId="1076"/>
          <ac:spMkLst>
            <pc:docMk/>
            <pc:sldMk cId="2929822397" sldId="259"/>
            <ac:spMk id="2" creationId="{7739F8E8-A87F-2A1F-3F75-94360065CB1F}"/>
          </ac:spMkLst>
        </pc:spChg>
        <pc:spChg chg="add mod">
          <ac:chgData name="Osvaldo Luiz Santos Pereira" userId="c308351cf5a860c7" providerId="LiveId" clId="{3EF59E56-4CCE-4FE5-AF5F-969E092DDC67}" dt="2026-04-21T01:37:54.180" v="207" actId="120"/>
          <ac:spMkLst>
            <pc:docMk/>
            <pc:sldMk cId="2929822397" sldId="259"/>
            <ac:spMk id="3" creationId="{0F0115AB-6661-F708-B23D-31BB1F785227}"/>
          </ac:spMkLst>
        </pc:spChg>
        <pc:spChg chg="del">
          <ac:chgData name="Osvaldo Luiz Santos Pereira" userId="c308351cf5a860c7" providerId="LiveId" clId="{3EF59E56-4CCE-4FE5-AF5F-969E092DDC67}" dt="2026-04-21T01:37:06.380" v="182" actId="478"/>
          <ac:spMkLst>
            <pc:docMk/>
            <pc:sldMk cId="2929822397" sldId="259"/>
            <ac:spMk id="4" creationId="{AD482799-8040-42F4-81FC-4E2E5B62C971}"/>
          </ac:spMkLst>
        </pc:spChg>
        <pc:spChg chg="add mod">
          <ac:chgData name="Osvaldo Luiz Santos Pereira" userId="c308351cf5a860c7" providerId="LiveId" clId="{3EF59E56-4CCE-4FE5-AF5F-969E092DDC67}" dt="2026-04-21T01:37:54.180" v="207" actId="120"/>
          <ac:spMkLst>
            <pc:docMk/>
            <pc:sldMk cId="2929822397" sldId="259"/>
            <ac:spMk id="5" creationId="{7020DEEA-7065-5C28-25B3-C33E3C6F4A11}"/>
          </ac:spMkLst>
        </pc:spChg>
        <pc:spChg chg="del">
          <ac:chgData name="Osvaldo Luiz Santos Pereira" userId="c308351cf5a860c7" providerId="LiveId" clId="{3EF59E56-4CCE-4FE5-AF5F-969E092DDC67}" dt="2026-04-21T01:37:06.380" v="182" actId="478"/>
          <ac:spMkLst>
            <pc:docMk/>
            <pc:sldMk cId="2929822397" sldId="259"/>
            <ac:spMk id="6" creationId="{71B5114B-FE54-B527-A96D-066BF325495F}"/>
          </ac:spMkLst>
        </pc:spChg>
        <pc:spChg chg="del">
          <ac:chgData name="Osvaldo Luiz Santos Pereira" userId="c308351cf5a860c7" providerId="LiveId" clId="{3EF59E56-4CCE-4FE5-AF5F-969E092DDC67}" dt="2026-04-21T01:37:06.380" v="182" actId="478"/>
          <ac:spMkLst>
            <pc:docMk/>
            <pc:sldMk cId="2929822397" sldId="259"/>
            <ac:spMk id="7" creationId="{A2B68298-43F0-D893-5EF9-864685D38071}"/>
          </ac:spMkLst>
        </pc:spChg>
        <pc:spChg chg="del">
          <ac:chgData name="Osvaldo Luiz Santos Pereira" userId="c308351cf5a860c7" providerId="LiveId" clId="{3EF59E56-4CCE-4FE5-AF5F-969E092DDC67}" dt="2026-04-21T01:37:06.380" v="182" actId="478"/>
          <ac:spMkLst>
            <pc:docMk/>
            <pc:sldMk cId="2929822397" sldId="259"/>
            <ac:spMk id="8" creationId="{B5BA1DA1-C819-8BAC-35A1-5395960916DA}"/>
          </ac:spMkLst>
        </pc:spChg>
        <pc:spChg chg="add mod">
          <ac:chgData name="Osvaldo Luiz Santos Pereira" userId="c308351cf5a860c7" providerId="LiveId" clId="{3EF59E56-4CCE-4FE5-AF5F-969E092DDC67}" dt="2026-04-21T01:38:51.338" v="214" actId="1076"/>
          <ac:spMkLst>
            <pc:docMk/>
            <pc:sldMk cId="2929822397" sldId="259"/>
            <ac:spMk id="9" creationId="{EC44D5CA-2A29-4AD5-EED0-3830C3D731B6}"/>
          </ac:spMkLst>
        </pc:spChg>
        <pc:spChg chg="del">
          <ac:chgData name="Osvaldo Luiz Santos Pereira" userId="c308351cf5a860c7" providerId="LiveId" clId="{3EF59E56-4CCE-4FE5-AF5F-969E092DDC67}" dt="2026-04-21T01:37:06.380" v="182" actId="478"/>
          <ac:spMkLst>
            <pc:docMk/>
            <pc:sldMk cId="2929822397" sldId="259"/>
            <ac:spMk id="10" creationId="{C30249E6-2553-A9B2-A207-6A476553800F}"/>
          </ac:spMkLst>
        </pc:spChg>
        <pc:spChg chg="del">
          <ac:chgData name="Osvaldo Luiz Santos Pereira" userId="c308351cf5a860c7" providerId="LiveId" clId="{3EF59E56-4CCE-4FE5-AF5F-969E092DDC67}" dt="2026-04-21T01:36:55.254" v="180" actId="478"/>
          <ac:spMkLst>
            <pc:docMk/>
            <pc:sldMk cId="2929822397" sldId="259"/>
            <ac:spMk id="11" creationId="{C0C15CA9-6890-CE5F-8077-F99A9B93D260}"/>
          </ac:spMkLst>
        </pc:spChg>
        <pc:spChg chg="add mod">
          <ac:chgData name="Osvaldo Luiz Santos Pereira" userId="c308351cf5a860c7" providerId="LiveId" clId="{3EF59E56-4CCE-4FE5-AF5F-969E092DDC67}" dt="2026-04-21T01:39:20.701" v="232" actId="1076"/>
          <ac:spMkLst>
            <pc:docMk/>
            <pc:sldMk cId="2929822397" sldId="259"/>
            <ac:spMk id="12" creationId="{76EEA080-5904-442F-0A41-E4BF5F04FA17}"/>
          </ac:spMkLst>
        </pc:spChg>
        <pc:spChg chg="add mod">
          <ac:chgData name="Osvaldo Luiz Santos Pereira" userId="c308351cf5a860c7" providerId="LiveId" clId="{3EF59E56-4CCE-4FE5-AF5F-969E092DDC67}" dt="2026-04-21T01:39:14.159" v="228" actId="1076"/>
          <ac:spMkLst>
            <pc:docMk/>
            <pc:sldMk cId="2929822397" sldId="259"/>
            <ac:spMk id="13" creationId="{54701074-CABD-F48C-7640-70194E1846F9}"/>
          </ac:spMkLst>
        </pc:spChg>
        <pc:spChg chg="del">
          <ac:chgData name="Osvaldo Luiz Santos Pereira" userId="c308351cf5a860c7" providerId="LiveId" clId="{3EF59E56-4CCE-4FE5-AF5F-969E092DDC67}" dt="2026-04-21T01:37:06.380" v="182" actId="478"/>
          <ac:spMkLst>
            <pc:docMk/>
            <pc:sldMk cId="2929822397" sldId="259"/>
            <ac:spMk id="16" creationId="{C3092CD0-9425-4A14-9C1E-3D717F370171}"/>
          </ac:spMkLst>
        </pc:spChg>
      </pc:sldChg>
      <pc:sldChg chg="addSp delSp modSp add mod">
        <pc:chgData name="Osvaldo Luiz Santos Pereira" userId="c308351cf5a860c7" providerId="LiveId" clId="{3EF59E56-4CCE-4FE5-AF5F-969E092DDC67}" dt="2026-04-21T01:42:22.709" v="315" actId="1076"/>
        <pc:sldMkLst>
          <pc:docMk/>
          <pc:sldMk cId="3550933324" sldId="260"/>
        </pc:sldMkLst>
        <pc:spChg chg="add mod">
          <ac:chgData name="Osvaldo Luiz Santos Pereira" userId="c308351cf5a860c7" providerId="LiveId" clId="{3EF59E56-4CCE-4FE5-AF5F-969E092DDC67}" dt="2026-04-21T01:39:44.825" v="238" actId="1076"/>
          <ac:spMkLst>
            <pc:docMk/>
            <pc:sldMk cId="3550933324" sldId="260"/>
            <ac:spMk id="2" creationId="{E945A505-BFFC-A8EA-9F1C-E966B3F55302}"/>
          </ac:spMkLst>
        </pc:spChg>
        <pc:spChg chg="add mod">
          <ac:chgData name="Osvaldo Luiz Santos Pereira" userId="c308351cf5a860c7" providerId="LiveId" clId="{3EF59E56-4CCE-4FE5-AF5F-969E092DDC67}" dt="2026-04-21T01:40:31.808" v="269" actId="20577"/>
          <ac:spMkLst>
            <pc:docMk/>
            <pc:sldMk cId="3550933324" sldId="260"/>
            <ac:spMk id="3" creationId="{9C20AA6A-3FA6-A37F-E1FD-71E9913A2533}"/>
          </ac:spMkLst>
        </pc:spChg>
        <pc:spChg chg="del">
          <ac:chgData name="Osvaldo Luiz Santos Pereira" userId="c308351cf5a860c7" providerId="LiveId" clId="{3EF59E56-4CCE-4FE5-AF5F-969E092DDC67}" dt="2026-04-21T01:39:30.815" v="234" actId="478"/>
          <ac:spMkLst>
            <pc:docMk/>
            <pc:sldMk cId="3550933324" sldId="260"/>
            <ac:spMk id="4" creationId="{1C49A2EB-BD1A-4EB8-0507-931F8AAA7FA3}"/>
          </ac:spMkLst>
        </pc:spChg>
        <pc:spChg chg="add mod">
          <ac:chgData name="Osvaldo Luiz Santos Pereira" userId="c308351cf5a860c7" providerId="LiveId" clId="{3EF59E56-4CCE-4FE5-AF5F-969E092DDC67}" dt="2026-04-21T01:40:43.963" v="274" actId="1076"/>
          <ac:spMkLst>
            <pc:docMk/>
            <pc:sldMk cId="3550933324" sldId="260"/>
            <ac:spMk id="5" creationId="{EED09027-16D9-7C24-BA63-D09D474CED45}"/>
          </ac:spMkLst>
        </pc:spChg>
        <pc:spChg chg="del">
          <ac:chgData name="Osvaldo Luiz Santos Pereira" userId="c308351cf5a860c7" providerId="LiveId" clId="{3EF59E56-4CCE-4FE5-AF5F-969E092DDC67}" dt="2026-04-21T01:39:30.815" v="234" actId="478"/>
          <ac:spMkLst>
            <pc:docMk/>
            <pc:sldMk cId="3550933324" sldId="260"/>
            <ac:spMk id="6" creationId="{0D58DBCC-52EF-7785-8338-B28787FD2AF2}"/>
          </ac:spMkLst>
        </pc:spChg>
        <pc:spChg chg="del">
          <ac:chgData name="Osvaldo Luiz Santos Pereira" userId="c308351cf5a860c7" providerId="LiveId" clId="{3EF59E56-4CCE-4FE5-AF5F-969E092DDC67}" dt="2026-04-21T01:39:30.815" v="234" actId="478"/>
          <ac:spMkLst>
            <pc:docMk/>
            <pc:sldMk cId="3550933324" sldId="260"/>
            <ac:spMk id="7" creationId="{5A5FBCF2-11D1-7B49-61D8-6E41FF92DC50}"/>
          </ac:spMkLst>
        </pc:spChg>
        <pc:spChg chg="del">
          <ac:chgData name="Osvaldo Luiz Santos Pereira" userId="c308351cf5a860c7" providerId="LiveId" clId="{3EF59E56-4CCE-4FE5-AF5F-969E092DDC67}" dt="2026-04-21T01:39:30.815" v="234" actId="478"/>
          <ac:spMkLst>
            <pc:docMk/>
            <pc:sldMk cId="3550933324" sldId="260"/>
            <ac:spMk id="8" creationId="{F47A6807-796C-0503-27C7-D5F172168E6C}"/>
          </ac:spMkLst>
        </pc:spChg>
        <pc:spChg chg="add mod">
          <ac:chgData name="Osvaldo Luiz Santos Pereira" userId="c308351cf5a860c7" providerId="LiveId" clId="{3EF59E56-4CCE-4FE5-AF5F-969E092DDC67}" dt="2026-04-21T01:41:15.610" v="294" actId="20577"/>
          <ac:spMkLst>
            <pc:docMk/>
            <pc:sldMk cId="3550933324" sldId="260"/>
            <ac:spMk id="9" creationId="{11AD0F2E-6E60-9B68-6FAF-528ADC6AE3DE}"/>
          </ac:spMkLst>
        </pc:spChg>
        <pc:spChg chg="del">
          <ac:chgData name="Osvaldo Luiz Santos Pereira" userId="c308351cf5a860c7" providerId="LiveId" clId="{3EF59E56-4CCE-4FE5-AF5F-969E092DDC67}" dt="2026-04-21T01:39:30.815" v="234" actId="478"/>
          <ac:spMkLst>
            <pc:docMk/>
            <pc:sldMk cId="3550933324" sldId="260"/>
            <ac:spMk id="10" creationId="{7520AB5C-A0BB-1652-0005-D84F2D0F2147}"/>
          </ac:spMkLst>
        </pc:spChg>
        <pc:spChg chg="add mod">
          <ac:chgData name="Osvaldo Luiz Santos Pereira" userId="c308351cf5a860c7" providerId="LiveId" clId="{3EF59E56-4CCE-4FE5-AF5F-969E092DDC67}" dt="2026-04-21T01:42:22.709" v="315" actId="1076"/>
          <ac:spMkLst>
            <pc:docMk/>
            <pc:sldMk cId="3550933324" sldId="260"/>
            <ac:spMk id="11" creationId="{74524663-DBE3-5007-ADD1-5310B478C91D}"/>
          </ac:spMkLst>
        </pc:spChg>
        <pc:spChg chg="del">
          <ac:chgData name="Osvaldo Luiz Santos Pereira" userId="c308351cf5a860c7" providerId="LiveId" clId="{3EF59E56-4CCE-4FE5-AF5F-969E092DDC67}" dt="2026-04-21T01:39:30.815" v="234" actId="478"/>
          <ac:spMkLst>
            <pc:docMk/>
            <pc:sldMk cId="3550933324" sldId="260"/>
            <ac:spMk id="16" creationId="{66305075-1D9A-9251-FE17-91A07939C5C0}"/>
          </ac:spMkLst>
        </pc:spChg>
      </pc:sldChg>
      <pc:sldChg chg="delSp add del mod">
        <pc:chgData name="Osvaldo Luiz Santos Pereira" userId="c308351cf5a860c7" providerId="LiveId" clId="{3EF59E56-4CCE-4FE5-AF5F-969E092DDC67}" dt="2026-04-21T01:59:15.715" v="583" actId="47"/>
        <pc:sldMkLst>
          <pc:docMk/>
          <pc:sldMk cId="3645071040" sldId="261"/>
        </pc:sldMkLst>
        <pc:spChg chg="del">
          <ac:chgData name="Osvaldo Luiz Santos Pereira" userId="c308351cf5a860c7" providerId="LiveId" clId="{3EF59E56-4CCE-4FE5-AF5F-969E092DDC67}" dt="2026-04-21T01:40:55.667" v="276" actId="478"/>
          <ac:spMkLst>
            <pc:docMk/>
            <pc:sldMk cId="3645071040" sldId="261"/>
            <ac:spMk id="4" creationId="{5CF44DDC-3DCF-B725-9D80-BD216758AD17}"/>
          </ac:spMkLst>
        </pc:spChg>
        <pc:spChg chg="del">
          <ac:chgData name="Osvaldo Luiz Santos Pereira" userId="c308351cf5a860c7" providerId="LiveId" clId="{3EF59E56-4CCE-4FE5-AF5F-969E092DDC67}" dt="2026-04-21T01:40:52.627" v="275" actId="478"/>
          <ac:spMkLst>
            <pc:docMk/>
            <pc:sldMk cId="3645071040" sldId="261"/>
            <ac:spMk id="6" creationId="{D0BD68F3-F6A9-F9BC-37B6-842235FE0C93}"/>
          </ac:spMkLst>
        </pc:spChg>
        <pc:spChg chg="del">
          <ac:chgData name="Osvaldo Luiz Santos Pereira" userId="c308351cf5a860c7" providerId="LiveId" clId="{3EF59E56-4CCE-4FE5-AF5F-969E092DDC67}" dt="2026-04-21T01:40:52.627" v="275" actId="478"/>
          <ac:spMkLst>
            <pc:docMk/>
            <pc:sldMk cId="3645071040" sldId="261"/>
            <ac:spMk id="7" creationId="{0CA6788A-8630-1AC3-3AEF-F641A7BC11D5}"/>
          </ac:spMkLst>
        </pc:spChg>
        <pc:spChg chg="del">
          <ac:chgData name="Osvaldo Luiz Santos Pereira" userId="c308351cf5a860c7" providerId="LiveId" clId="{3EF59E56-4CCE-4FE5-AF5F-969E092DDC67}" dt="2026-04-21T01:41:20.693" v="295" actId="21"/>
          <ac:spMkLst>
            <pc:docMk/>
            <pc:sldMk cId="3645071040" sldId="261"/>
            <ac:spMk id="10" creationId="{74524663-DBE3-5007-ADD1-5310B478C91D}"/>
          </ac:spMkLst>
        </pc:spChg>
      </pc:sldChg>
      <pc:sldChg chg="addSp delSp modSp add mod">
        <pc:chgData name="Osvaldo Luiz Santos Pereira" userId="c308351cf5a860c7" providerId="LiveId" clId="{3EF59E56-4CCE-4FE5-AF5F-969E092DDC67}" dt="2026-04-21T01:57:10.862" v="480" actId="20577"/>
        <pc:sldMkLst>
          <pc:docMk/>
          <pc:sldMk cId="3203705826" sldId="262"/>
        </pc:sldMkLst>
        <pc:spChg chg="add mod">
          <ac:chgData name="Osvaldo Luiz Santos Pereira" userId="c308351cf5a860c7" providerId="LiveId" clId="{3EF59E56-4CCE-4FE5-AF5F-969E092DDC67}" dt="2026-04-21T01:48:54.055" v="341" actId="20577"/>
          <ac:spMkLst>
            <pc:docMk/>
            <pc:sldMk cId="3203705826" sldId="262"/>
            <ac:spMk id="2" creationId="{E2F3BABB-3DE2-AD2C-4A2A-87412DF7B905}"/>
          </ac:spMkLst>
        </pc:spChg>
        <pc:spChg chg="add mod">
          <ac:chgData name="Osvaldo Luiz Santos Pereira" userId="c308351cf5a860c7" providerId="LiveId" clId="{3EF59E56-4CCE-4FE5-AF5F-969E092DDC67}" dt="2026-04-21T01:48:50.118" v="334" actId="1076"/>
          <ac:spMkLst>
            <pc:docMk/>
            <pc:sldMk cId="3203705826" sldId="262"/>
            <ac:spMk id="3" creationId="{913EF561-6128-4894-5893-391B4942D534}"/>
          </ac:spMkLst>
        </pc:spChg>
        <pc:spChg chg="add mod">
          <ac:chgData name="Osvaldo Luiz Santos Pereira" userId="c308351cf5a860c7" providerId="LiveId" clId="{3EF59E56-4CCE-4FE5-AF5F-969E092DDC67}" dt="2026-04-21T01:49:03.695" v="358" actId="20577"/>
          <ac:spMkLst>
            <pc:docMk/>
            <pc:sldMk cId="3203705826" sldId="262"/>
            <ac:spMk id="4" creationId="{D0CC6F3D-1DD6-AEE4-B935-A5A10A8C2382}"/>
          </ac:spMkLst>
        </pc:spChg>
        <pc:spChg chg="add del mod">
          <ac:chgData name="Osvaldo Luiz Santos Pereira" userId="c308351cf5a860c7" providerId="LiveId" clId="{3EF59E56-4CCE-4FE5-AF5F-969E092DDC67}" dt="2026-04-21T01:55:45.455" v="449" actId="478"/>
          <ac:spMkLst>
            <pc:docMk/>
            <pc:sldMk cId="3203705826" sldId="262"/>
            <ac:spMk id="6" creationId="{523DC438-F8B6-DEB4-9267-9BC51510203E}"/>
          </ac:spMkLst>
        </pc:spChg>
        <pc:spChg chg="add mod">
          <ac:chgData name="Osvaldo Luiz Santos Pereira" userId="c308351cf5a860c7" providerId="LiveId" clId="{3EF59E56-4CCE-4FE5-AF5F-969E092DDC67}" dt="2026-04-21T01:56:15.174" v="465" actId="1076"/>
          <ac:spMkLst>
            <pc:docMk/>
            <pc:sldMk cId="3203705826" sldId="262"/>
            <ac:spMk id="7" creationId="{43BFE019-4EE6-00CD-FD4D-B068015DBB5F}"/>
          </ac:spMkLst>
        </pc:spChg>
        <pc:spChg chg="add del mod">
          <ac:chgData name="Osvaldo Luiz Santos Pereira" userId="c308351cf5a860c7" providerId="LiveId" clId="{3EF59E56-4CCE-4FE5-AF5F-969E092DDC67}" dt="2026-04-21T01:56:11.406" v="464" actId="478"/>
          <ac:spMkLst>
            <pc:docMk/>
            <pc:sldMk cId="3203705826" sldId="262"/>
            <ac:spMk id="9" creationId="{D35B0093-91E7-F07A-A154-94A3F453A73E}"/>
          </ac:spMkLst>
        </pc:spChg>
        <pc:spChg chg="add mod">
          <ac:chgData name="Osvaldo Luiz Santos Pereira" userId="c308351cf5a860c7" providerId="LiveId" clId="{3EF59E56-4CCE-4FE5-AF5F-969E092DDC67}" dt="2026-04-21T01:56:08.223" v="463" actId="1076"/>
          <ac:spMkLst>
            <pc:docMk/>
            <pc:sldMk cId="3203705826" sldId="262"/>
            <ac:spMk id="10" creationId="{3F9B5F96-6B37-19B5-C9F1-6B38A766F0CC}"/>
          </ac:spMkLst>
        </pc:spChg>
        <pc:spChg chg="add mod">
          <ac:chgData name="Osvaldo Luiz Santos Pereira" userId="c308351cf5a860c7" providerId="LiveId" clId="{3EF59E56-4CCE-4FE5-AF5F-969E092DDC67}" dt="2026-04-21T01:57:10.862" v="480" actId="20577"/>
          <ac:spMkLst>
            <pc:docMk/>
            <pc:sldMk cId="3203705826" sldId="262"/>
            <ac:spMk id="11" creationId="{1012C861-7596-DBC7-E089-7B1320B88A75}"/>
          </ac:spMkLst>
        </pc:spChg>
      </pc:sldChg>
      <pc:sldChg chg="addSp delSp modSp add mod">
        <pc:chgData name="Osvaldo Luiz Santos Pereira" userId="c308351cf5a860c7" providerId="LiveId" clId="{3EF59E56-4CCE-4FE5-AF5F-969E092DDC67}" dt="2026-04-21T01:59:28.459" v="585" actId="1076"/>
        <pc:sldMkLst>
          <pc:docMk/>
          <pc:sldMk cId="3410739002" sldId="263"/>
        </pc:sldMkLst>
        <pc:spChg chg="add del mod">
          <ac:chgData name="Osvaldo Luiz Santos Pereira" userId="c308351cf5a860c7" providerId="LiveId" clId="{3EF59E56-4CCE-4FE5-AF5F-969E092DDC67}" dt="2026-04-21T01:58:41.633" v="573" actId="478"/>
          <ac:spMkLst>
            <pc:docMk/>
            <pc:sldMk cId="3410739002" sldId="263"/>
            <ac:spMk id="2" creationId="{8F8DB28C-D741-D263-6D3C-064071A313C5}"/>
          </ac:spMkLst>
        </pc:spChg>
        <pc:spChg chg="add mod">
          <ac:chgData name="Osvaldo Luiz Santos Pereira" userId="c308351cf5a860c7" providerId="LiveId" clId="{3EF59E56-4CCE-4FE5-AF5F-969E092DDC67}" dt="2026-04-21T01:57:36.955" v="485" actId="1076"/>
          <ac:spMkLst>
            <pc:docMk/>
            <pc:sldMk cId="3410739002" sldId="263"/>
            <ac:spMk id="3" creationId="{73A58C7C-34B1-89E1-06C1-5D713EA78310}"/>
          </ac:spMkLst>
        </pc:spChg>
        <pc:spChg chg="add mod">
          <ac:chgData name="Osvaldo Luiz Santos Pereira" userId="c308351cf5a860c7" providerId="LiveId" clId="{3EF59E56-4CCE-4FE5-AF5F-969E092DDC67}" dt="2026-04-21T01:57:41.218" v="504" actId="20577"/>
          <ac:spMkLst>
            <pc:docMk/>
            <pc:sldMk cId="3410739002" sldId="263"/>
            <ac:spMk id="4" creationId="{B7D37DA4-A63C-FF09-B34C-5713091DDBD4}"/>
          </ac:spMkLst>
        </pc:spChg>
        <pc:spChg chg="add mod">
          <ac:chgData name="Osvaldo Luiz Santos Pereira" userId="c308351cf5a860c7" providerId="LiveId" clId="{3EF59E56-4CCE-4FE5-AF5F-969E092DDC67}" dt="2026-04-21T01:58:09.921" v="541" actId="6549"/>
          <ac:spMkLst>
            <pc:docMk/>
            <pc:sldMk cId="3410739002" sldId="263"/>
            <ac:spMk id="5" creationId="{52774E0D-97B8-DEF3-7A13-0C6FE100EC69}"/>
          </ac:spMkLst>
        </pc:spChg>
        <pc:spChg chg="add mod">
          <ac:chgData name="Osvaldo Luiz Santos Pereira" userId="c308351cf5a860c7" providerId="LiveId" clId="{3EF59E56-4CCE-4FE5-AF5F-969E092DDC67}" dt="2026-04-21T01:58:33.599" v="561" actId="1076"/>
          <ac:spMkLst>
            <pc:docMk/>
            <pc:sldMk cId="3410739002" sldId="263"/>
            <ac:spMk id="6" creationId="{42E5794A-CE8F-878D-A885-80D0F3ADFAB4}"/>
          </ac:spMkLst>
        </pc:spChg>
        <pc:spChg chg="add mod">
          <ac:chgData name="Osvaldo Luiz Santos Pereira" userId="c308351cf5a860c7" providerId="LiveId" clId="{3EF59E56-4CCE-4FE5-AF5F-969E092DDC67}" dt="2026-04-21T01:58:39.144" v="572" actId="20577"/>
          <ac:spMkLst>
            <pc:docMk/>
            <pc:sldMk cId="3410739002" sldId="263"/>
            <ac:spMk id="7" creationId="{B96C7D97-D5FD-8C84-F94E-079E3D1490E5}"/>
          </ac:spMkLst>
        </pc:spChg>
        <pc:spChg chg="add mod">
          <ac:chgData name="Osvaldo Luiz Santos Pereira" userId="c308351cf5a860c7" providerId="LiveId" clId="{3EF59E56-4CCE-4FE5-AF5F-969E092DDC67}" dt="2026-04-21T01:59:28.459" v="585" actId="1076"/>
          <ac:spMkLst>
            <pc:docMk/>
            <pc:sldMk cId="3410739002" sldId="263"/>
            <ac:spMk id="8" creationId="{70C661A0-B7BC-B36D-8EF9-446A426565E8}"/>
          </ac:spMkLst>
        </pc:spChg>
        <pc:spChg chg="add mod">
          <ac:chgData name="Osvaldo Luiz Santos Pereira" userId="c308351cf5a860c7" providerId="LiveId" clId="{3EF59E56-4CCE-4FE5-AF5F-969E092DDC67}" dt="2026-04-21T01:59:13.079" v="582" actId="1076"/>
          <ac:spMkLst>
            <pc:docMk/>
            <pc:sldMk cId="3410739002" sldId="263"/>
            <ac:spMk id="9" creationId="{33D41230-4880-F831-5768-81398D58A361}"/>
          </ac:spMkLst>
        </pc:spChg>
      </pc:sldChg>
      <pc:sldChg chg="add del">
        <pc:chgData name="Osvaldo Luiz Santos Pereira" userId="c308351cf5a860c7" providerId="LiveId" clId="{3EF59E56-4CCE-4FE5-AF5F-969E092DDC67}" dt="2026-04-21T01:58:45.271" v="574" actId="47"/>
        <pc:sldMkLst>
          <pc:docMk/>
          <pc:sldMk cId="3528424415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882" y="1496484"/>
            <a:ext cx="4373325" cy="3183467"/>
          </a:xfrm>
        </p:spPr>
        <p:txBody>
          <a:bodyPr anchor="b"/>
          <a:lstStyle>
            <a:lvl1pPr algn="ctr"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136" y="4802717"/>
            <a:ext cx="3858816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266" indent="0" algn="ctr">
              <a:buNone/>
              <a:defRPr sz="1125"/>
            </a:lvl2pPr>
            <a:lvl3pPr marL="514533" indent="0" algn="ctr">
              <a:buNone/>
              <a:defRPr sz="1013"/>
            </a:lvl3pPr>
            <a:lvl4pPr marL="771799" indent="0" algn="ctr">
              <a:buNone/>
              <a:defRPr sz="900"/>
            </a:lvl4pPr>
            <a:lvl5pPr marL="1029066" indent="0" algn="ctr">
              <a:buNone/>
              <a:defRPr sz="900"/>
            </a:lvl5pPr>
            <a:lvl6pPr marL="1286332" indent="0" algn="ctr">
              <a:buNone/>
              <a:defRPr sz="900"/>
            </a:lvl6pPr>
            <a:lvl7pPr marL="1543599" indent="0" algn="ctr">
              <a:buNone/>
              <a:defRPr sz="900"/>
            </a:lvl7pPr>
            <a:lvl8pPr marL="1800865" indent="0" algn="ctr">
              <a:buNone/>
              <a:defRPr sz="900"/>
            </a:lvl8pPr>
            <a:lvl9pPr marL="2058132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20/04/2026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57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20/04/2026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07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046" y="2279653"/>
            <a:ext cx="4437638" cy="3803649"/>
          </a:xfrm>
        </p:spPr>
        <p:txBody>
          <a:bodyPr anchor="b"/>
          <a:lstStyle>
            <a:lvl1pPr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046" y="6119286"/>
            <a:ext cx="4437638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266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533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7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9066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63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5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86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81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20/04/2026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9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725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4701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20/04/2026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74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486836"/>
            <a:ext cx="4437638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396" y="2241551"/>
            <a:ext cx="217661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396" y="3340100"/>
            <a:ext cx="217661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4701" y="2241551"/>
            <a:ext cx="218733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4701" y="3340100"/>
            <a:ext cx="218733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20/04/2026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333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20/04/2026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195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20/04/2026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4700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7332" y="1316569"/>
            <a:ext cx="2604701" cy="6498167"/>
          </a:xfrm>
        </p:spPr>
        <p:txBody>
          <a:bodyPr/>
          <a:lstStyle>
            <a:lvl1pPr>
              <a:defRPr sz="1801"/>
            </a:lvl1pPr>
            <a:lvl2pPr>
              <a:defRPr sz="1576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20/04/2026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059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7332" y="1316569"/>
            <a:ext cx="2604701" cy="6498167"/>
          </a:xfrm>
        </p:spPr>
        <p:txBody>
          <a:bodyPr anchor="t"/>
          <a:lstStyle>
            <a:lvl1pPr marL="0" indent="0">
              <a:buNone/>
              <a:defRPr sz="1801"/>
            </a:lvl1pPr>
            <a:lvl2pPr marL="257266" indent="0">
              <a:buNone/>
              <a:defRPr sz="1576"/>
            </a:lvl2pPr>
            <a:lvl3pPr marL="514533" indent="0">
              <a:buNone/>
              <a:defRPr sz="1350"/>
            </a:lvl3pPr>
            <a:lvl4pPr marL="771799" indent="0">
              <a:buNone/>
              <a:defRPr sz="1125"/>
            </a:lvl4pPr>
            <a:lvl5pPr marL="1029066" indent="0">
              <a:buNone/>
              <a:defRPr sz="1125"/>
            </a:lvl5pPr>
            <a:lvl6pPr marL="1286332" indent="0">
              <a:buNone/>
              <a:defRPr sz="1125"/>
            </a:lvl6pPr>
            <a:lvl7pPr marL="1543599" indent="0">
              <a:buNone/>
              <a:defRPr sz="1125"/>
            </a:lvl7pPr>
            <a:lvl8pPr marL="1800865" indent="0">
              <a:buNone/>
              <a:defRPr sz="1125"/>
            </a:lvl8pPr>
            <a:lvl9pPr marL="2058132" indent="0">
              <a:buNone/>
              <a:defRPr sz="112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20/04/2026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20/04/2026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08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1954" y="486834"/>
            <a:ext cx="1109410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725" y="486834"/>
            <a:ext cx="3263915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20/04/2026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73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725" y="486836"/>
            <a:ext cx="4437638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725" y="2434167"/>
            <a:ext cx="4437638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725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562CB-6E9B-4530-A46B-47C426A19172}" type="datetimeFigureOut">
              <a:rPr lang="pt-BR" smtClean="0"/>
              <a:t>20/04/2026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4311" y="8475136"/>
            <a:ext cx="17364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3718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37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514533" rtl="0" eaLnBrk="1" latinLnBrk="0" hangingPunct="1">
        <a:lnSpc>
          <a:spcPct val="90000"/>
        </a:lnSpc>
        <a:spcBef>
          <a:spcPct val="0"/>
        </a:spcBef>
        <a:buNone/>
        <a:defRPr sz="24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633" indent="-128633" algn="l" defTabSz="51453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6" kern="1200">
          <a:solidFill>
            <a:schemeClr val="tx1"/>
          </a:solidFill>
          <a:latin typeface="+mn-lt"/>
          <a:ea typeface="+mn-ea"/>
          <a:cs typeface="+mn-cs"/>
        </a:defRPr>
      </a:lvl1pPr>
      <a:lvl2pPr marL="385900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3166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433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699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9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2232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9498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67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2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533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7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90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63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5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865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81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/>
              <p:nvPr/>
            </p:nvSpPr>
            <p:spPr>
              <a:xfrm>
                <a:off x="131482" y="2886715"/>
                <a:ext cx="4912659" cy="14773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pt-BR" sz="3200" b="0" i="1" dirty="0">
                  <a:solidFill>
                    <a:srgbClr val="FFFFFF"/>
                  </a:solidFill>
                  <a:latin typeface="Cambria Math" panose="02040503050406030204" pitchFamily="18" charset="0"/>
                </a:endParaRPr>
              </a:p>
              <a:p>
                <a:pPr/>
                <a:endParaRPr lang="pt-BR" sz="3200" b="0" i="1" dirty="0">
                  <a:solidFill>
                    <a:srgbClr val="FFFFFF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∈ </m:t>
                      </m:r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0&lt;</m:t>
                      </m:r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≠1</m:t>
                      </m:r>
                    </m:oMath>
                  </m:oMathPara>
                </a14:m>
                <a:endParaRPr lang="pt-BR" sz="32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82" y="2886715"/>
                <a:ext cx="4912659" cy="14773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1376403D-02E3-BCCD-236C-165C24D671F2}"/>
                  </a:ext>
                </a:extLst>
              </p:cNvPr>
              <p:cNvSpPr txBox="1"/>
              <p:nvPr/>
            </p:nvSpPr>
            <p:spPr>
              <a:xfrm>
                <a:off x="1081741" y="5233243"/>
                <a:ext cx="3131670" cy="9362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pt-BR" sz="32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1376403D-02E3-BCCD-236C-165C24D67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741" y="5233243"/>
                <a:ext cx="3131670" cy="936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aixaDeTexto 8">
            <a:extLst>
              <a:ext uri="{FF2B5EF4-FFF2-40B4-BE49-F238E27FC236}">
                <a16:creationId xmlns:a16="http://schemas.microsoft.com/office/drawing/2014/main" id="{BA00F64B-168A-5BB1-1DA5-66AF4165EA46}"/>
              </a:ext>
            </a:extLst>
          </p:cNvPr>
          <p:cNvSpPr txBox="1"/>
          <p:nvPr/>
        </p:nvSpPr>
        <p:spPr>
          <a:xfrm>
            <a:off x="131482" y="173319"/>
            <a:ext cx="49126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rgbClr val="FFFFFF"/>
                </a:solidFill>
              </a:rPr>
              <a:t>Encontre a derivada da função exponencial</a:t>
            </a:r>
          </a:p>
        </p:txBody>
      </p:sp>
    </p:spTree>
    <p:extLst>
      <p:ext uri="{BB962C8B-B14F-4D97-AF65-F5344CB8AC3E}">
        <p14:creationId xmlns:p14="http://schemas.microsoft.com/office/powerpoint/2010/main" val="3410455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37FA5-5CD9-BED1-0D01-229298B94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6C59A3A0-0782-3286-044E-75ECD2ADC196}"/>
                  </a:ext>
                </a:extLst>
              </p:cNvPr>
              <p:cNvSpPr txBox="1"/>
              <p:nvPr/>
            </p:nvSpPr>
            <p:spPr>
              <a:xfrm>
                <a:off x="487902" y="6020600"/>
                <a:ext cx="4169283" cy="955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32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32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pt-BR" sz="32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32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pt-BR" sz="32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6C59A3A0-0782-3286-044E-75ECD2ADC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02" y="6020600"/>
                <a:ext cx="4169283" cy="9557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aixaDeTexto 10">
            <a:extLst>
              <a:ext uri="{FF2B5EF4-FFF2-40B4-BE49-F238E27FC236}">
                <a16:creationId xmlns:a16="http://schemas.microsoft.com/office/drawing/2014/main" id="{5A412249-5F2D-01F5-79BE-55350C60E788}"/>
              </a:ext>
            </a:extLst>
          </p:cNvPr>
          <p:cNvSpPr txBox="1"/>
          <p:nvPr/>
        </p:nvSpPr>
        <p:spPr>
          <a:xfrm>
            <a:off x="131482" y="320992"/>
            <a:ext cx="49126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Pela definição de derivada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A5897EE8-A668-D0B9-CE01-A23079CAF969}"/>
                  </a:ext>
                </a:extLst>
              </p:cNvPr>
              <p:cNvSpPr txBox="1"/>
              <p:nvPr/>
            </p:nvSpPr>
            <p:spPr>
              <a:xfrm>
                <a:off x="770964" y="2426240"/>
                <a:ext cx="3466353" cy="9362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32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pt-BR" sz="32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A5897EE8-A668-D0B9-CE01-A23079CAF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64" y="2426240"/>
                <a:ext cx="3466353" cy="936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aixaDeTexto 11">
            <a:extLst>
              <a:ext uri="{FF2B5EF4-FFF2-40B4-BE49-F238E27FC236}">
                <a16:creationId xmlns:a16="http://schemas.microsoft.com/office/drawing/2014/main" id="{4CB61FDC-5FA2-81D6-B2FB-1E09ED4574E3}"/>
              </a:ext>
            </a:extLst>
          </p:cNvPr>
          <p:cNvSpPr txBox="1"/>
          <p:nvPr/>
        </p:nvSpPr>
        <p:spPr>
          <a:xfrm>
            <a:off x="131482" y="4217651"/>
            <a:ext cx="4912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sendo</a:t>
            </a:r>
          </a:p>
        </p:txBody>
      </p:sp>
    </p:spTree>
    <p:extLst>
      <p:ext uri="{BB962C8B-B14F-4D97-AF65-F5344CB8AC3E}">
        <p14:creationId xmlns:p14="http://schemas.microsoft.com/office/powerpoint/2010/main" val="1400977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5DF6C-43C6-1619-C91D-7FE8B92F9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7739F8E8-A87F-2A1F-3F75-94360065CB1F}"/>
                  </a:ext>
                </a:extLst>
              </p:cNvPr>
              <p:cNvSpPr txBox="1"/>
              <p:nvPr/>
            </p:nvSpPr>
            <p:spPr>
              <a:xfrm>
                <a:off x="487902" y="1412742"/>
                <a:ext cx="4169283" cy="955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32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32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pt-BR" sz="32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32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pt-BR" sz="32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7739F8E8-A87F-2A1F-3F75-94360065C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02" y="1412742"/>
                <a:ext cx="4169283" cy="9557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0F0115AB-6661-F708-B23D-31BB1F785227}"/>
              </a:ext>
            </a:extLst>
          </p:cNvPr>
          <p:cNvSpPr txBox="1"/>
          <p:nvPr/>
        </p:nvSpPr>
        <p:spPr>
          <a:xfrm>
            <a:off x="131482" y="159627"/>
            <a:ext cx="4912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sendo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020DEEA-7065-5C28-25B3-C33E3C6F4A11}"/>
              </a:ext>
            </a:extLst>
          </p:cNvPr>
          <p:cNvSpPr txBox="1"/>
          <p:nvPr/>
        </p:nvSpPr>
        <p:spPr>
          <a:xfrm>
            <a:off x="131482" y="3106027"/>
            <a:ext cx="4912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Substituindo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EC44D5CA-2A29-4AD5-EED0-3830C3D731B6}"/>
                  </a:ext>
                </a:extLst>
              </p:cNvPr>
              <p:cNvSpPr txBox="1"/>
              <p:nvPr/>
            </p:nvSpPr>
            <p:spPr>
              <a:xfrm>
                <a:off x="131482" y="4207514"/>
                <a:ext cx="491265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pt-BR" sz="3200" b="0" i="1" dirty="0">
                  <a:solidFill>
                    <a:srgbClr val="FFFFFF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EC44D5CA-2A29-4AD5-EED0-3830C3D73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82" y="4207514"/>
                <a:ext cx="4912659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76EEA080-5904-442F-0A41-E4BF5F04FA17}"/>
                  </a:ext>
                </a:extLst>
              </p:cNvPr>
              <p:cNvSpPr txBox="1"/>
              <p:nvPr/>
            </p:nvSpPr>
            <p:spPr>
              <a:xfrm>
                <a:off x="839633" y="7197766"/>
                <a:ext cx="3090526" cy="10023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32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32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pt-BR" sz="32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pt-BR" sz="32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pt-BR" sz="32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76EEA080-5904-442F-0A41-E4BF5F04F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633" y="7197766"/>
                <a:ext cx="3090526" cy="10023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aixaDeTexto 12">
            <a:extLst>
              <a:ext uri="{FF2B5EF4-FFF2-40B4-BE49-F238E27FC236}">
                <a16:creationId xmlns:a16="http://schemas.microsoft.com/office/drawing/2014/main" id="{54701074-CABD-F48C-7640-70194E1846F9}"/>
              </a:ext>
            </a:extLst>
          </p:cNvPr>
          <p:cNvSpPr txBox="1"/>
          <p:nvPr/>
        </p:nvSpPr>
        <p:spPr>
          <a:xfrm>
            <a:off x="131482" y="5590145"/>
            <a:ext cx="4912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Tem-se que</a:t>
            </a:r>
          </a:p>
        </p:txBody>
      </p:sp>
    </p:spTree>
    <p:extLst>
      <p:ext uri="{BB962C8B-B14F-4D97-AF65-F5344CB8AC3E}">
        <p14:creationId xmlns:p14="http://schemas.microsoft.com/office/powerpoint/2010/main" val="2929822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E64B7-A7F0-E4FD-FF4A-3A6A14ECC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E945A505-BFFC-A8EA-9F1C-E966B3F55302}"/>
                  </a:ext>
                </a:extLst>
              </p:cNvPr>
              <p:cNvSpPr txBox="1"/>
              <p:nvPr/>
            </p:nvSpPr>
            <p:spPr>
              <a:xfrm>
                <a:off x="839633" y="360684"/>
                <a:ext cx="3090526" cy="10023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32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32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pt-BR" sz="32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pt-BR" sz="32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pt-BR" sz="32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E945A505-BFFC-A8EA-9F1C-E966B3F55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633" y="360684"/>
                <a:ext cx="3090526" cy="10023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9C20AA6A-3FA6-A37F-E1FD-71E9913A2533}"/>
                  </a:ext>
                </a:extLst>
              </p:cNvPr>
              <p:cNvSpPr txBox="1"/>
              <p:nvPr/>
            </p:nvSpPr>
            <p:spPr>
              <a:xfrm>
                <a:off x="131482" y="1868897"/>
                <a:ext cx="491265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4000" dirty="0">
                    <a:solidFill>
                      <a:srgbClr val="FFFFFF"/>
                    </a:solidFill>
                  </a:rPr>
                  <a:t>Fatorando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40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40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pt-BR" sz="40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pt-BR" sz="4000" dirty="0">
                    <a:solidFill>
                      <a:srgbClr val="FFFFFF"/>
                    </a:solidFill>
                  </a:rPr>
                  <a:t>, tem-se</a:t>
                </a:r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9C20AA6A-3FA6-A37F-E1FD-71E9913A2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82" y="1868897"/>
                <a:ext cx="4912659" cy="707886"/>
              </a:xfrm>
              <a:prstGeom prst="rect">
                <a:avLst/>
              </a:prstGeom>
              <a:blipFill>
                <a:blip r:embed="rId3"/>
                <a:stretch>
                  <a:fillRect l="-4472" t="-15517" r="-3727" b="-362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EED09027-16D9-7C24-BA63-D09D474CED45}"/>
                  </a:ext>
                </a:extLst>
              </p:cNvPr>
              <p:cNvSpPr txBox="1"/>
              <p:nvPr/>
            </p:nvSpPr>
            <p:spPr>
              <a:xfrm>
                <a:off x="839633" y="3082606"/>
                <a:ext cx="2974725" cy="10023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32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32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32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f>
                        <m:fPr>
                          <m:ctrlPr>
                            <a:rPr lang="pt-BR" sz="32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pt-BR" sz="32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32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32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pt-BR" sz="32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EED09027-16D9-7C24-BA63-D09D474CE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633" y="3082606"/>
                <a:ext cx="2974725" cy="10023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aixaDeTexto 8">
            <a:extLst>
              <a:ext uri="{FF2B5EF4-FFF2-40B4-BE49-F238E27FC236}">
                <a16:creationId xmlns:a16="http://schemas.microsoft.com/office/drawing/2014/main" id="{11AD0F2E-6E60-9B68-6FAF-528ADC6AE3DE}"/>
              </a:ext>
            </a:extLst>
          </p:cNvPr>
          <p:cNvSpPr txBox="1"/>
          <p:nvPr/>
        </p:nvSpPr>
        <p:spPr>
          <a:xfrm>
            <a:off x="131482" y="4645863"/>
            <a:ext cx="4912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Aplicando limite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4524663-DBE3-5007-ADD1-5310B478C91D}"/>
                  </a:ext>
                </a:extLst>
              </p:cNvPr>
              <p:cNvSpPr txBox="1"/>
              <p:nvPr/>
            </p:nvSpPr>
            <p:spPr>
              <a:xfrm>
                <a:off x="201071" y="5961770"/>
                <a:ext cx="4730590" cy="10023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32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sz="32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32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2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sz="32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func>
                        <m:funcPr>
                          <m:ctrlPr>
                            <a:rPr lang="pt-BR" sz="32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320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320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sz="32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32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2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pt-BR" sz="32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32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pt-BR" sz="32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4524663-DBE3-5007-ADD1-5310B478C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71" y="5961770"/>
                <a:ext cx="4730590" cy="10023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0933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487E9-7077-D171-7902-58D1D392B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2F3BABB-3DE2-AD2C-4A2A-87412DF7B905}"/>
              </a:ext>
            </a:extLst>
          </p:cNvPr>
          <p:cNvSpPr txBox="1"/>
          <p:nvPr/>
        </p:nvSpPr>
        <p:spPr>
          <a:xfrm>
            <a:off x="131482" y="372687"/>
            <a:ext cx="4912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O limite abaixo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913EF561-6128-4894-5893-391B4942D534}"/>
                  </a:ext>
                </a:extLst>
              </p:cNvPr>
              <p:cNvSpPr txBox="1"/>
              <p:nvPr/>
            </p:nvSpPr>
            <p:spPr>
              <a:xfrm>
                <a:off x="1061682" y="1431606"/>
                <a:ext cx="2318455" cy="10023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32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320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320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sz="32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32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2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pt-BR" sz="32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32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pt-BR" sz="32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913EF561-6128-4894-5893-391B4942D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682" y="1431606"/>
                <a:ext cx="2318455" cy="10023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D0CC6F3D-1DD6-AEE4-B935-A5A10A8C2382}"/>
              </a:ext>
            </a:extLst>
          </p:cNvPr>
          <p:cNvSpPr txBox="1"/>
          <p:nvPr/>
        </p:nvSpPr>
        <p:spPr>
          <a:xfrm>
            <a:off x="131482" y="3121864"/>
            <a:ext cx="4912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É fundamental...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3BFE019-4EE6-00CD-FD4D-B068015DBB5F}"/>
              </a:ext>
            </a:extLst>
          </p:cNvPr>
          <p:cNvSpPr txBox="1"/>
          <p:nvPr/>
        </p:nvSpPr>
        <p:spPr>
          <a:xfrm>
            <a:off x="131482" y="5978618"/>
            <a:ext cx="4912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Assim, tem-se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3F9B5F96-6B37-19B5-C9F1-6B38A766F0CC}"/>
                  </a:ext>
                </a:extLst>
              </p:cNvPr>
              <p:cNvSpPr txBox="1"/>
              <p:nvPr/>
            </p:nvSpPr>
            <p:spPr>
              <a:xfrm>
                <a:off x="703058" y="4360077"/>
                <a:ext cx="3887539" cy="10023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32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320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320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sz="32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32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2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pt-BR" sz="32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32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=ℓ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pt-BR" sz="32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3F9B5F96-6B37-19B5-C9F1-6B38A766F0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58" y="4360077"/>
                <a:ext cx="3887539" cy="10023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012C861-7596-DBC7-E089-7B1320B88A75}"/>
                  </a:ext>
                </a:extLst>
              </p:cNvPr>
              <p:cNvSpPr txBox="1"/>
              <p:nvPr/>
            </p:nvSpPr>
            <p:spPr>
              <a:xfrm>
                <a:off x="201071" y="7157064"/>
                <a:ext cx="4856201" cy="10023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32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2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sz="32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func>
                        <m:funcPr>
                          <m:ctrlPr>
                            <a:rPr lang="pt-BR" sz="32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320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320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sz="32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32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2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pt-BR" sz="32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32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pt-BR" sz="32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012C861-7596-DBC7-E089-7B1320B88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71" y="7157064"/>
                <a:ext cx="4856201" cy="10023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3705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276D7-C9AA-1B11-608F-370A20F63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73A58C7C-34B1-89E1-06C1-5D713EA78310}"/>
                  </a:ext>
                </a:extLst>
              </p:cNvPr>
              <p:cNvSpPr txBox="1"/>
              <p:nvPr/>
            </p:nvSpPr>
            <p:spPr>
              <a:xfrm>
                <a:off x="201071" y="1407700"/>
                <a:ext cx="4730590" cy="10023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32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sz="32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32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2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sz="32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func>
                        <m:funcPr>
                          <m:ctrlPr>
                            <a:rPr lang="pt-BR" sz="32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320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320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sz="32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32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2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pt-BR" sz="32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32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pt-BR" sz="32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73A58C7C-34B1-89E1-06C1-5D713EA78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71" y="1407700"/>
                <a:ext cx="4730590" cy="10023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B7D37DA4-A63C-FF09-B34C-5713091DDBD4}"/>
              </a:ext>
            </a:extLst>
          </p:cNvPr>
          <p:cNvSpPr txBox="1"/>
          <p:nvPr/>
        </p:nvSpPr>
        <p:spPr>
          <a:xfrm>
            <a:off x="131482" y="276660"/>
            <a:ext cx="4912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Lembrando do limite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2774E0D-97B8-DEF3-7A13-0C6FE100EC69}"/>
              </a:ext>
            </a:extLst>
          </p:cNvPr>
          <p:cNvSpPr txBox="1"/>
          <p:nvPr/>
        </p:nvSpPr>
        <p:spPr>
          <a:xfrm>
            <a:off x="131482" y="2904962"/>
            <a:ext cx="4912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e o resultado anterior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42E5794A-CE8F-878D-A885-80D0F3ADFAB4}"/>
                  </a:ext>
                </a:extLst>
              </p:cNvPr>
              <p:cNvSpPr txBox="1"/>
              <p:nvPr/>
            </p:nvSpPr>
            <p:spPr>
              <a:xfrm>
                <a:off x="835379" y="3977582"/>
                <a:ext cx="3461973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32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sz="32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pt-BR" sz="32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3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32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2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sz="32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ℓ</m:t>
                      </m:r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32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42E5794A-CE8F-878D-A885-80D0F3ADF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79" y="3977582"/>
                <a:ext cx="3461973" cy="9251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B96C7D97-D5FD-8C84-F94E-079E3D1490E5}"/>
              </a:ext>
            </a:extLst>
          </p:cNvPr>
          <p:cNvSpPr txBox="1"/>
          <p:nvPr/>
        </p:nvSpPr>
        <p:spPr>
          <a:xfrm>
            <a:off x="131482" y="5513197"/>
            <a:ext cx="4912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Finalmente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70C661A0-B7BC-B36D-8EF9-446A426565E8}"/>
                  </a:ext>
                </a:extLst>
              </p:cNvPr>
              <p:cNvSpPr txBox="1"/>
              <p:nvPr/>
            </p:nvSpPr>
            <p:spPr>
              <a:xfrm>
                <a:off x="934249" y="6803121"/>
                <a:ext cx="3307124" cy="936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32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2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sz="32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ℓ</m:t>
                      </m:r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32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32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70C661A0-B7BC-B36D-8EF9-446A42656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249" y="6803121"/>
                <a:ext cx="3307124" cy="9362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tângulo 8">
            <a:extLst>
              <a:ext uri="{FF2B5EF4-FFF2-40B4-BE49-F238E27FC236}">
                <a16:creationId xmlns:a16="http://schemas.microsoft.com/office/drawing/2014/main" id="{33D41230-4880-F831-5768-81398D58A361}"/>
              </a:ext>
            </a:extLst>
          </p:cNvPr>
          <p:cNvSpPr/>
          <p:nvPr/>
        </p:nvSpPr>
        <p:spPr>
          <a:xfrm>
            <a:off x="4395104" y="8192978"/>
            <a:ext cx="399232" cy="399232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07390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Personalizada 1">
      <a:dk1>
        <a:sysClr val="windowText" lastClr="000000"/>
      </a:dk1>
      <a:lt1>
        <a:srgbClr val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310</TotalTime>
  <Words>108</Words>
  <Application>Microsoft Office PowerPoint</Application>
  <PresentationFormat>Personalizar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1</cp:revision>
  <dcterms:created xsi:type="dcterms:W3CDTF">2025-07-20T22:11:02Z</dcterms:created>
  <dcterms:modified xsi:type="dcterms:W3CDTF">2026-04-21T01:59:34Z</dcterms:modified>
</cp:coreProperties>
</file>