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15"/>
  </p:notesMasterIdLst>
  <p:sldIdLst>
    <p:sldId id="291" r:id="rId2"/>
    <p:sldId id="289" r:id="rId3"/>
    <p:sldId id="290" r:id="rId4"/>
    <p:sldId id="296" r:id="rId5"/>
    <p:sldId id="292" r:id="rId6"/>
    <p:sldId id="297" r:id="rId7"/>
    <p:sldId id="294" r:id="rId8"/>
    <p:sldId id="298" r:id="rId9"/>
    <p:sldId id="295" r:id="rId10"/>
    <p:sldId id="300" r:id="rId11"/>
    <p:sldId id="299" r:id="rId12"/>
    <p:sldId id="302" r:id="rId13"/>
    <p:sldId id="303" r:id="rId14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14ABE0-8C31-4A4F-A01B-94B6015D36C3}" v="52" dt="2025-10-04T16:10:59.877"/>
    <p1510:client id="{9D9B4F2A-1E18-49FF-BAF5-E9518073E1AB}" v="357" dt="2025-10-04T13:48:54.3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D92CD67B-3838-4A8E-B7E8-504DA24E6CEA}"/>
    <pc:docChg chg="undo custSel addSld delSld modSld sldOrd">
      <pc:chgData name="Osvaldo Luiz Santos Pereira" userId="c308351cf5a860c7" providerId="LiveId" clId="{D92CD67B-3838-4A8E-B7E8-504DA24E6CEA}" dt="2025-08-09T01:28:11.441" v="432"/>
      <pc:docMkLst>
        <pc:docMk/>
      </pc:docMkLst>
      <pc:sldChg chg="modTransition modAnim">
        <pc:chgData name="Osvaldo Luiz Santos Pereira" userId="c308351cf5a860c7" providerId="LiveId" clId="{D92CD67B-3838-4A8E-B7E8-504DA24E6CEA}" dt="2025-08-09T01:01:26.292" v="274"/>
        <pc:sldMkLst>
          <pc:docMk/>
          <pc:sldMk cId="3067423610" sldId="258"/>
        </pc:sldMkLst>
      </pc:sldChg>
      <pc:sldChg chg="modSp modTransition modAnim">
        <pc:chgData name="Osvaldo Luiz Santos Pereira" userId="c308351cf5a860c7" providerId="LiveId" clId="{D92CD67B-3838-4A8E-B7E8-504DA24E6CEA}" dt="2025-08-09T01:16:02.352" v="427" actId="20577"/>
        <pc:sldMkLst>
          <pc:docMk/>
          <pc:sldMk cId="916029383" sldId="259"/>
        </pc:sldMkLst>
      </pc:sldChg>
      <pc:sldChg chg="modTransition modAnim">
        <pc:chgData name="Osvaldo Luiz Santos Pereira" userId="c308351cf5a860c7" providerId="LiveId" clId="{D92CD67B-3838-4A8E-B7E8-504DA24E6CEA}" dt="2025-08-09T00:57:45.625" v="156"/>
        <pc:sldMkLst>
          <pc:docMk/>
          <pc:sldMk cId="3070961284" sldId="261"/>
        </pc:sldMkLst>
      </pc:sldChg>
      <pc:sldChg chg="ord modTransition modAnim">
        <pc:chgData name="Osvaldo Luiz Santos Pereira" userId="c308351cf5a860c7" providerId="LiveId" clId="{D92CD67B-3838-4A8E-B7E8-504DA24E6CEA}" dt="2025-08-09T00:58:04.676" v="157"/>
        <pc:sldMkLst>
          <pc:docMk/>
          <pc:sldMk cId="662823859" sldId="262"/>
        </pc:sldMkLst>
      </pc:sldChg>
      <pc:sldChg chg="modTransition modAnim">
        <pc:chgData name="Osvaldo Luiz Santos Pereira" userId="c308351cf5a860c7" providerId="LiveId" clId="{D92CD67B-3838-4A8E-B7E8-504DA24E6CEA}" dt="2025-08-09T01:14:24.759" v="398"/>
        <pc:sldMkLst>
          <pc:docMk/>
          <pc:sldMk cId="507282837" sldId="263"/>
        </pc:sldMkLst>
      </pc:sldChg>
      <pc:sldChg chg="modTransition modAnim">
        <pc:chgData name="Osvaldo Luiz Santos Pereira" userId="c308351cf5a860c7" providerId="LiveId" clId="{D92CD67B-3838-4A8E-B7E8-504DA24E6CEA}" dt="2025-08-09T01:14:29.904" v="403"/>
        <pc:sldMkLst>
          <pc:docMk/>
          <pc:sldMk cId="2247708559" sldId="264"/>
        </pc:sldMkLst>
      </pc:sldChg>
      <pc:sldChg chg="modTransition modAnim">
        <pc:chgData name="Osvaldo Luiz Santos Pereira" userId="c308351cf5a860c7" providerId="LiveId" clId="{D92CD67B-3838-4A8E-B7E8-504DA24E6CEA}" dt="2025-08-09T01:11:06.335" v="381"/>
        <pc:sldMkLst>
          <pc:docMk/>
          <pc:sldMk cId="4211106752" sldId="265"/>
        </pc:sldMkLst>
      </pc:sldChg>
      <pc:sldChg chg="modTransition modAnim">
        <pc:chgData name="Osvaldo Luiz Santos Pereira" userId="c308351cf5a860c7" providerId="LiveId" clId="{D92CD67B-3838-4A8E-B7E8-504DA24E6CEA}" dt="2025-08-09T01:28:11.441" v="432"/>
        <pc:sldMkLst>
          <pc:docMk/>
          <pc:sldMk cId="925325881" sldId="266"/>
        </pc:sldMkLst>
      </pc:sldChg>
      <pc:sldChg chg="modSp modAnim">
        <pc:chgData name="Osvaldo Luiz Santos Pereira" userId="c308351cf5a860c7" providerId="LiveId" clId="{D92CD67B-3838-4A8E-B7E8-504DA24E6CEA}" dt="2025-08-09T00:10:55.374" v="117" actId="20577"/>
        <pc:sldMkLst>
          <pc:docMk/>
          <pc:sldMk cId="1289244108" sldId="267"/>
        </pc:sldMkLst>
      </pc:sldChg>
      <pc:sldChg chg="modSp modTransition modAnim">
        <pc:chgData name="Osvaldo Luiz Santos Pereira" userId="c308351cf5a860c7" providerId="LiveId" clId="{D92CD67B-3838-4A8E-B7E8-504DA24E6CEA}" dt="2025-08-09T01:01:16.081" v="260"/>
        <pc:sldMkLst>
          <pc:docMk/>
          <pc:sldMk cId="89530914" sldId="268"/>
        </pc:sldMkLst>
      </pc:sldChg>
      <pc:sldChg chg="modTransition modAnim">
        <pc:chgData name="Osvaldo Luiz Santos Pereira" userId="c308351cf5a860c7" providerId="LiveId" clId="{D92CD67B-3838-4A8E-B7E8-504DA24E6CEA}" dt="2025-08-09T01:01:53.502" v="286"/>
        <pc:sldMkLst>
          <pc:docMk/>
          <pc:sldMk cId="3879095415" sldId="269"/>
        </pc:sldMkLst>
      </pc:sldChg>
      <pc:sldChg chg="modTransition modAnim">
        <pc:chgData name="Osvaldo Luiz Santos Pereira" userId="c308351cf5a860c7" providerId="LiveId" clId="{D92CD67B-3838-4A8E-B7E8-504DA24E6CEA}" dt="2025-08-09T01:02:15.200" v="300"/>
        <pc:sldMkLst>
          <pc:docMk/>
          <pc:sldMk cId="32095444" sldId="270"/>
        </pc:sldMkLst>
      </pc:sldChg>
      <pc:sldChg chg="addSp delSp modSp add del mod ord modTransition modAnim">
        <pc:chgData name="Osvaldo Luiz Santos Pereira" userId="c308351cf5a860c7" providerId="LiveId" clId="{D92CD67B-3838-4A8E-B7E8-504DA24E6CEA}" dt="2025-08-09T00:59:54.679" v="216"/>
        <pc:sldMkLst>
          <pc:docMk/>
          <pc:sldMk cId="3795408482" sldId="271"/>
        </pc:sldMkLst>
      </pc:sldChg>
      <pc:sldChg chg="addSp modSp add del mod">
        <pc:chgData name="Osvaldo Luiz Santos Pereira" userId="c308351cf5a860c7" providerId="LiveId" clId="{D92CD67B-3838-4A8E-B7E8-504DA24E6CEA}" dt="2025-08-08T23:49:28.152" v="45" actId="47"/>
        <pc:sldMkLst>
          <pc:docMk/>
          <pc:sldMk cId="609415764" sldId="272"/>
        </pc:sldMkLst>
      </pc:sldChg>
      <pc:sldChg chg="delSp modSp add mod modTransition">
        <pc:chgData name="Osvaldo Luiz Santos Pereira" userId="c308351cf5a860c7" providerId="LiveId" clId="{D92CD67B-3838-4A8E-B7E8-504DA24E6CEA}" dt="2025-08-09T00:59:57.376" v="217"/>
        <pc:sldMkLst>
          <pc:docMk/>
          <pc:sldMk cId="1342036027" sldId="272"/>
        </pc:sldMkLst>
      </pc:sldChg>
      <pc:sldChg chg="modSp add del mod modTransition modAnim">
        <pc:chgData name="Osvaldo Luiz Santos Pereira" userId="c308351cf5a860c7" providerId="LiveId" clId="{D92CD67B-3838-4A8E-B7E8-504DA24E6CEA}" dt="2025-08-08T23:52:38.476" v="52" actId="47"/>
        <pc:sldMkLst>
          <pc:docMk/>
          <pc:sldMk cId="3604448470" sldId="272"/>
        </pc:sldMkLst>
      </pc:sldChg>
      <pc:sldChg chg="delSp modSp add mod modTransition">
        <pc:chgData name="Osvaldo Luiz Santos Pereira" userId="c308351cf5a860c7" providerId="LiveId" clId="{D92CD67B-3838-4A8E-B7E8-504DA24E6CEA}" dt="2025-08-09T01:00:01.367" v="218"/>
        <pc:sldMkLst>
          <pc:docMk/>
          <pc:sldMk cId="3217380307" sldId="273"/>
        </pc:sldMkLst>
      </pc:sldChg>
      <pc:sldChg chg="delSp modSp add mod modTransition">
        <pc:chgData name="Osvaldo Luiz Santos Pereira" userId="c308351cf5a860c7" providerId="LiveId" clId="{D92CD67B-3838-4A8E-B7E8-504DA24E6CEA}" dt="2025-08-09T01:23:36.093" v="431"/>
        <pc:sldMkLst>
          <pc:docMk/>
          <pc:sldMk cId="2783137623" sldId="274"/>
        </pc:sldMkLst>
      </pc:sldChg>
      <pc:sldChg chg="new modTransition">
        <pc:chgData name="Osvaldo Luiz Santos Pereira" userId="c308351cf5a860c7" providerId="LiveId" clId="{D92CD67B-3838-4A8E-B7E8-504DA24E6CEA}" dt="2025-08-09T01:14:58.223" v="407"/>
        <pc:sldMkLst>
          <pc:docMk/>
          <pc:sldMk cId="2426334548" sldId="275"/>
        </pc:sldMkLst>
      </pc:sldChg>
      <pc:sldChg chg="add">
        <pc:chgData name="Osvaldo Luiz Santos Pereira" userId="c308351cf5a860c7" providerId="LiveId" clId="{D92CD67B-3838-4A8E-B7E8-504DA24E6CEA}" dt="2025-08-09T01:15:02.604" v="409"/>
        <pc:sldMkLst>
          <pc:docMk/>
          <pc:sldMk cId="540946614" sldId="276"/>
        </pc:sldMkLst>
      </pc:sldChg>
      <pc:sldChg chg="add del">
        <pc:chgData name="Osvaldo Luiz Santos Pereira" userId="c308351cf5a860c7" providerId="LiveId" clId="{D92CD67B-3838-4A8E-B7E8-504DA24E6CEA}" dt="2025-08-09T01:15:00.265" v="408" actId="47"/>
        <pc:sldMkLst>
          <pc:docMk/>
          <pc:sldMk cId="2953629805" sldId="276"/>
        </pc:sldMkLst>
      </pc:sldChg>
      <pc:sldChg chg="add">
        <pc:chgData name="Osvaldo Luiz Santos Pereira" userId="c308351cf5a860c7" providerId="LiveId" clId="{D92CD67B-3838-4A8E-B7E8-504DA24E6CEA}" dt="2025-08-09T01:15:05.761" v="410"/>
        <pc:sldMkLst>
          <pc:docMk/>
          <pc:sldMk cId="3886539619" sldId="277"/>
        </pc:sldMkLst>
      </pc:sldChg>
      <pc:sldChg chg="add">
        <pc:chgData name="Osvaldo Luiz Santos Pereira" userId="c308351cf5a860c7" providerId="LiveId" clId="{D92CD67B-3838-4A8E-B7E8-504DA24E6CEA}" dt="2025-08-09T01:15:11.482" v="411"/>
        <pc:sldMkLst>
          <pc:docMk/>
          <pc:sldMk cId="1467288226" sldId="278"/>
        </pc:sldMkLst>
      </pc:sldChg>
      <pc:sldChg chg="add">
        <pc:chgData name="Osvaldo Luiz Santos Pereira" userId="c308351cf5a860c7" providerId="LiveId" clId="{D92CD67B-3838-4A8E-B7E8-504DA24E6CEA}" dt="2025-08-09T01:15:13.052" v="412"/>
        <pc:sldMkLst>
          <pc:docMk/>
          <pc:sldMk cId="3766197904" sldId="279"/>
        </pc:sldMkLst>
      </pc:sldChg>
      <pc:sldChg chg="add">
        <pc:chgData name="Osvaldo Luiz Santos Pereira" userId="c308351cf5a860c7" providerId="LiveId" clId="{D92CD67B-3838-4A8E-B7E8-504DA24E6CEA}" dt="2025-08-09T01:15:20.981" v="413"/>
        <pc:sldMkLst>
          <pc:docMk/>
          <pc:sldMk cId="3355517273" sldId="280"/>
        </pc:sldMkLst>
      </pc:sldChg>
      <pc:sldChg chg="add">
        <pc:chgData name="Osvaldo Luiz Santos Pereira" userId="c308351cf5a860c7" providerId="LiveId" clId="{D92CD67B-3838-4A8E-B7E8-504DA24E6CEA}" dt="2025-08-09T01:15:24.174" v="414"/>
        <pc:sldMkLst>
          <pc:docMk/>
          <pc:sldMk cId="2482398718" sldId="281"/>
        </pc:sldMkLst>
      </pc:sldChg>
      <pc:sldChg chg="add">
        <pc:chgData name="Osvaldo Luiz Santos Pereira" userId="c308351cf5a860c7" providerId="LiveId" clId="{D92CD67B-3838-4A8E-B7E8-504DA24E6CEA}" dt="2025-08-09T01:15:26.620" v="415"/>
        <pc:sldMkLst>
          <pc:docMk/>
          <pc:sldMk cId="710261317" sldId="282"/>
        </pc:sldMkLst>
      </pc:sldChg>
      <pc:sldChg chg="add">
        <pc:chgData name="Osvaldo Luiz Santos Pereira" userId="c308351cf5a860c7" providerId="LiveId" clId="{D92CD67B-3838-4A8E-B7E8-504DA24E6CEA}" dt="2025-08-09T01:15:28.432" v="416"/>
        <pc:sldMkLst>
          <pc:docMk/>
          <pc:sldMk cId="4024257271" sldId="283"/>
        </pc:sldMkLst>
      </pc:sldChg>
      <pc:sldChg chg="add">
        <pc:chgData name="Osvaldo Luiz Santos Pereira" userId="c308351cf5a860c7" providerId="LiveId" clId="{D92CD67B-3838-4A8E-B7E8-504DA24E6CEA}" dt="2025-08-09T01:15:30.218" v="417"/>
        <pc:sldMkLst>
          <pc:docMk/>
          <pc:sldMk cId="3335286933" sldId="284"/>
        </pc:sldMkLst>
      </pc:sldChg>
      <pc:sldChg chg="add">
        <pc:chgData name="Osvaldo Luiz Santos Pereira" userId="c308351cf5a860c7" providerId="LiveId" clId="{D92CD67B-3838-4A8E-B7E8-504DA24E6CEA}" dt="2025-08-09T01:15:32.120" v="418"/>
        <pc:sldMkLst>
          <pc:docMk/>
          <pc:sldMk cId="4206032303" sldId="285"/>
        </pc:sldMkLst>
      </pc:sldChg>
      <pc:sldChg chg="add">
        <pc:chgData name="Osvaldo Luiz Santos Pereira" userId="c308351cf5a860c7" providerId="LiveId" clId="{D92CD67B-3838-4A8E-B7E8-504DA24E6CEA}" dt="2025-08-09T01:15:35.798" v="419"/>
        <pc:sldMkLst>
          <pc:docMk/>
          <pc:sldMk cId="3494459104" sldId="286"/>
        </pc:sldMkLst>
      </pc:sldChg>
    </pc:docChg>
  </pc:docChgLst>
  <pc:docChgLst>
    <pc:chgData name="Osvaldo Luiz Santos Pereira" userId="c308351cf5a860c7" providerId="LiveId" clId="{FF50A428-8404-43B7-91A5-32EC1E87C1D5}"/>
    <pc:docChg chg="undo redo custSel addSld delSld modSld modMainMaster">
      <pc:chgData name="Osvaldo Luiz Santos Pereira" userId="c308351cf5a860c7" providerId="LiveId" clId="{FF50A428-8404-43B7-91A5-32EC1E87C1D5}" dt="2025-07-20T15:42:35.995" v="8896" actId="14100"/>
      <pc:docMkLst>
        <pc:docMk/>
      </pc:docMkLst>
      <pc:sldChg chg="addSp delSp modSp mod modTransition modAnim">
        <pc:chgData name="Osvaldo Luiz Santos Pereira" userId="c308351cf5a860c7" providerId="LiveId" clId="{FF50A428-8404-43B7-91A5-32EC1E87C1D5}" dt="2025-07-20T00:25:37.540" v="8635"/>
        <pc:sldMkLst>
          <pc:docMk/>
          <pc:sldMk cId="0" sldId="256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5:59.025" v="8669"/>
        <pc:sldMkLst>
          <pc:docMk/>
          <pc:sldMk cId="0" sldId="257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6:16.908" v="8708"/>
        <pc:sldMkLst>
          <pc:docMk/>
          <pc:sldMk cId="0" sldId="258"/>
        </pc:sldMkLst>
      </pc:sldChg>
      <pc:sldChg chg="modSp mod modTransition">
        <pc:chgData name="Osvaldo Luiz Santos Pereira" userId="c308351cf5a860c7" providerId="LiveId" clId="{FF50A428-8404-43B7-91A5-32EC1E87C1D5}" dt="2025-07-20T00:28:02.381" v="8825"/>
        <pc:sldMkLst>
          <pc:docMk/>
          <pc:sldMk cId="0" sldId="259"/>
        </pc:sldMkLst>
      </pc:sldChg>
      <pc:sldChg chg="modSp mod modTransition">
        <pc:chgData name="Osvaldo Luiz Santos Pereira" userId="c308351cf5a860c7" providerId="LiveId" clId="{FF50A428-8404-43B7-91A5-32EC1E87C1D5}" dt="2025-07-20T00:28:38.093" v="8855"/>
        <pc:sldMkLst>
          <pc:docMk/>
          <pc:sldMk cId="0" sldId="260"/>
        </pc:sldMkLst>
      </pc:sldChg>
      <pc:sldChg chg="addSp delSp modSp mod modTransition">
        <pc:chgData name="Osvaldo Luiz Santos Pereira" userId="c308351cf5a860c7" providerId="LiveId" clId="{FF50A428-8404-43B7-91A5-32EC1E87C1D5}" dt="2025-07-20T15:42:35.995" v="8896" actId="14100"/>
        <pc:sldMkLst>
          <pc:docMk/>
          <pc:sldMk cId="0" sldId="261"/>
        </pc:sldMkLst>
      </pc:sldChg>
      <pc:sldChg chg="addSp delSp modSp new mod modTransition">
        <pc:chgData name="Osvaldo Luiz Santos Pereira" userId="c308351cf5a860c7" providerId="LiveId" clId="{FF50A428-8404-43B7-91A5-32EC1E87C1D5}" dt="2025-07-20T00:26:59.142" v="8744"/>
        <pc:sldMkLst>
          <pc:docMk/>
          <pc:sldMk cId="770525427" sldId="262"/>
        </pc:sldMkLst>
      </pc:sldChg>
      <pc:sldChg chg="addSp delSp new add del">
        <pc:chgData name="Osvaldo Luiz Santos Pereira" userId="c308351cf5a860c7" providerId="LiveId" clId="{FF50A428-8404-43B7-91A5-32EC1E87C1D5}" dt="2025-07-15T21:28:30.426" v="24" actId="47"/>
        <pc:sldMkLst>
          <pc:docMk/>
          <pc:sldMk cId="4166882959" sldId="262"/>
        </pc:sldMkLst>
      </pc:sldChg>
      <pc:sldChg chg="addSp delSp modSp add mod modTransition">
        <pc:chgData name="Osvaldo Luiz Santos Pereira" userId="c308351cf5a860c7" providerId="LiveId" clId="{FF50A428-8404-43B7-91A5-32EC1E87C1D5}" dt="2025-07-20T00:27:13.961" v="8784"/>
        <pc:sldMkLst>
          <pc:docMk/>
          <pc:sldMk cId="35454892" sldId="263"/>
        </pc:sldMkLst>
      </pc:sld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0" sldId="2147483648"/>
        </pc:sldMasterMkLst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5"/>
          </pc:sldLayoutMkLst>
        </pc:sldLayoutChg>
      </pc:sldMaster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797814860" sldId="2147483656"/>
        </pc:sldMasterMkLst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12815338" sldId="2147483668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82889915" sldId="2147483669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2300151282" sldId="2147483670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96598828" sldId="2147483671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647623555" sldId="2147483672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014888570" sldId="2147483673"/>
          </pc:sldLayoutMkLst>
        </pc:sldLayoutChg>
      </pc:sldMasterChg>
    </pc:docChg>
  </pc:docChgLst>
  <pc:docChgLst>
    <pc:chgData name="Osvaldo Luiz Santos Pereira" userId="c308351cf5a860c7" providerId="LiveId" clId="{25679594-D7BD-491F-8AB7-AB729C1B641A}"/>
    <pc:docChg chg="undo custSel addSld delSld modSld">
      <pc:chgData name="Osvaldo Luiz Santos Pereira" userId="c308351cf5a860c7" providerId="LiveId" clId="{25679594-D7BD-491F-8AB7-AB729C1B641A}" dt="2025-07-20T22:20:35.642" v="46" actId="20577"/>
      <pc:docMkLst>
        <pc:docMk/>
      </pc:docMkLst>
      <pc:sldChg chg="delSp modSp add del mod">
        <pc:chgData name="Osvaldo Luiz Santos Pereira" userId="c308351cf5a860c7" providerId="LiveId" clId="{25679594-D7BD-491F-8AB7-AB729C1B641A}" dt="2025-07-20T22:20:35.642" v="46" actId="20577"/>
        <pc:sldMkLst>
          <pc:docMk/>
          <pc:sldMk cId="0" sldId="256"/>
        </pc:sldMkLst>
      </pc:sldChg>
      <pc:sldChg chg="del">
        <pc:chgData name="Osvaldo Luiz Santos Pereira" userId="c308351cf5a860c7" providerId="LiveId" clId="{25679594-D7BD-491F-8AB7-AB729C1B641A}" dt="2025-07-20T22:19:44.895" v="0" actId="47"/>
        <pc:sldMkLst>
          <pc:docMk/>
          <pc:sldMk cId="0" sldId="257"/>
        </pc:sldMkLst>
      </pc:sldChg>
      <pc:sldChg chg="del">
        <pc:chgData name="Osvaldo Luiz Santos Pereira" userId="c308351cf5a860c7" providerId="LiveId" clId="{25679594-D7BD-491F-8AB7-AB729C1B641A}" dt="2025-07-20T22:19:45.641" v="1" actId="47"/>
        <pc:sldMkLst>
          <pc:docMk/>
          <pc:sldMk cId="0" sldId="258"/>
        </pc:sldMkLst>
      </pc:sldChg>
      <pc:sldChg chg="del">
        <pc:chgData name="Osvaldo Luiz Santos Pereira" userId="c308351cf5a860c7" providerId="LiveId" clId="{25679594-D7BD-491F-8AB7-AB729C1B641A}" dt="2025-07-20T22:19:46.019" v="4" actId="47"/>
        <pc:sldMkLst>
          <pc:docMk/>
          <pc:sldMk cId="0" sldId="259"/>
        </pc:sldMkLst>
      </pc:sldChg>
      <pc:sldChg chg="del">
        <pc:chgData name="Osvaldo Luiz Santos Pereira" userId="c308351cf5a860c7" providerId="LiveId" clId="{25679594-D7BD-491F-8AB7-AB729C1B641A}" dt="2025-07-20T22:19:46.159" v="5" actId="47"/>
        <pc:sldMkLst>
          <pc:docMk/>
          <pc:sldMk cId="0" sldId="260"/>
        </pc:sldMkLst>
      </pc:sldChg>
      <pc:sldChg chg="del">
        <pc:chgData name="Osvaldo Luiz Santos Pereira" userId="c308351cf5a860c7" providerId="LiveId" clId="{25679594-D7BD-491F-8AB7-AB729C1B641A}" dt="2025-07-20T22:19:46.280" v="6" actId="47"/>
        <pc:sldMkLst>
          <pc:docMk/>
          <pc:sldMk cId="0" sldId="261"/>
        </pc:sldMkLst>
      </pc:sldChg>
      <pc:sldChg chg="del">
        <pc:chgData name="Osvaldo Luiz Santos Pereira" userId="c308351cf5a860c7" providerId="LiveId" clId="{25679594-D7BD-491F-8AB7-AB729C1B641A}" dt="2025-07-20T22:19:45.754" v="2" actId="47"/>
        <pc:sldMkLst>
          <pc:docMk/>
          <pc:sldMk cId="770525427" sldId="262"/>
        </pc:sldMkLst>
      </pc:sldChg>
      <pc:sldChg chg="del">
        <pc:chgData name="Osvaldo Luiz Santos Pereira" userId="c308351cf5a860c7" providerId="LiveId" clId="{25679594-D7BD-491F-8AB7-AB729C1B641A}" dt="2025-07-20T22:19:45.938" v="3" actId="47"/>
        <pc:sldMkLst>
          <pc:docMk/>
          <pc:sldMk cId="35454892" sldId="263"/>
        </pc:sldMkLst>
      </pc:sldChg>
      <pc:sldMasterChg chg="addSldLayout delSldLayout">
        <pc:chgData name="Osvaldo Luiz Santos Pereira" userId="c308351cf5a860c7" providerId="LiveId" clId="{25679594-D7BD-491F-8AB7-AB729C1B641A}" dt="2025-07-20T22:19:47.257" v="8" actId="47"/>
        <pc:sldMasterMkLst>
          <pc:docMk/>
          <pc:sldMasterMk cId="1831813391" sldId="2147483656"/>
        </pc:sldMasterMkLst>
        <pc:sldLayoutChg chg="add del">
          <pc:chgData name="Osvaldo Luiz Santos Pereira" userId="c308351cf5a860c7" providerId="LiveId" clId="{25679594-D7BD-491F-8AB7-AB729C1B641A}" dt="2025-07-20T22:19:47.257" v="8" actId="47"/>
          <pc:sldLayoutMkLst>
            <pc:docMk/>
            <pc:sldMasterMk cId="1831813391" sldId="2147483656"/>
            <pc:sldLayoutMk cId="3063225688" sldId="2147483668"/>
          </pc:sldLayoutMkLst>
        </pc:sldLayoutChg>
        <pc:sldLayoutChg chg="del">
          <pc:chgData name="Osvaldo Luiz Santos Pereira" userId="c308351cf5a860c7" providerId="LiveId" clId="{25679594-D7BD-491F-8AB7-AB729C1B641A}" dt="2025-07-20T22:19:44.895" v="0" actId="47"/>
          <pc:sldLayoutMkLst>
            <pc:docMk/>
            <pc:sldMasterMk cId="1831813391" sldId="2147483656"/>
            <pc:sldLayoutMk cId="3015824448" sldId="2147483669"/>
          </pc:sldLayoutMkLst>
        </pc:sldLayoutChg>
        <pc:sldLayoutChg chg="del">
          <pc:chgData name="Osvaldo Luiz Santos Pereira" userId="c308351cf5a860c7" providerId="LiveId" clId="{25679594-D7BD-491F-8AB7-AB729C1B641A}" dt="2025-07-20T22:19:45.938" v="3" actId="47"/>
          <pc:sldLayoutMkLst>
            <pc:docMk/>
            <pc:sldMasterMk cId="1831813391" sldId="2147483656"/>
            <pc:sldLayoutMk cId="3379518103" sldId="2147483670"/>
          </pc:sldLayoutMkLst>
        </pc:sldLayoutChg>
        <pc:sldLayoutChg chg="del">
          <pc:chgData name="Osvaldo Luiz Santos Pereira" userId="c308351cf5a860c7" providerId="LiveId" clId="{25679594-D7BD-491F-8AB7-AB729C1B641A}" dt="2025-07-20T22:19:46.019" v="4" actId="47"/>
          <pc:sldLayoutMkLst>
            <pc:docMk/>
            <pc:sldMasterMk cId="1831813391" sldId="2147483656"/>
            <pc:sldLayoutMk cId="2517824387" sldId="2147483671"/>
          </pc:sldLayoutMkLst>
        </pc:sldLayoutChg>
        <pc:sldLayoutChg chg="del">
          <pc:chgData name="Osvaldo Luiz Santos Pereira" userId="c308351cf5a860c7" providerId="LiveId" clId="{25679594-D7BD-491F-8AB7-AB729C1B641A}" dt="2025-07-20T22:19:46.159" v="5" actId="47"/>
          <pc:sldLayoutMkLst>
            <pc:docMk/>
            <pc:sldMasterMk cId="1831813391" sldId="2147483656"/>
            <pc:sldLayoutMk cId="2670046631" sldId="2147483672"/>
          </pc:sldLayoutMkLst>
        </pc:sldLayoutChg>
        <pc:sldLayoutChg chg="del">
          <pc:chgData name="Osvaldo Luiz Santos Pereira" userId="c308351cf5a860c7" providerId="LiveId" clId="{25679594-D7BD-491F-8AB7-AB729C1B641A}" dt="2025-07-20T22:19:46.280" v="6" actId="47"/>
          <pc:sldLayoutMkLst>
            <pc:docMk/>
            <pc:sldMasterMk cId="1831813391" sldId="2147483656"/>
            <pc:sldLayoutMk cId="1893514841" sldId="2147483673"/>
          </pc:sldLayoutMkLst>
        </pc:sldLayoutChg>
      </pc:sldMasterChg>
    </pc:docChg>
  </pc:docChgLst>
  <pc:docChgLst>
    <pc:chgData name="Osvaldo Luiz Santos Pereira" userId="c308351cf5a860c7" providerId="LiveId" clId="{30D4B243-E56E-4CD9-9C49-7B140616515F}"/>
    <pc:docChg chg="undo redo custSel addSld delSld modSld sldOrd">
      <pc:chgData name="Osvaldo Luiz Santos Pereira" userId="c308351cf5a860c7" providerId="LiveId" clId="{30D4B243-E56E-4CD9-9C49-7B140616515F}" dt="2025-10-04T16:10:59.877" v="3710"/>
      <pc:docMkLst>
        <pc:docMk/>
      </pc:docMkLst>
      <pc:sldChg chg="delSp modSp del mod">
        <pc:chgData name="Osvaldo Luiz Santos Pereira" userId="c308351cf5a860c7" providerId="LiveId" clId="{30D4B243-E56E-4CD9-9C49-7B140616515F}" dt="2025-09-16T23:59:18.181" v="776" actId="47"/>
        <pc:sldMkLst>
          <pc:docMk/>
          <pc:sldMk cId="3067423610" sldId="258"/>
        </pc:sldMkLst>
      </pc:sldChg>
      <pc:sldChg chg="addSp delSp modSp del mod modTransition">
        <pc:chgData name="Osvaldo Luiz Santos Pereira" userId="c308351cf5a860c7" providerId="LiveId" clId="{30D4B243-E56E-4CD9-9C49-7B140616515F}" dt="2025-09-24T01:32:39.010" v="1593" actId="47"/>
        <pc:sldMkLst>
          <pc:docMk/>
          <pc:sldMk cId="916029383" sldId="259"/>
        </pc:sldMkLst>
      </pc:sldChg>
      <pc:sldChg chg="delSp modSp del mod modTransition">
        <pc:chgData name="Osvaldo Luiz Santos Pereira" userId="c308351cf5a860c7" providerId="LiveId" clId="{30D4B243-E56E-4CD9-9C49-7B140616515F}" dt="2025-09-24T01:32:37.425" v="1590" actId="47"/>
        <pc:sldMkLst>
          <pc:docMk/>
          <pc:sldMk cId="3070961284" sldId="261"/>
        </pc:sldMkLst>
      </pc:sldChg>
      <pc:sldChg chg="delSp modSp del mod modTransition">
        <pc:chgData name="Osvaldo Luiz Santos Pereira" userId="c308351cf5a860c7" providerId="LiveId" clId="{30D4B243-E56E-4CD9-9C49-7B140616515F}" dt="2025-09-24T01:32:38.675" v="1591" actId="47"/>
        <pc:sldMkLst>
          <pc:docMk/>
          <pc:sldMk cId="662823859" sldId="262"/>
        </pc:sldMkLst>
      </pc:sldChg>
      <pc:sldChg chg="del">
        <pc:chgData name="Osvaldo Luiz Santos Pereira" userId="c308351cf5a860c7" providerId="LiveId" clId="{30D4B243-E56E-4CD9-9C49-7B140616515F}" dt="2025-09-19T18:28:28.348" v="1096" actId="47"/>
        <pc:sldMkLst>
          <pc:docMk/>
          <pc:sldMk cId="507282837" sldId="263"/>
        </pc:sldMkLst>
      </pc:sldChg>
      <pc:sldChg chg="addSp delSp modSp del mod modTransition">
        <pc:chgData name="Osvaldo Luiz Santos Pereira" userId="c308351cf5a860c7" providerId="LiveId" clId="{30D4B243-E56E-4CD9-9C49-7B140616515F}" dt="2025-09-24T01:32:43.861" v="1609" actId="47"/>
        <pc:sldMkLst>
          <pc:docMk/>
          <pc:sldMk cId="2247708559" sldId="264"/>
        </pc:sldMkLst>
      </pc:sldChg>
      <pc:sldChg chg="addSp delSp modSp del mod">
        <pc:chgData name="Osvaldo Luiz Santos Pereira" userId="c308351cf5a860c7" providerId="LiveId" clId="{30D4B243-E56E-4CD9-9C49-7B140616515F}" dt="2025-09-16T23:03:16.790" v="679" actId="47"/>
        <pc:sldMkLst>
          <pc:docMk/>
          <pc:sldMk cId="4211106752" sldId="265"/>
        </pc:sldMkLst>
      </pc:sldChg>
      <pc:sldChg chg="delSp del mod">
        <pc:chgData name="Osvaldo Luiz Santos Pereira" userId="c308351cf5a860c7" providerId="LiveId" clId="{30D4B243-E56E-4CD9-9C49-7B140616515F}" dt="2025-09-16T23:33:18.966" v="770" actId="47"/>
        <pc:sldMkLst>
          <pc:docMk/>
          <pc:sldMk cId="925325881" sldId="266"/>
        </pc:sldMkLst>
      </pc:sldChg>
      <pc:sldChg chg="delSp del mod modTransition">
        <pc:chgData name="Osvaldo Luiz Santos Pereira" userId="c308351cf5a860c7" providerId="LiveId" clId="{30D4B243-E56E-4CD9-9C49-7B140616515F}" dt="2025-09-24T01:32:39.336" v="1595" actId="47"/>
        <pc:sldMkLst>
          <pc:docMk/>
          <pc:sldMk cId="1289244108" sldId="267"/>
        </pc:sldMkLst>
      </pc:sldChg>
      <pc:sldChg chg="addSp delSp modSp del mod modTransition">
        <pc:chgData name="Osvaldo Luiz Santos Pereira" userId="c308351cf5a860c7" providerId="LiveId" clId="{30D4B243-E56E-4CD9-9C49-7B140616515F}" dt="2025-09-24T01:32:39.698" v="1597" actId="47"/>
        <pc:sldMkLst>
          <pc:docMk/>
          <pc:sldMk cId="89530914" sldId="268"/>
        </pc:sldMkLst>
      </pc:sldChg>
      <pc:sldChg chg="addSp delSp modSp del mod">
        <pc:chgData name="Osvaldo Luiz Santos Pereira" userId="c308351cf5a860c7" providerId="LiveId" clId="{30D4B243-E56E-4CD9-9C49-7B140616515F}" dt="2025-09-16T22:58:43.698" v="609" actId="47"/>
        <pc:sldMkLst>
          <pc:docMk/>
          <pc:sldMk cId="3879095415" sldId="269"/>
        </pc:sldMkLst>
      </pc:sldChg>
      <pc:sldChg chg="addSp delSp modSp del mod">
        <pc:chgData name="Osvaldo Luiz Santos Pereira" userId="c308351cf5a860c7" providerId="LiveId" clId="{30D4B243-E56E-4CD9-9C49-7B140616515F}" dt="2025-09-19T17:58:46.699" v="1074" actId="47"/>
        <pc:sldMkLst>
          <pc:docMk/>
          <pc:sldMk cId="32095444" sldId="270"/>
        </pc:sldMkLst>
      </pc:sldChg>
      <pc:sldChg chg="add del">
        <pc:chgData name="Osvaldo Luiz Santos Pereira" userId="c308351cf5a860c7" providerId="LiveId" clId="{30D4B243-E56E-4CD9-9C49-7B140616515F}" dt="2025-09-16T23:26:18.831" v="761" actId="47"/>
        <pc:sldMkLst>
          <pc:docMk/>
          <pc:sldMk cId="3795408482" sldId="271"/>
        </pc:sldMkLst>
      </pc:sldChg>
      <pc:sldChg chg="del">
        <pc:chgData name="Osvaldo Luiz Santos Pereira" userId="c308351cf5a860c7" providerId="LiveId" clId="{30D4B243-E56E-4CD9-9C49-7B140616515F}" dt="2025-09-16T23:26:19.217" v="762" actId="47"/>
        <pc:sldMkLst>
          <pc:docMk/>
          <pc:sldMk cId="1342036027" sldId="272"/>
        </pc:sldMkLst>
      </pc:sldChg>
      <pc:sldChg chg="del">
        <pc:chgData name="Osvaldo Luiz Santos Pereira" userId="c308351cf5a860c7" providerId="LiveId" clId="{30D4B243-E56E-4CD9-9C49-7B140616515F}" dt="2025-09-16T23:26:19.518" v="763" actId="47"/>
        <pc:sldMkLst>
          <pc:docMk/>
          <pc:sldMk cId="3217380307" sldId="273"/>
        </pc:sldMkLst>
      </pc:sldChg>
      <pc:sldChg chg="del">
        <pc:chgData name="Osvaldo Luiz Santos Pereira" userId="c308351cf5a860c7" providerId="LiveId" clId="{30D4B243-E56E-4CD9-9C49-7B140616515F}" dt="2025-09-16T23:26:19.882" v="764" actId="47"/>
        <pc:sldMkLst>
          <pc:docMk/>
          <pc:sldMk cId="2783137623" sldId="274"/>
        </pc:sldMkLst>
      </pc:sldChg>
      <pc:sldChg chg="addSp delSp modSp del mod ord modTransition">
        <pc:chgData name="Osvaldo Luiz Santos Pereira" userId="c308351cf5a860c7" providerId="LiveId" clId="{30D4B243-E56E-4CD9-9C49-7B140616515F}" dt="2025-10-03T21:08:46.249" v="3396" actId="47"/>
        <pc:sldMkLst>
          <pc:docMk/>
          <pc:sldMk cId="2426334548" sldId="275"/>
        </pc:sldMkLst>
        <pc:spChg chg="add mod">
          <ac:chgData name="Osvaldo Luiz Santos Pereira" userId="c308351cf5a860c7" providerId="LiveId" clId="{30D4B243-E56E-4CD9-9C49-7B140616515F}" dt="2025-10-03T20:18:04.045" v="3042" actId="14100"/>
          <ac:spMkLst>
            <pc:docMk/>
            <pc:sldMk cId="2426334548" sldId="275"/>
            <ac:spMk id="2" creationId="{30D8BDE2-AEBD-AC1A-015E-7592EF7F0D39}"/>
          </ac:spMkLst>
        </pc:spChg>
        <pc:spChg chg="add del mod">
          <ac:chgData name="Osvaldo Luiz Santos Pereira" userId="c308351cf5a860c7" providerId="LiveId" clId="{30D4B243-E56E-4CD9-9C49-7B140616515F}" dt="2025-10-03T20:11:46.605" v="2941" actId="478"/>
          <ac:spMkLst>
            <pc:docMk/>
            <pc:sldMk cId="2426334548" sldId="275"/>
            <ac:spMk id="4" creationId="{523814E9-D24A-7AA8-D99F-2CB3B8FCA7C3}"/>
          </ac:spMkLst>
        </pc:spChg>
        <pc:spChg chg="add mod ord">
          <ac:chgData name="Osvaldo Luiz Santos Pereira" userId="c308351cf5a860c7" providerId="LiveId" clId="{30D4B243-E56E-4CD9-9C49-7B140616515F}" dt="2025-10-03T20:19:22.126" v="3070" actId="166"/>
          <ac:spMkLst>
            <pc:docMk/>
            <pc:sldMk cId="2426334548" sldId="275"/>
            <ac:spMk id="7" creationId="{E7A3B145-9327-448C-79C1-5EF741224D08}"/>
          </ac:spMkLst>
        </pc:spChg>
        <pc:spChg chg="add mod ord">
          <ac:chgData name="Osvaldo Luiz Santos Pereira" userId="c308351cf5a860c7" providerId="LiveId" clId="{30D4B243-E56E-4CD9-9C49-7B140616515F}" dt="2025-10-03T20:19:46.977" v="3075" actId="1076"/>
          <ac:spMkLst>
            <pc:docMk/>
            <pc:sldMk cId="2426334548" sldId="275"/>
            <ac:spMk id="8" creationId="{7BD8C9E3-6C2D-C4A6-4CAC-E7FF2903E13A}"/>
          </ac:spMkLst>
        </pc:spChg>
        <pc:spChg chg="add mod ord">
          <ac:chgData name="Osvaldo Luiz Santos Pereira" userId="c308351cf5a860c7" providerId="LiveId" clId="{30D4B243-E56E-4CD9-9C49-7B140616515F}" dt="2025-10-03T20:19:51.120" v="3076" actId="1076"/>
          <ac:spMkLst>
            <pc:docMk/>
            <pc:sldMk cId="2426334548" sldId="275"/>
            <ac:spMk id="10" creationId="{87E0AD52-2FFF-9F9E-E55C-9D97C569DBF8}"/>
          </ac:spMkLst>
        </pc:spChg>
        <pc:spChg chg="add mod ord">
          <ac:chgData name="Osvaldo Luiz Santos Pereira" userId="c308351cf5a860c7" providerId="LiveId" clId="{30D4B243-E56E-4CD9-9C49-7B140616515F}" dt="2025-10-03T20:19:08.875" v="3067" actId="1076"/>
          <ac:spMkLst>
            <pc:docMk/>
            <pc:sldMk cId="2426334548" sldId="275"/>
            <ac:spMk id="11" creationId="{B7E6A3B5-16D2-84CE-895B-F61501A205EB}"/>
          </ac:spMkLst>
        </pc:spChg>
        <pc:spChg chg="add mod">
          <ac:chgData name="Osvaldo Luiz Santos Pereira" userId="c308351cf5a860c7" providerId="LiveId" clId="{30D4B243-E56E-4CD9-9C49-7B140616515F}" dt="2025-10-03T20:18:23.717" v="3050" actId="1038"/>
          <ac:spMkLst>
            <pc:docMk/>
            <pc:sldMk cId="2426334548" sldId="275"/>
            <ac:spMk id="12" creationId="{80028C7D-956E-0B95-83CD-8AED607226EE}"/>
          </ac:spMkLst>
        </pc:spChg>
        <pc:spChg chg="add mod">
          <ac:chgData name="Osvaldo Luiz Santos Pereira" userId="c308351cf5a860c7" providerId="LiveId" clId="{30D4B243-E56E-4CD9-9C49-7B140616515F}" dt="2025-10-03T20:18:34.291" v="3051" actId="1076"/>
          <ac:spMkLst>
            <pc:docMk/>
            <pc:sldMk cId="2426334548" sldId="275"/>
            <ac:spMk id="13" creationId="{DF86DF77-27CD-AC46-9B1D-81B443B28AB4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15" creationId="{A00CC67E-485F-80A8-D3C8-13298EA6DEF5}"/>
          </ac:spMkLst>
        </pc:spChg>
        <pc:spChg chg="add mod">
          <ac:chgData name="Osvaldo Luiz Santos Pereira" userId="c308351cf5a860c7" providerId="LiveId" clId="{30D4B243-E56E-4CD9-9C49-7B140616515F}" dt="2025-10-03T20:18:54.953" v="3064" actId="1038"/>
          <ac:spMkLst>
            <pc:docMk/>
            <pc:sldMk cId="2426334548" sldId="275"/>
            <ac:spMk id="16" creationId="{00577919-9C7F-A50F-56E7-812BDFCDA57B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19" creationId="{D10F2858-20E2-0A7A-B4B0-7BBC068E06AB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20" creationId="{210625D2-E14B-57F0-ED8B-B7C6A6B08FE4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21" creationId="{BEBCB683-E57E-F5FA-8C9C-BE039C6E43D1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23" creationId="{96A736CD-1A30-9E7A-A9B7-DEA071CFC09E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24" creationId="{4CDC55CA-97C7-34A9-A2F0-89FA5AA90E4E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25" creationId="{CE3723C9-F05D-843A-3956-4D1C451C4587}"/>
          </ac:spMkLst>
        </pc:spChg>
        <pc:spChg chg="add mod">
          <ac:chgData name="Osvaldo Luiz Santos Pereira" userId="c308351cf5a860c7" providerId="LiveId" clId="{30D4B243-E56E-4CD9-9C49-7B140616515F}" dt="2025-10-03T20:20:36.109" v="3087" actId="1037"/>
          <ac:spMkLst>
            <pc:docMk/>
            <pc:sldMk cId="2426334548" sldId="275"/>
            <ac:spMk id="26" creationId="{739A3216-F3B9-2E72-C69B-B32E9A9058F1}"/>
          </ac:spMkLst>
        </pc:spChg>
        <pc:spChg chg="add mod">
          <ac:chgData name="Osvaldo Luiz Santos Pereira" userId="c308351cf5a860c7" providerId="LiveId" clId="{30D4B243-E56E-4CD9-9C49-7B140616515F}" dt="2025-10-03T20:19:16.322" v="3069" actId="571"/>
          <ac:spMkLst>
            <pc:docMk/>
            <pc:sldMk cId="2426334548" sldId="275"/>
            <ac:spMk id="27" creationId="{CC84DEFB-9D62-B5B8-F691-FC8D55455AE8}"/>
          </ac:spMkLst>
        </pc:spChg>
        <pc:spChg chg="add mod">
          <ac:chgData name="Osvaldo Luiz Santos Pereira" userId="c308351cf5a860c7" providerId="LiveId" clId="{30D4B243-E56E-4CD9-9C49-7B140616515F}" dt="2025-10-03T20:19:30.819" v="3072" actId="571"/>
          <ac:spMkLst>
            <pc:docMk/>
            <pc:sldMk cId="2426334548" sldId="275"/>
            <ac:spMk id="28" creationId="{B13B65FE-B4C8-8091-09DB-D9FA73FB41C5}"/>
          </ac:spMkLst>
        </pc:spChg>
        <pc:spChg chg="add mod">
          <ac:chgData name="Osvaldo Luiz Santos Pereira" userId="c308351cf5a860c7" providerId="LiveId" clId="{30D4B243-E56E-4CD9-9C49-7B140616515F}" dt="2025-10-03T20:20:35.546" v="3086" actId="571"/>
          <ac:spMkLst>
            <pc:docMk/>
            <pc:sldMk cId="2426334548" sldId="275"/>
            <ac:spMk id="29" creationId="{59885AE8-7A59-676A-86FC-B2C99A6F61D7}"/>
          </ac:spMkLst>
        </pc:spChg>
        <pc:spChg chg="add mod">
          <ac:chgData name="Osvaldo Luiz Santos Pereira" userId="c308351cf5a860c7" providerId="LiveId" clId="{30D4B243-E56E-4CD9-9C49-7B140616515F}" dt="2025-10-03T20:20:35.546" v="3086" actId="571"/>
          <ac:spMkLst>
            <pc:docMk/>
            <pc:sldMk cId="2426334548" sldId="275"/>
            <ac:spMk id="30" creationId="{85ACDCEF-0DFD-33B4-63FB-756E49B78F4F}"/>
          </ac:spMkLst>
        </pc:spChg>
        <pc:spChg chg="add mod">
          <ac:chgData name="Osvaldo Luiz Santos Pereira" userId="c308351cf5a860c7" providerId="LiveId" clId="{30D4B243-E56E-4CD9-9C49-7B140616515F}" dt="2025-10-03T20:20:55.585" v="3095" actId="20577"/>
          <ac:spMkLst>
            <pc:docMk/>
            <pc:sldMk cId="2426334548" sldId="275"/>
            <ac:spMk id="31" creationId="{E1A1C0CD-9581-017E-C1B8-9A319F72356A}"/>
          </ac:spMkLst>
        </pc:spChg>
        <pc:spChg chg="add mod">
          <ac:chgData name="Osvaldo Luiz Santos Pereira" userId="c308351cf5a860c7" providerId="LiveId" clId="{30D4B243-E56E-4CD9-9C49-7B140616515F}" dt="2025-10-03T20:20:59.269" v="3096" actId="571"/>
          <ac:spMkLst>
            <pc:docMk/>
            <pc:sldMk cId="2426334548" sldId="275"/>
            <ac:spMk id="32" creationId="{D2CFBF9C-A6A4-A42E-4D72-48936C808E4F}"/>
          </ac:spMkLst>
        </pc:spChg>
        <pc:spChg chg="add mod">
          <ac:chgData name="Osvaldo Luiz Santos Pereira" userId="c308351cf5a860c7" providerId="LiveId" clId="{30D4B243-E56E-4CD9-9C49-7B140616515F}" dt="2025-10-03T20:26:39.363" v="3162"/>
          <ac:spMkLst>
            <pc:docMk/>
            <pc:sldMk cId="2426334548" sldId="275"/>
            <ac:spMk id="70" creationId="{FE291AA2-941F-7309-AC34-711987D16B62}"/>
          </ac:spMkLst>
        </pc:spChg>
        <pc:spChg chg="add mod">
          <ac:chgData name="Osvaldo Luiz Santos Pereira" userId="c308351cf5a860c7" providerId="LiveId" clId="{30D4B243-E56E-4CD9-9C49-7B140616515F}" dt="2025-10-03T20:26:39.363" v="3162"/>
          <ac:spMkLst>
            <pc:docMk/>
            <pc:sldMk cId="2426334548" sldId="275"/>
            <ac:spMk id="71" creationId="{8D88BC02-E777-81D0-369A-19669E813285}"/>
          </ac:spMkLst>
        </pc:spChg>
        <pc:grpChg chg="add del mod">
          <ac:chgData name="Osvaldo Luiz Santos Pereira" userId="c308351cf5a860c7" providerId="LiveId" clId="{30D4B243-E56E-4CD9-9C49-7B140616515F}" dt="2025-10-03T20:10:28.475" v="2929" actId="478"/>
          <ac:grpSpMkLst>
            <pc:docMk/>
            <pc:sldMk cId="2426334548" sldId="275"/>
            <ac:grpSpMk id="14" creationId="{0947167F-9FDA-C24F-BA81-EE4FD57997AF}"/>
          </ac:grpSpMkLst>
        </pc:grpChg>
        <pc:grpChg chg="add del mod">
          <ac:chgData name="Osvaldo Luiz Santos Pereira" userId="c308351cf5a860c7" providerId="LiveId" clId="{30D4B243-E56E-4CD9-9C49-7B140616515F}" dt="2025-10-03T20:10:28.475" v="2929" actId="478"/>
          <ac:grpSpMkLst>
            <pc:docMk/>
            <pc:sldMk cId="2426334548" sldId="275"/>
            <ac:grpSpMk id="22" creationId="{ACC15986-178A-8352-A726-8D128A8D7516}"/>
          </ac:grpSpMkLst>
        </pc:grpChg>
        <pc:cxnChg chg="add mod">
          <ac:chgData name="Osvaldo Luiz Santos Pereira" userId="c308351cf5a860c7" providerId="LiveId" clId="{30D4B243-E56E-4CD9-9C49-7B140616515F}" dt="2025-10-03T20:10:28.475" v="2929" actId="478"/>
          <ac:cxnSpMkLst>
            <pc:docMk/>
            <pc:sldMk cId="2426334548" sldId="275"/>
            <ac:cxnSpMk id="17" creationId="{7D3CA829-F406-EDD9-FFD1-09052B2DA802}"/>
          </ac:cxnSpMkLst>
        </pc:cxnChg>
        <pc:cxnChg chg="add mod">
          <ac:chgData name="Osvaldo Luiz Santos Pereira" userId="c308351cf5a860c7" providerId="LiveId" clId="{30D4B243-E56E-4CD9-9C49-7B140616515F}" dt="2025-10-03T20:21:44.075" v="3100" actId="1582"/>
          <ac:cxnSpMkLst>
            <pc:docMk/>
            <pc:sldMk cId="2426334548" sldId="275"/>
            <ac:cxnSpMk id="34" creationId="{A300CCF7-F55B-3A4B-4C96-90ADB6C0310D}"/>
          </ac:cxnSpMkLst>
        </pc:cxnChg>
        <pc:cxnChg chg="add mod">
          <ac:chgData name="Osvaldo Luiz Santos Pereira" userId="c308351cf5a860c7" providerId="LiveId" clId="{30D4B243-E56E-4CD9-9C49-7B140616515F}" dt="2025-10-03T20:22:53.115" v="3125" actId="14100"/>
          <ac:cxnSpMkLst>
            <pc:docMk/>
            <pc:sldMk cId="2426334548" sldId="275"/>
            <ac:cxnSpMk id="35" creationId="{C5EC7E20-C040-F830-E49F-E8E9F23739D6}"/>
          </ac:cxnSpMkLst>
        </pc:cxnChg>
        <pc:cxnChg chg="add mod">
          <ac:chgData name="Osvaldo Luiz Santos Pereira" userId="c308351cf5a860c7" providerId="LiveId" clId="{30D4B243-E56E-4CD9-9C49-7B140616515F}" dt="2025-10-03T20:23:03.608" v="3129" actId="14100"/>
          <ac:cxnSpMkLst>
            <pc:docMk/>
            <pc:sldMk cId="2426334548" sldId="275"/>
            <ac:cxnSpMk id="36" creationId="{5B390865-4DD7-2265-07B9-BE9DAFA1CBB9}"/>
          </ac:cxnSpMkLst>
        </pc:cxnChg>
        <pc:cxnChg chg="add mod">
          <ac:chgData name="Osvaldo Luiz Santos Pereira" userId="c308351cf5a860c7" providerId="LiveId" clId="{30D4B243-E56E-4CD9-9C49-7B140616515F}" dt="2025-10-03T20:23:06.372" v="3130" actId="14100"/>
          <ac:cxnSpMkLst>
            <pc:docMk/>
            <pc:sldMk cId="2426334548" sldId="275"/>
            <ac:cxnSpMk id="37" creationId="{2276989B-A1CE-D41E-2482-D7F72D949E39}"/>
          </ac:cxnSpMkLst>
        </pc:cxnChg>
        <pc:cxnChg chg="add mod">
          <ac:chgData name="Osvaldo Luiz Santos Pereira" userId="c308351cf5a860c7" providerId="LiveId" clId="{30D4B243-E56E-4CD9-9C49-7B140616515F}" dt="2025-10-03T20:23:09.668" v="3131" actId="14100"/>
          <ac:cxnSpMkLst>
            <pc:docMk/>
            <pc:sldMk cId="2426334548" sldId="275"/>
            <ac:cxnSpMk id="38" creationId="{B597214F-D07E-34ED-0386-2578A1527EB5}"/>
          </ac:cxnSpMkLst>
        </pc:cxnChg>
        <pc:cxnChg chg="add mod">
          <ac:chgData name="Osvaldo Luiz Santos Pereira" userId="c308351cf5a860c7" providerId="LiveId" clId="{30D4B243-E56E-4CD9-9C49-7B140616515F}" dt="2025-10-03T20:22:37.647" v="3120" actId="14100"/>
          <ac:cxnSpMkLst>
            <pc:docMk/>
            <pc:sldMk cId="2426334548" sldId="275"/>
            <ac:cxnSpMk id="39" creationId="{9A60839E-460E-F12B-68DC-D8AD58997D54}"/>
          </ac:cxnSpMkLst>
        </pc:cxnChg>
        <pc:cxnChg chg="add mod">
          <ac:chgData name="Osvaldo Luiz Santos Pereira" userId="c308351cf5a860c7" providerId="LiveId" clId="{30D4B243-E56E-4CD9-9C49-7B140616515F}" dt="2025-10-03T20:22:03.653" v="3107" actId="571"/>
          <ac:cxnSpMkLst>
            <pc:docMk/>
            <pc:sldMk cId="2426334548" sldId="275"/>
            <ac:cxnSpMk id="40" creationId="{985C438B-DDDB-3A64-BE69-4AD0496CF1C9}"/>
          </ac:cxnSpMkLst>
        </pc:cxnChg>
        <pc:cxnChg chg="add mod">
          <ac:chgData name="Osvaldo Luiz Santos Pereira" userId="c308351cf5a860c7" providerId="LiveId" clId="{30D4B243-E56E-4CD9-9C49-7B140616515F}" dt="2025-10-03T20:22:03.653" v="3107" actId="571"/>
          <ac:cxnSpMkLst>
            <pc:docMk/>
            <pc:sldMk cId="2426334548" sldId="275"/>
            <ac:cxnSpMk id="41" creationId="{360ABA69-007F-67DA-E84A-DB06B0A0CF2D}"/>
          </ac:cxnSpMkLst>
        </pc:cxnChg>
        <pc:cxnChg chg="add mod">
          <ac:chgData name="Osvaldo Luiz Santos Pereira" userId="c308351cf5a860c7" providerId="LiveId" clId="{30D4B243-E56E-4CD9-9C49-7B140616515F}" dt="2025-10-03T20:23:00.571" v="3128" actId="14100"/>
          <ac:cxnSpMkLst>
            <pc:docMk/>
            <pc:sldMk cId="2426334548" sldId="275"/>
            <ac:cxnSpMk id="42" creationId="{72D1894C-3433-4E93-7F5E-31D4A35BB85D}"/>
          </ac:cxnSpMkLst>
        </pc:cxnChg>
        <pc:cxnChg chg="add mod">
          <ac:chgData name="Osvaldo Luiz Santos Pereira" userId="c308351cf5a860c7" providerId="LiveId" clId="{30D4B243-E56E-4CD9-9C49-7B140616515F}" dt="2025-10-03T20:23:12.971" v="3132" actId="14100"/>
          <ac:cxnSpMkLst>
            <pc:docMk/>
            <pc:sldMk cId="2426334548" sldId="275"/>
            <ac:cxnSpMk id="43" creationId="{C2E24C28-F306-FA52-A671-464B8092DB8F}"/>
          </ac:cxnSpMkLst>
        </pc:cxnChg>
        <pc:cxnChg chg="add mod">
          <ac:chgData name="Osvaldo Luiz Santos Pereira" userId="c308351cf5a860c7" providerId="LiveId" clId="{30D4B243-E56E-4CD9-9C49-7B140616515F}" dt="2025-10-03T20:23:21.338" v="3134" actId="14100"/>
          <ac:cxnSpMkLst>
            <pc:docMk/>
            <pc:sldMk cId="2426334548" sldId="275"/>
            <ac:cxnSpMk id="44" creationId="{D07F5927-10CA-D93E-5532-55D8271B6B96}"/>
          </ac:cxnSpMkLst>
        </pc:cxnChg>
        <pc:cxnChg chg="add mod">
          <ac:chgData name="Osvaldo Luiz Santos Pereira" userId="c308351cf5a860c7" providerId="LiveId" clId="{30D4B243-E56E-4CD9-9C49-7B140616515F}" dt="2025-10-03T20:23:26.323" v="3136" actId="14100"/>
          <ac:cxnSpMkLst>
            <pc:docMk/>
            <pc:sldMk cId="2426334548" sldId="275"/>
            <ac:cxnSpMk id="45" creationId="{57036678-52D4-97DE-816D-562126D98EBA}"/>
          </ac:cxnSpMkLst>
        </pc:cxnChg>
        <pc:cxnChg chg="add mod">
          <ac:chgData name="Osvaldo Luiz Santos Pereira" userId="c308351cf5a860c7" providerId="LiveId" clId="{30D4B243-E56E-4CD9-9C49-7B140616515F}" dt="2025-10-03T20:22:30.625" v="3118" actId="14100"/>
          <ac:cxnSpMkLst>
            <pc:docMk/>
            <pc:sldMk cId="2426334548" sldId="275"/>
            <ac:cxnSpMk id="46" creationId="{03990E46-D00B-70A1-5E44-994F42608460}"/>
          </ac:cxnSpMkLst>
        </pc:cxnChg>
        <pc:cxnChg chg="add mod">
          <ac:chgData name="Osvaldo Luiz Santos Pereira" userId="c308351cf5a860c7" providerId="LiveId" clId="{30D4B243-E56E-4CD9-9C49-7B140616515F}" dt="2025-10-03T20:22:25.849" v="3116" actId="14100"/>
          <ac:cxnSpMkLst>
            <pc:docMk/>
            <pc:sldMk cId="2426334548" sldId="275"/>
            <ac:cxnSpMk id="47" creationId="{3363D383-B6C7-080C-4A93-A200E688A63E}"/>
          </ac:cxnSpMkLst>
        </pc:cxnChg>
      </pc:sldChg>
      <pc:sldChg chg="del">
        <pc:chgData name="Osvaldo Luiz Santos Pereira" userId="c308351cf5a860c7" providerId="LiveId" clId="{30D4B243-E56E-4CD9-9C49-7B140616515F}" dt="2025-09-24T01:32:38.840" v="1592" actId="47"/>
        <pc:sldMkLst>
          <pc:docMk/>
          <pc:sldMk cId="540946614" sldId="276"/>
        </pc:sldMkLst>
      </pc:sldChg>
      <pc:sldChg chg="addSp modSp add del mod modTransition">
        <pc:chgData name="Osvaldo Luiz Santos Pereira" userId="c308351cf5a860c7" providerId="LiveId" clId="{30D4B243-E56E-4CD9-9C49-7B140616515F}" dt="2025-10-03T20:10:23.575" v="2928" actId="47"/>
        <pc:sldMkLst>
          <pc:docMk/>
          <pc:sldMk cId="3590455094" sldId="276"/>
        </pc:sldMkLst>
      </pc:sldChg>
      <pc:sldChg chg="del">
        <pc:chgData name="Osvaldo Luiz Santos Pereira" userId="c308351cf5a860c7" providerId="LiveId" clId="{30D4B243-E56E-4CD9-9C49-7B140616515F}" dt="2025-09-16T23:26:20.440" v="765" actId="47"/>
        <pc:sldMkLst>
          <pc:docMk/>
          <pc:sldMk cId="3886539619" sldId="277"/>
        </pc:sldMkLst>
      </pc:sldChg>
      <pc:sldChg chg="add del ord">
        <pc:chgData name="Osvaldo Luiz Santos Pereira" userId="c308351cf5a860c7" providerId="LiveId" clId="{30D4B243-E56E-4CD9-9C49-7B140616515F}" dt="2025-10-03T20:10:23.034" v="2927" actId="47"/>
        <pc:sldMkLst>
          <pc:docMk/>
          <pc:sldMk cId="4239516863" sldId="277"/>
        </pc:sldMkLst>
      </pc:sldChg>
      <pc:sldChg chg="del">
        <pc:chgData name="Osvaldo Luiz Santos Pereira" userId="c308351cf5a860c7" providerId="LiveId" clId="{30D4B243-E56E-4CD9-9C49-7B140616515F}" dt="2025-09-24T01:32:39.173" v="1594" actId="47"/>
        <pc:sldMkLst>
          <pc:docMk/>
          <pc:sldMk cId="1467288226" sldId="278"/>
        </pc:sldMkLst>
      </pc:sldChg>
      <pc:sldChg chg="addSp delSp modSp add del mod modTransition">
        <pc:chgData name="Osvaldo Luiz Santos Pereira" userId="c308351cf5a860c7" providerId="LiveId" clId="{30D4B243-E56E-4CD9-9C49-7B140616515F}" dt="2025-10-03T20:10:20.338" v="2916" actId="47"/>
        <pc:sldMkLst>
          <pc:docMk/>
          <pc:sldMk cId="2256622995" sldId="278"/>
        </pc:sldMkLst>
      </pc:sldChg>
      <pc:sldChg chg="addSp modSp add del mod modTransition">
        <pc:chgData name="Osvaldo Luiz Santos Pereira" userId="c308351cf5a860c7" providerId="LiveId" clId="{30D4B243-E56E-4CD9-9C49-7B140616515F}" dt="2025-10-03T20:10:20.882" v="2918" actId="47"/>
        <pc:sldMkLst>
          <pc:docMk/>
          <pc:sldMk cId="451037437" sldId="279"/>
        </pc:sldMkLst>
      </pc:sldChg>
      <pc:sldChg chg="del">
        <pc:chgData name="Osvaldo Luiz Santos Pereira" userId="c308351cf5a860c7" providerId="LiveId" clId="{30D4B243-E56E-4CD9-9C49-7B140616515F}" dt="2025-09-16T23:33:19.779" v="771" actId="47"/>
        <pc:sldMkLst>
          <pc:docMk/>
          <pc:sldMk cId="3766197904" sldId="279"/>
        </pc:sldMkLst>
      </pc:sldChg>
      <pc:sldChg chg="addSp modSp add del mod modTransition">
        <pc:chgData name="Osvaldo Luiz Santos Pereira" userId="c308351cf5a860c7" providerId="LiveId" clId="{30D4B243-E56E-4CD9-9C49-7B140616515F}" dt="2025-10-03T20:10:21.369" v="2920" actId="47"/>
        <pc:sldMkLst>
          <pc:docMk/>
          <pc:sldMk cId="1240993154" sldId="280"/>
        </pc:sldMkLst>
      </pc:sldChg>
      <pc:sldChg chg="del">
        <pc:chgData name="Osvaldo Luiz Santos Pereira" userId="c308351cf5a860c7" providerId="LiveId" clId="{30D4B243-E56E-4CD9-9C49-7B140616515F}" dt="2025-09-24T01:32:39.503" v="1596" actId="47"/>
        <pc:sldMkLst>
          <pc:docMk/>
          <pc:sldMk cId="3355517273" sldId="280"/>
        </pc:sldMkLst>
      </pc:sldChg>
      <pc:sldChg chg="addSp delSp modSp add del mod modTransition">
        <pc:chgData name="Osvaldo Luiz Santos Pereira" userId="c308351cf5a860c7" providerId="LiveId" clId="{30D4B243-E56E-4CD9-9C49-7B140616515F}" dt="2025-10-03T20:10:21.808" v="2922" actId="47"/>
        <pc:sldMkLst>
          <pc:docMk/>
          <pc:sldMk cId="2309316334" sldId="281"/>
        </pc:sldMkLst>
      </pc:sldChg>
      <pc:sldChg chg="del">
        <pc:chgData name="Osvaldo Luiz Santos Pereira" userId="c308351cf5a860c7" providerId="LiveId" clId="{30D4B243-E56E-4CD9-9C49-7B140616515F}" dt="2025-09-24T01:32:39.824" v="1598" actId="47"/>
        <pc:sldMkLst>
          <pc:docMk/>
          <pc:sldMk cId="2482398718" sldId="281"/>
        </pc:sldMkLst>
      </pc:sldChg>
      <pc:sldChg chg="del">
        <pc:chgData name="Osvaldo Luiz Santos Pereira" userId="c308351cf5a860c7" providerId="LiveId" clId="{30D4B243-E56E-4CD9-9C49-7B140616515F}" dt="2025-09-16T23:59:19.170" v="777" actId="47"/>
        <pc:sldMkLst>
          <pc:docMk/>
          <pc:sldMk cId="710261317" sldId="282"/>
        </pc:sldMkLst>
      </pc:sldChg>
      <pc:sldChg chg="addSp delSp modSp add del mod modTransition">
        <pc:chgData name="Osvaldo Luiz Santos Pereira" userId="c308351cf5a860c7" providerId="LiveId" clId="{30D4B243-E56E-4CD9-9C49-7B140616515F}" dt="2025-10-03T20:10:22.312" v="2924" actId="47"/>
        <pc:sldMkLst>
          <pc:docMk/>
          <pc:sldMk cId="3761528807" sldId="282"/>
        </pc:sldMkLst>
      </pc:sldChg>
      <pc:sldChg chg="addSp delSp modSp add del mod modTransition">
        <pc:chgData name="Osvaldo Luiz Santos Pereira" userId="c308351cf5a860c7" providerId="LiveId" clId="{30D4B243-E56E-4CD9-9C49-7B140616515F}" dt="2025-10-03T20:10:22.800" v="2926" actId="47"/>
        <pc:sldMkLst>
          <pc:docMk/>
          <pc:sldMk cId="2324574947" sldId="283"/>
        </pc:sldMkLst>
      </pc:sldChg>
      <pc:sldChg chg="del">
        <pc:chgData name="Osvaldo Luiz Santos Pereira" userId="c308351cf5a860c7" providerId="LiveId" clId="{30D4B243-E56E-4CD9-9C49-7B140616515F}" dt="2025-09-24T01:32:40.192" v="1600" actId="47"/>
        <pc:sldMkLst>
          <pc:docMk/>
          <pc:sldMk cId="4024257271" sldId="283"/>
        </pc:sldMkLst>
      </pc:sldChg>
      <pc:sldChg chg="del">
        <pc:chgData name="Osvaldo Luiz Santos Pereira" userId="c308351cf5a860c7" providerId="LiveId" clId="{30D4B243-E56E-4CD9-9C49-7B140616515F}" dt="2025-09-24T01:32:41.387" v="1606" actId="47"/>
        <pc:sldMkLst>
          <pc:docMk/>
          <pc:sldMk cId="3335286933" sldId="284"/>
        </pc:sldMkLst>
      </pc:sldChg>
      <pc:sldChg chg="add del ord">
        <pc:chgData name="Osvaldo Luiz Santos Pereira" userId="c308351cf5a860c7" providerId="LiveId" clId="{30D4B243-E56E-4CD9-9C49-7B140616515F}" dt="2025-10-03T20:10:22.524" v="2925" actId="47"/>
        <pc:sldMkLst>
          <pc:docMk/>
          <pc:sldMk cId="3892558984" sldId="284"/>
        </pc:sldMkLst>
      </pc:sldChg>
      <pc:sldChg chg="add del">
        <pc:chgData name="Osvaldo Luiz Santos Pereira" userId="c308351cf5a860c7" providerId="LiveId" clId="{30D4B243-E56E-4CD9-9C49-7B140616515F}" dt="2025-10-03T20:10:22.040" v="2923" actId="47"/>
        <pc:sldMkLst>
          <pc:docMk/>
          <pc:sldMk cId="3648648475" sldId="285"/>
        </pc:sldMkLst>
      </pc:sldChg>
      <pc:sldChg chg="del">
        <pc:chgData name="Osvaldo Luiz Santos Pereira" userId="c308351cf5a860c7" providerId="LiveId" clId="{30D4B243-E56E-4CD9-9C49-7B140616515F}" dt="2025-09-24T01:32:42.939" v="1608" actId="47"/>
        <pc:sldMkLst>
          <pc:docMk/>
          <pc:sldMk cId="4206032303" sldId="285"/>
        </pc:sldMkLst>
      </pc:sldChg>
      <pc:sldChg chg="add del">
        <pc:chgData name="Osvaldo Luiz Santos Pereira" userId="c308351cf5a860c7" providerId="LiveId" clId="{30D4B243-E56E-4CD9-9C49-7B140616515F}" dt="2025-10-03T20:10:21.534" v="2921" actId="47"/>
        <pc:sldMkLst>
          <pc:docMk/>
          <pc:sldMk cId="879096872" sldId="286"/>
        </pc:sldMkLst>
      </pc:sldChg>
      <pc:sldChg chg="del">
        <pc:chgData name="Osvaldo Luiz Santos Pereira" userId="c308351cf5a860c7" providerId="LiveId" clId="{30D4B243-E56E-4CD9-9C49-7B140616515F}" dt="2025-09-19T20:49:06.199" v="1535" actId="47"/>
        <pc:sldMkLst>
          <pc:docMk/>
          <pc:sldMk cId="3494459104" sldId="286"/>
        </pc:sldMkLst>
      </pc:sldChg>
      <pc:sldChg chg="addSp modSp add del mod modTransition">
        <pc:chgData name="Osvaldo Luiz Santos Pereira" userId="c308351cf5a860c7" providerId="LiveId" clId="{30D4B243-E56E-4CD9-9C49-7B140616515F}" dt="2025-09-24T01:32:39.994" v="1599" actId="47"/>
        <pc:sldMkLst>
          <pc:docMk/>
          <pc:sldMk cId="251746487" sldId="287"/>
        </pc:sldMkLst>
      </pc:sldChg>
      <pc:sldChg chg="addSp modSp add del mod">
        <pc:chgData name="Osvaldo Luiz Santos Pereira" userId="c308351cf5a860c7" providerId="LiveId" clId="{30D4B243-E56E-4CD9-9C49-7B140616515F}" dt="2025-09-09T14:13:40.546" v="378" actId="47"/>
        <pc:sldMkLst>
          <pc:docMk/>
          <pc:sldMk cId="577612122" sldId="287"/>
        </pc:sldMkLst>
      </pc:sldChg>
      <pc:sldChg chg="add del">
        <pc:chgData name="Osvaldo Luiz Santos Pereira" userId="c308351cf5a860c7" providerId="LiveId" clId="{30D4B243-E56E-4CD9-9C49-7B140616515F}" dt="2025-10-03T20:10:21.146" v="2919" actId="47"/>
        <pc:sldMkLst>
          <pc:docMk/>
          <pc:sldMk cId="2154294399" sldId="287"/>
        </pc:sldMkLst>
      </pc:sldChg>
      <pc:sldChg chg="addSp delSp modSp add del mod modTransition">
        <pc:chgData name="Osvaldo Luiz Santos Pereira" userId="c308351cf5a860c7" providerId="LiveId" clId="{30D4B243-E56E-4CD9-9C49-7B140616515F}" dt="2025-09-24T01:32:40.373" v="1601" actId="47"/>
        <pc:sldMkLst>
          <pc:docMk/>
          <pc:sldMk cId="30932850" sldId="288"/>
        </pc:sldMkLst>
      </pc:sldChg>
      <pc:sldChg chg="add del">
        <pc:chgData name="Osvaldo Luiz Santos Pereira" userId="c308351cf5a860c7" providerId="LiveId" clId="{30D4B243-E56E-4CD9-9C49-7B140616515F}" dt="2025-10-03T20:10:20.611" v="2917" actId="47"/>
        <pc:sldMkLst>
          <pc:docMk/>
          <pc:sldMk cId="3109324535" sldId="288"/>
        </pc:sldMkLst>
      </pc:sldChg>
      <pc:sldChg chg="add">
        <pc:chgData name="Osvaldo Luiz Santos Pereira" userId="c308351cf5a860c7" providerId="LiveId" clId="{30D4B243-E56E-4CD9-9C49-7B140616515F}" dt="2025-09-25T16:43:09.205" v="2229"/>
        <pc:sldMkLst>
          <pc:docMk/>
          <pc:sldMk cId="154389110" sldId="289"/>
        </pc:sldMkLst>
      </pc:sldChg>
      <pc:sldChg chg="addSp delSp modSp add del mod modTransition">
        <pc:chgData name="Osvaldo Luiz Santos Pereira" userId="c308351cf5a860c7" providerId="LiveId" clId="{30D4B243-E56E-4CD9-9C49-7B140616515F}" dt="2025-09-24T01:32:41.245" v="1605" actId="47"/>
        <pc:sldMkLst>
          <pc:docMk/>
          <pc:sldMk cId="2001477645" sldId="289"/>
        </pc:sldMkLst>
      </pc:sldChg>
      <pc:sldChg chg="addSp delSp modSp add mod modTransition">
        <pc:chgData name="Osvaldo Luiz Santos Pereira" userId="c308351cf5a860c7" providerId="LiveId" clId="{30D4B243-E56E-4CD9-9C49-7B140616515F}" dt="2025-10-04T16:09:30.063" v="3668"/>
        <pc:sldMkLst>
          <pc:docMk/>
          <pc:sldMk cId="1599440107" sldId="290"/>
        </pc:sldMkLst>
        <pc:spChg chg="add mod">
          <ac:chgData name="Osvaldo Luiz Santos Pereira" userId="c308351cf5a860c7" providerId="LiveId" clId="{30D4B243-E56E-4CD9-9C49-7B140616515F}" dt="2025-10-03T20:25:20.596" v="3150" actId="20577"/>
          <ac:spMkLst>
            <pc:docMk/>
            <pc:sldMk cId="1599440107" sldId="290"/>
            <ac:spMk id="3" creationId="{C51FCBA4-2A88-EA8A-E361-D31A8D881CDF}"/>
          </ac:spMkLst>
        </pc:spChg>
        <pc:spChg chg="add mod">
          <ac:chgData name="Osvaldo Luiz Santos Pereira" userId="c308351cf5a860c7" providerId="LiveId" clId="{30D4B243-E56E-4CD9-9C49-7B140616515F}" dt="2025-10-03T20:25:28.529" v="3153" actId="20577"/>
          <ac:spMkLst>
            <pc:docMk/>
            <pc:sldMk cId="1599440107" sldId="290"/>
            <ac:spMk id="4" creationId="{E09C2386-7A7A-F82A-841E-9B5CB18B1056}"/>
          </ac:spMkLst>
        </pc:spChg>
        <pc:spChg chg="add mod">
          <ac:chgData name="Osvaldo Luiz Santos Pereira" userId="c308351cf5a860c7" providerId="LiveId" clId="{30D4B243-E56E-4CD9-9C49-7B140616515F}" dt="2025-10-03T20:35:39.963" v="3247"/>
          <ac:spMkLst>
            <pc:docMk/>
            <pc:sldMk cId="1599440107" sldId="290"/>
            <ac:spMk id="5" creationId="{B1D4495E-63F5-ABE4-2DB3-1F38BFFA3802}"/>
          </ac:spMkLst>
        </pc:spChg>
        <pc:spChg chg="add mod">
          <ac:chgData name="Osvaldo Luiz Santos Pereira" userId="c308351cf5a860c7" providerId="LiveId" clId="{30D4B243-E56E-4CD9-9C49-7B140616515F}" dt="2025-10-03T20:35:39.963" v="3247"/>
          <ac:spMkLst>
            <pc:docMk/>
            <pc:sldMk cId="1599440107" sldId="290"/>
            <ac:spMk id="6" creationId="{2F4D6014-0C4F-1D3F-6ECB-71A12D9E1F17}"/>
          </ac:spMkLst>
        </pc:spChg>
        <pc:spChg chg="mod">
          <ac:chgData name="Osvaldo Luiz Santos Pereira" userId="c308351cf5a860c7" providerId="LiveId" clId="{30D4B243-E56E-4CD9-9C49-7B140616515F}" dt="2025-10-03T20:33:44.048" v="3219" actId="1036"/>
          <ac:spMkLst>
            <pc:docMk/>
            <pc:sldMk cId="1599440107" sldId="290"/>
            <ac:spMk id="12" creationId="{E9B5DF26-2699-361D-B79C-D4940E6DA294}"/>
          </ac:spMkLst>
        </pc:spChg>
        <pc:spChg chg="del">
          <ac:chgData name="Osvaldo Luiz Santos Pereira" userId="c308351cf5a860c7" providerId="LiveId" clId="{30D4B243-E56E-4CD9-9C49-7B140616515F}" dt="2025-10-03T20:24:02.469" v="3140" actId="478"/>
          <ac:spMkLst>
            <pc:docMk/>
            <pc:sldMk cId="1599440107" sldId="290"/>
            <ac:spMk id="13" creationId="{CBE64D31-7166-BE7B-FC17-EEFE80C7E8AE}"/>
          </ac:spMkLst>
        </pc:spChg>
        <pc:spChg chg="del">
          <ac:chgData name="Osvaldo Luiz Santos Pereira" userId="c308351cf5a860c7" providerId="LiveId" clId="{30D4B243-E56E-4CD9-9C49-7B140616515F}" dt="2025-10-03T20:24:02.469" v="3140" actId="478"/>
          <ac:spMkLst>
            <pc:docMk/>
            <pc:sldMk cId="1599440107" sldId="290"/>
            <ac:spMk id="16" creationId="{00E2A7A7-37B4-8E35-97A2-43DD0BCCBC88}"/>
          </ac:spMkLst>
        </pc:spChg>
        <pc:spChg chg="mod">
          <ac:chgData name="Osvaldo Luiz Santos Pereira" userId="c308351cf5a860c7" providerId="LiveId" clId="{30D4B243-E56E-4CD9-9C49-7B140616515F}" dt="2025-10-03T20:32:20.907" v="3190" actId="1037"/>
          <ac:spMkLst>
            <pc:docMk/>
            <pc:sldMk cId="1599440107" sldId="290"/>
            <ac:spMk id="26" creationId="{A790E778-A276-ABA6-115B-92D94FAEA464}"/>
          </ac:spMkLst>
        </pc:spChg>
        <pc:spChg chg="del">
          <ac:chgData name="Osvaldo Luiz Santos Pereira" userId="c308351cf5a860c7" providerId="LiveId" clId="{30D4B243-E56E-4CD9-9C49-7B140616515F}" dt="2025-10-03T20:24:05.965" v="3141" actId="478"/>
          <ac:spMkLst>
            <pc:docMk/>
            <pc:sldMk cId="1599440107" sldId="290"/>
            <ac:spMk id="27" creationId="{8DF30D12-E043-0608-5610-78943FCF1226}"/>
          </ac:spMkLst>
        </pc:spChg>
        <pc:spChg chg="del">
          <ac:chgData name="Osvaldo Luiz Santos Pereira" userId="c308351cf5a860c7" providerId="LiveId" clId="{30D4B243-E56E-4CD9-9C49-7B140616515F}" dt="2025-10-03T20:24:05.965" v="3141" actId="478"/>
          <ac:spMkLst>
            <pc:docMk/>
            <pc:sldMk cId="1599440107" sldId="290"/>
            <ac:spMk id="28" creationId="{AC6EB1BA-1CC1-63CA-BD1C-8C538E97AC35}"/>
          </ac:spMkLst>
        </pc:sp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35" creationId="{18CBC7F9-6DDB-90BA-DF52-22CC4929D7DE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36" creationId="{F9F2A552-7A92-1FE6-A225-5E479CFE8075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37" creationId="{9F7D92C4-5B18-90F4-A80D-512F03FFBA0E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38" creationId="{3AB628D3-E519-1F74-78A8-B0871823A2C6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39" creationId="{7D61C401-BD71-7671-9297-CCF2A0683E52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42" creationId="{FF3C2A09-D83D-B451-8A03-A0E4924D9734}"/>
          </ac:cxnSpMkLst>
        </pc:cxnChg>
        <pc:cxnChg chg="del mod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43" creationId="{3FD07B8E-BC19-FA9A-73E5-B6C220021F55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44" creationId="{B11CA690-7715-905D-BF16-E4B4E6D6BB2F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45" creationId="{C02BFD58-0FA7-6264-7049-77E4271B01F1}"/>
          </ac:cxnSpMkLst>
        </pc:cxnChg>
        <pc:cxnChg chg="del">
          <ac:chgData name="Osvaldo Luiz Santos Pereira" userId="c308351cf5a860c7" providerId="LiveId" clId="{30D4B243-E56E-4CD9-9C49-7B140616515F}" dt="2025-10-03T20:23:58.450" v="3139" actId="478"/>
          <ac:cxnSpMkLst>
            <pc:docMk/>
            <pc:sldMk cId="1599440107" sldId="290"/>
            <ac:cxnSpMk id="46" creationId="{8F0862D1-0AF9-8445-8FE7-C9821A0A922A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47" creationId="{4697679A-0994-6F20-93FA-FA579A2AD77E}"/>
          </ac:cxnSpMkLst>
        </pc:cxnChg>
      </pc:sldChg>
      <pc:sldChg chg="add del">
        <pc:chgData name="Osvaldo Luiz Santos Pereira" userId="c308351cf5a860c7" providerId="LiveId" clId="{30D4B243-E56E-4CD9-9C49-7B140616515F}" dt="2025-09-24T01:32:40.510" v="1602" actId="47"/>
        <pc:sldMkLst>
          <pc:docMk/>
          <pc:sldMk cId="2505939146" sldId="290"/>
        </pc:sldMkLst>
      </pc:sldChg>
      <pc:sldChg chg="addSp delSp modSp add mod ord modTransition">
        <pc:chgData name="Osvaldo Luiz Santos Pereira" userId="c308351cf5a860c7" providerId="LiveId" clId="{30D4B243-E56E-4CD9-9C49-7B140616515F}" dt="2025-10-04T16:09:19.252" v="3661"/>
        <pc:sldMkLst>
          <pc:docMk/>
          <pc:sldMk cId="1326358578" sldId="291"/>
        </pc:sldMkLst>
        <pc:spChg chg="add mod">
          <ac:chgData name="Osvaldo Luiz Santos Pereira" userId="c308351cf5a860c7" providerId="LiveId" clId="{30D4B243-E56E-4CD9-9C49-7B140616515F}" dt="2025-10-03T20:26:19.063" v="3159" actId="20577"/>
          <ac:spMkLst>
            <pc:docMk/>
            <pc:sldMk cId="1326358578" sldId="291"/>
            <ac:spMk id="3" creationId="{332DC062-93A3-0BF2-F718-AC022EE08FA2}"/>
          </ac:spMkLst>
        </pc:spChg>
        <pc:spChg chg="add mod">
          <ac:chgData name="Osvaldo Luiz Santos Pereira" userId="c308351cf5a860c7" providerId="LiveId" clId="{30D4B243-E56E-4CD9-9C49-7B140616515F}" dt="2025-10-03T20:26:26.077" v="3161" actId="20577"/>
          <ac:spMkLst>
            <pc:docMk/>
            <pc:sldMk cId="1326358578" sldId="291"/>
            <ac:spMk id="4" creationId="{3073CF6A-A086-AD6B-EBD7-C3347D6C429E}"/>
          </ac:spMkLst>
        </pc:spChg>
        <pc:spChg chg="add mod">
          <ac:chgData name="Osvaldo Luiz Santos Pereira" userId="c308351cf5a860c7" providerId="LiveId" clId="{30D4B243-E56E-4CD9-9C49-7B140616515F}" dt="2025-10-03T20:34:32.789" v="3231" actId="20577"/>
          <ac:spMkLst>
            <pc:docMk/>
            <pc:sldMk cId="1326358578" sldId="291"/>
            <ac:spMk id="5" creationId="{C2A3C529-2DA1-7C05-0AB6-B050464333C8}"/>
          </ac:spMkLst>
        </pc:spChg>
        <pc:spChg chg="add del mod">
          <ac:chgData name="Osvaldo Luiz Santos Pereira" userId="c308351cf5a860c7" providerId="LiveId" clId="{30D4B243-E56E-4CD9-9C49-7B140616515F}" dt="2025-10-03T20:30:42.374" v="3173" actId="478"/>
          <ac:spMkLst>
            <pc:docMk/>
            <pc:sldMk cId="1326358578" sldId="291"/>
            <ac:spMk id="6" creationId="{B7CC169A-40CE-CC61-3167-63D6258DA3CB}"/>
          </ac:spMkLst>
        </pc:spChg>
        <pc:spChg chg="mod">
          <ac:chgData name="Osvaldo Luiz Santos Pereira" userId="c308351cf5a860c7" providerId="LiveId" clId="{30D4B243-E56E-4CD9-9C49-7B140616515F}" dt="2025-10-03T20:33:31.153" v="3215" actId="1036"/>
          <ac:spMkLst>
            <pc:docMk/>
            <pc:sldMk cId="1326358578" sldId="291"/>
            <ac:spMk id="12" creationId="{99C4B287-975E-A44C-7CE0-F3A00EDF0ABB}"/>
          </ac:spMkLst>
        </pc:spChg>
        <pc:spChg chg="mod">
          <ac:chgData name="Osvaldo Luiz Santos Pereira" userId="c308351cf5a860c7" providerId="LiveId" clId="{30D4B243-E56E-4CD9-9C49-7B140616515F}" dt="2025-10-03T20:33:30.015" v="3213" actId="1037"/>
          <ac:spMkLst>
            <pc:docMk/>
            <pc:sldMk cId="1326358578" sldId="291"/>
            <ac:spMk id="26" creationId="{8D93F1E5-F8D7-D749-1160-F5EE47DB1C87}"/>
          </ac:spMkLst>
        </pc:spChg>
        <pc:cxnChg chg="add mod">
          <ac:chgData name="Osvaldo Luiz Santos Pereira" userId="c308351cf5a860c7" providerId="LiveId" clId="{30D4B243-E56E-4CD9-9C49-7B140616515F}" dt="2025-10-03T20:34:32.789" v="3231" actId="20577"/>
          <ac:cxnSpMkLst>
            <pc:docMk/>
            <pc:sldMk cId="1326358578" sldId="291"/>
            <ac:cxnSpMk id="14" creationId="{2D6D3454-6413-DA61-D36F-59167051F180}"/>
          </ac:cxnSpMkLst>
        </pc:cxnChg>
        <pc:cxnChg chg="mod">
          <ac:chgData name="Osvaldo Luiz Santos Pereira" userId="c308351cf5a860c7" providerId="LiveId" clId="{30D4B243-E56E-4CD9-9C49-7B140616515F}" dt="2025-10-03T20:33:30.015" v="3213" actId="1037"/>
          <ac:cxnSpMkLst>
            <pc:docMk/>
            <pc:sldMk cId="1326358578" sldId="291"/>
            <ac:cxnSpMk id="34" creationId="{A7374BC5-46EA-98E9-B693-43988D02DD74}"/>
          </ac:cxnSpMkLst>
        </pc:cxnChg>
        <pc:cxnChg chg="mod">
          <ac:chgData name="Osvaldo Luiz Santos Pereira" userId="c308351cf5a860c7" providerId="LiveId" clId="{30D4B243-E56E-4CD9-9C49-7B140616515F}" dt="2025-10-03T20:33:32.782" v="3217" actId="1037"/>
          <ac:cxnSpMkLst>
            <pc:docMk/>
            <pc:sldMk cId="1326358578" sldId="291"/>
            <ac:cxnSpMk id="39" creationId="{7437CB3A-7E80-C85E-761E-4316B54B8B2D}"/>
          </ac:cxnSpMkLst>
        </pc:cxnChg>
        <pc:cxnChg chg="mod">
          <ac:chgData name="Osvaldo Luiz Santos Pereira" userId="c308351cf5a860c7" providerId="LiveId" clId="{30D4B243-E56E-4CD9-9C49-7B140616515F}" dt="2025-10-03T20:33:31.153" v="3215" actId="1036"/>
          <ac:cxnSpMkLst>
            <pc:docMk/>
            <pc:sldMk cId="1326358578" sldId="291"/>
            <ac:cxnSpMk id="43" creationId="{E0C55703-8AB1-FB8D-B9AA-0D7989A1C071}"/>
          </ac:cxnSpMkLst>
        </pc:cxnChg>
      </pc:sldChg>
      <pc:sldChg chg="addSp delSp modSp add del mod modTransition">
        <pc:chgData name="Osvaldo Luiz Santos Pereira" userId="c308351cf5a860c7" providerId="LiveId" clId="{30D4B243-E56E-4CD9-9C49-7B140616515F}" dt="2025-09-24T01:32:40.716" v="1603" actId="47"/>
        <pc:sldMkLst>
          <pc:docMk/>
          <pc:sldMk cId="3661031779" sldId="291"/>
        </pc:sldMkLst>
      </pc:sldChg>
      <pc:sldChg chg="addSp delSp modSp add mod modTransition">
        <pc:chgData name="Osvaldo Luiz Santos Pereira" userId="c308351cf5a860c7" providerId="LiveId" clId="{30D4B243-E56E-4CD9-9C49-7B140616515F}" dt="2025-10-04T16:10:01.956" v="3672"/>
        <pc:sldMkLst>
          <pc:docMk/>
          <pc:sldMk cId="991911346" sldId="292"/>
        </pc:sldMkLst>
        <pc:spChg chg="ord">
          <ac:chgData name="Osvaldo Luiz Santos Pereira" userId="c308351cf5a860c7" providerId="LiveId" clId="{30D4B243-E56E-4CD9-9C49-7B140616515F}" dt="2025-10-03T20:31:49.901" v="3182" actId="166"/>
          <ac:spMkLst>
            <pc:docMk/>
            <pc:sldMk cId="991911346" sldId="292"/>
            <ac:spMk id="2" creationId="{21CF138C-2F0F-52B4-AF53-2FDB4CD3FDDA}"/>
          </ac:spMkLst>
        </pc:spChg>
        <pc:spChg chg="del">
          <ac:chgData name="Osvaldo Luiz Santos Pereira" userId="c308351cf5a860c7" providerId="LiveId" clId="{30D4B243-E56E-4CD9-9C49-7B140616515F}" dt="2025-10-03T20:35:22.063" v="3245" actId="478"/>
          <ac:spMkLst>
            <pc:docMk/>
            <pc:sldMk cId="991911346" sldId="292"/>
            <ac:spMk id="3" creationId="{08252428-36E8-2221-2199-FF820F586708}"/>
          </ac:spMkLst>
        </pc:spChg>
        <pc:spChg chg="del ord">
          <ac:chgData name="Osvaldo Luiz Santos Pereira" userId="c308351cf5a860c7" providerId="LiveId" clId="{30D4B243-E56E-4CD9-9C49-7B140616515F}" dt="2025-10-03T20:36:42.806" v="3256" actId="478"/>
          <ac:spMkLst>
            <pc:docMk/>
            <pc:sldMk cId="991911346" sldId="292"/>
            <ac:spMk id="4" creationId="{A9F8730C-C220-CCFD-8179-8F406C6899C3}"/>
          </ac:spMkLst>
        </pc:spChg>
        <pc:spChg chg="add mod">
          <ac:chgData name="Osvaldo Luiz Santos Pereira" userId="c308351cf5a860c7" providerId="LiveId" clId="{30D4B243-E56E-4CD9-9C49-7B140616515F}" dt="2025-10-03T20:31:57.489" v="3183"/>
          <ac:spMkLst>
            <pc:docMk/>
            <pc:sldMk cId="991911346" sldId="292"/>
            <ac:spMk id="5" creationId="{E6F430F5-5A18-7CAA-66AD-B617445E2B1F}"/>
          </ac:spMkLst>
        </pc:spChg>
        <pc:spChg chg="add mod">
          <ac:chgData name="Osvaldo Luiz Santos Pereira" userId="c308351cf5a860c7" providerId="LiveId" clId="{30D4B243-E56E-4CD9-9C49-7B140616515F}" dt="2025-10-03T20:31:57.489" v="3183"/>
          <ac:spMkLst>
            <pc:docMk/>
            <pc:sldMk cId="991911346" sldId="292"/>
            <ac:spMk id="6" creationId="{2CDE1EC3-5D6A-EE2E-382A-662B8703834B}"/>
          </ac:spMkLst>
        </pc:spChg>
        <pc:spChg chg="add mod ord">
          <ac:chgData name="Osvaldo Luiz Santos Pereira" userId="c308351cf5a860c7" providerId="LiveId" clId="{30D4B243-E56E-4CD9-9C49-7B140616515F}" dt="2025-10-03T20:34:57.925" v="3242" actId="167"/>
          <ac:spMkLst>
            <pc:docMk/>
            <pc:sldMk cId="991911346" sldId="292"/>
            <ac:spMk id="9" creationId="{50D804A9-2DDC-FF1D-0DFE-06FE70E2CD92}"/>
          </ac:spMkLst>
        </pc:spChg>
        <pc:spChg chg="ord">
          <ac:chgData name="Osvaldo Luiz Santos Pereira" userId="c308351cf5a860c7" providerId="LiveId" clId="{30D4B243-E56E-4CD9-9C49-7B140616515F}" dt="2025-10-03T20:34:53.946" v="3241" actId="166"/>
          <ac:spMkLst>
            <pc:docMk/>
            <pc:sldMk cId="991911346" sldId="292"/>
            <ac:spMk id="10" creationId="{55AC3E5E-01B5-F821-1222-EE3E27885050}"/>
          </ac:spMkLst>
        </pc:spChg>
        <pc:spChg chg="del">
          <ac:chgData name="Osvaldo Luiz Santos Pereira" userId="c308351cf5a860c7" providerId="LiveId" clId="{30D4B243-E56E-4CD9-9C49-7B140616515F}" dt="2025-10-03T20:31:15.771" v="3179" actId="478"/>
          <ac:spMkLst>
            <pc:docMk/>
            <pc:sldMk cId="991911346" sldId="292"/>
            <ac:spMk id="12" creationId="{4E66A7A4-63EC-D17E-20F0-DD29DC9E7474}"/>
          </ac:spMkLst>
        </pc:spChg>
        <pc:spChg chg="add mod ord">
          <ac:chgData name="Osvaldo Luiz Santos Pereira" userId="c308351cf5a860c7" providerId="LiveId" clId="{30D4B243-E56E-4CD9-9C49-7B140616515F}" dt="2025-10-03T20:34:57.925" v="3242" actId="167"/>
          <ac:spMkLst>
            <pc:docMk/>
            <pc:sldMk cId="991911346" sldId="292"/>
            <ac:spMk id="13" creationId="{7A6A0E4F-3644-BD22-4CBF-CC575A225E28}"/>
          </ac:spMkLst>
        </pc:spChg>
        <pc:spChg chg="add mod">
          <ac:chgData name="Osvaldo Luiz Santos Pereira" userId="c308351cf5a860c7" providerId="LiveId" clId="{30D4B243-E56E-4CD9-9C49-7B140616515F}" dt="2025-10-03T20:39:32.284" v="3276" actId="20577"/>
          <ac:spMkLst>
            <pc:docMk/>
            <pc:sldMk cId="991911346" sldId="292"/>
            <ac:spMk id="14" creationId="{49FCC3DC-3FE7-4B26-8916-9069ED3F8F72}"/>
          </ac:spMkLst>
        </pc:spChg>
        <pc:spChg chg="add mod">
          <ac:chgData name="Osvaldo Luiz Santos Pereira" userId="c308351cf5a860c7" providerId="LiveId" clId="{30D4B243-E56E-4CD9-9C49-7B140616515F}" dt="2025-10-03T20:35:30.320" v="3246"/>
          <ac:spMkLst>
            <pc:docMk/>
            <pc:sldMk cId="991911346" sldId="292"/>
            <ac:spMk id="16" creationId="{71CC3624-69A4-F275-7CB7-B920E2B49C70}"/>
          </ac:spMkLst>
        </pc:spChg>
        <pc:spChg chg="mod ord">
          <ac:chgData name="Osvaldo Luiz Santos Pereira" userId="c308351cf5a860c7" providerId="LiveId" clId="{30D4B243-E56E-4CD9-9C49-7B140616515F}" dt="2025-10-03T20:35:14.941" v="3244" actId="167"/>
          <ac:spMkLst>
            <pc:docMk/>
            <pc:sldMk cId="991911346" sldId="292"/>
            <ac:spMk id="26" creationId="{4E44FEBE-D136-93CB-E6B7-ADD0196B62E7}"/>
          </ac:spMkLst>
        </pc:spChg>
        <pc:cxnChg chg="add mod">
          <ac:chgData name="Osvaldo Luiz Santos Pereira" userId="c308351cf5a860c7" providerId="LiveId" clId="{30D4B243-E56E-4CD9-9C49-7B140616515F}" dt="2025-10-03T20:42:16.716" v="3331" actId="14100"/>
          <ac:cxnSpMkLst>
            <pc:docMk/>
            <pc:sldMk cId="991911346" sldId="292"/>
            <ac:cxnSpMk id="15" creationId="{021CA09B-E417-1C1F-AE96-6756FDAEC1B0}"/>
          </ac:cxnSpMkLst>
        </pc:cxnChg>
      </pc:sldChg>
      <pc:sldChg chg="add del">
        <pc:chgData name="Osvaldo Luiz Santos Pereira" userId="c308351cf5a860c7" providerId="LiveId" clId="{30D4B243-E56E-4CD9-9C49-7B140616515F}" dt="2025-09-24T01:32:40.826" v="1604" actId="47"/>
        <pc:sldMkLst>
          <pc:docMk/>
          <pc:sldMk cId="1829042669" sldId="292"/>
        </pc:sldMkLst>
      </pc:sldChg>
      <pc:sldChg chg="delSp add del mod">
        <pc:chgData name="Osvaldo Luiz Santos Pereira" userId="c308351cf5a860c7" providerId="LiveId" clId="{30D4B243-E56E-4CD9-9C49-7B140616515F}" dt="2025-09-19T17:33:36.733" v="960" actId="47"/>
        <pc:sldMkLst>
          <pc:docMk/>
          <pc:sldMk cId="1775685747" sldId="293"/>
        </pc:sldMkLst>
      </pc:sldChg>
      <pc:sldChg chg="addSp modSp add del mod modTransition">
        <pc:chgData name="Osvaldo Luiz Santos Pereira" userId="c308351cf5a860c7" providerId="LiveId" clId="{30D4B243-E56E-4CD9-9C49-7B140616515F}" dt="2025-09-24T01:32:41.570" v="1607" actId="47"/>
        <pc:sldMkLst>
          <pc:docMk/>
          <pc:sldMk cId="1814174840" sldId="293"/>
        </pc:sldMkLst>
      </pc:sldChg>
      <pc:sldChg chg="addSp delSp modSp add del mod ord">
        <pc:chgData name="Osvaldo Luiz Santos Pereira" userId="c308351cf5a860c7" providerId="LiveId" clId="{30D4B243-E56E-4CD9-9C49-7B140616515F}" dt="2025-10-04T13:34:05.480" v="3481" actId="47"/>
        <pc:sldMkLst>
          <pc:docMk/>
          <pc:sldMk cId="2599196051" sldId="293"/>
        </pc:sldMkLst>
        <pc:spChg chg="del">
          <ac:chgData name="Osvaldo Luiz Santos Pereira" userId="c308351cf5a860c7" providerId="LiveId" clId="{30D4B243-E56E-4CD9-9C49-7B140616515F}" dt="2025-10-03T20:37:22.531" v="3264" actId="478"/>
          <ac:spMkLst>
            <pc:docMk/>
            <pc:sldMk cId="2599196051" sldId="293"/>
            <ac:spMk id="3" creationId="{6DC478CF-D497-EEF4-0463-0F852EEFA2F3}"/>
          </ac:spMkLst>
        </pc:spChg>
        <pc:spChg chg="del">
          <ac:chgData name="Osvaldo Luiz Santos Pereira" userId="c308351cf5a860c7" providerId="LiveId" clId="{30D4B243-E56E-4CD9-9C49-7B140616515F}" dt="2025-10-03T20:36:04.009" v="3250" actId="478"/>
          <ac:spMkLst>
            <pc:docMk/>
            <pc:sldMk cId="2599196051" sldId="293"/>
            <ac:spMk id="4" creationId="{F84BBFE2-9D5A-A196-80EE-950CFC30A826}"/>
          </ac:spMkLst>
        </pc:spChg>
        <pc:spChg chg="del">
          <ac:chgData name="Osvaldo Luiz Santos Pereira" userId="c308351cf5a860c7" providerId="LiveId" clId="{30D4B243-E56E-4CD9-9C49-7B140616515F}" dt="2025-10-03T20:36:09.451" v="3251" actId="478"/>
          <ac:spMkLst>
            <pc:docMk/>
            <pc:sldMk cId="2599196051" sldId="293"/>
            <ac:spMk id="5" creationId="{BBFA9DEC-B4E5-6294-7005-CDF229CD940D}"/>
          </ac:spMkLst>
        </pc:spChg>
        <pc:spChg chg="ord">
          <ac:chgData name="Osvaldo Luiz Santos Pereira" userId="c308351cf5a860c7" providerId="LiveId" clId="{30D4B243-E56E-4CD9-9C49-7B140616515F}" dt="2025-10-03T20:36:56.978" v="3257" actId="166"/>
          <ac:spMkLst>
            <pc:docMk/>
            <pc:sldMk cId="2599196051" sldId="293"/>
            <ac:spMk id="7" creationId="{7A70E8A3-5F48-43E2-2776-E59FE00C344B}"/>
          </ac:spMkLst>
        </pc:spChg>
        <pc:spChg chg="add mod ord">
          <ac:chgData name="Osvaldo Luiz Santos Pereira" userId="c308351cf5a860c7" providerId="LiveId" clId="{30D4B243-E56E-4CD9-9C49-7B140616515F}" dt="2025-10-03T20:36:31.252" v="3255" actId="167"/>
          <ac:spMkLst>
            <pc:docMk/>
            <pc:sldMk cId="2599196051" sldId="293"/>
            <ac:spMk id="9" creationId="{090328FF-F8F2-AB83-7E80-6B5B7F40C9C0}"/>
          </ac:spMkLst>
        </pc:spChg>
        <pc:spChg chg="ord">
          <ac:chgData name="Osvaldo Luiz Santos Pereira" userId="c308351cf5a860c7" providerId="LiveId" clId="{30D4B243-E56E-4CD9-9C49-7B140616515F}" dt="2025-10-03T20:36:56.978" v="3257" actId="166"/>
          <ac:spMkLst>
            <pc:docMk/>
            <pc:sldMk cId="2599196051" sldId="293"/>
            <ac:spMk id="11" creationId="{ACF3FCA4-EB98-C7D7-6915-E3ACC26BD033}"/>
          </ac:spMkLst>
        </pc:spChg>
        <pc:spChg chg="mod ord">
          <ac:chgData name="Osvaldo Luiz Santos Pereira" userId="c308351cf5a860c7" providerId="LiveId" clId="{30D4B243-E56E-4CD9-9C49-7B140616515F}" dt="2025-10-03T20:37:00.321" v="3258" actId="167"/>
          <ac:spMkLst>
            <pc:docMk/>
            <pc:sldMk cId="2599196051" sldId="293"/>
            <ac:spMk id="12" creationId="{3BCBBC48-9656-5C92-1701-F03F19898FFB}"/>
          </ac:spMkLst>
        </pc:spChg>
        <pc:spChg chg="add mod ord">
          <ac:chgData name="Osvaldo Luiz Santos Pereira" userId="c308351cf5a860c7" providerId="LiveId" clId="{30D4B243-E56E-4CD9-9C49-7B140616515F}" dt="2025-10-03T20:36:31.252" v="3255" actId="167"/>
          <ac:spMkLst>
            <pc:docMk/>
            <pc:sldMk cId="2599196051" sldId="293"/>
            <ac:spMk id="13" creationId="{BE6A683C-2705-7369-9FB8-1454B584A39F}"/>
          </ac:spMkLst>
        </pc:spChg>
        <pc:spChg chg="add mod">
          <ac:chgData name="Osvaldo Luiz Santos Pereira" userId="c308351cf5a860c7" providerId="LiveId" clId="{30D4B243-E56E-4CD9-9C49-7B140616515F}" dt="2025-10-03T20:37:17.834" v="3263" actId="20577"/>
          <ac:spMkLst>
            <pc:docMk/>
            <pc:sldMk cId="2599196051" sldId="293"/>
            <ac:spMk id="14" creationId="{B2D9ECCF-B506-B3B5-AFC6-FAD808392DE3}"/>
          </ac:spMkLst>
        </pc:spChg>
        <pc:spChg chg="del">
          <ac:chgData name="Osvaldo Luiz Santos Pereira" userId="c308351cf5a860c7" providerId="LiveId" clId="{30D4B243-E56E-4CD9-9C49-7B140616515F}" dt="2025-10-03T20:36:00.915" v="3249" actId="478"/>
          <ac:spMkLst>
            <pc:docMk/>
            <pc:sldMk cId="2599196051" sldId="293"/>
            <ac:spMk id="26" creationId="{ECDCA3A2-0D4C-594C-1F63-40D84E4EA591}"/>
          </ac:spMkLst>
        </pc:spChg>
        <pc:spChg chg="ord">
          <ac:chgData name="Osvaldo Luiz Santos Pereira" userId="c308351cf5a860c7" providerId="LiveId" clId="{30D4B243-E56E-4CD9-9C49-7B140616515F}" dt="2025-10-03T20:36:56.978" v="3257" actId="166"/>
          <ac:spMkLst>
            <pc:docMk/>
            <pc:sldMk cId="2599196051" sldId="293"/>
            <ac:spMk id="31" creationId="{C67623DF-1FA1-EC8E-F2E2-DE886C05B72E}"/>
          </ac:spMkLst>
        </pc:spChg>
        <pc:spChg chg="ord">
          <ac:chgData name="Osvaldo Luiz Santos Pereira" userId="c308351cf5a860c7" providerId="LiveId" clId="{30D4B243-E56E-4CD9-9C49-7B140616515F}" dt="2025-10-03T20:36:56.978" v="3257" actId="166"/>
          <ac:spMkLst>
            <pc:docMk/>
            <pc:sldMk cId="2599196051" sldId="293"/>
            <ac:spMk id="32" creationId="{1B1678C1-00E0-D289-AC6E-4F8B1936F0F6}"/>
          </ac:spMkLst>
        </pc:spChg>
        <pc:cxnChg chg="add mod">
          <ac:chgData name="Osvaldo Luiz Santos Pereira" userId="c308351cf5a860c7" providerId="LiveId" clId="{30D4B243-E56E-4CD9-9C49-7B140616515F}" dt="2025-10-03T20:37:17.834" v="3263" actId="20577"/>
          <ac:cxnSpMkLst>
            <pc:docMk/>
            <pc:sldMk cId="2599196051" sldId="293"/>
            <ac:cxnSpMk id="15" creationId="{15DF7EEE-CE91-847F-4D2A-C24826BB8A34}"/>
          </ac:cxnSpMkLst>
        </pc:cxnChg>
      </pc:sldChg>
      <pc:sldChg chg="addSp delSp modSp add mod modTransition">
        <pc:chgData name="Osvaldo Luiz Santos Pereira" userId="c308351cf5a860c7" providerId="LiveId" clId="{30D4B243-E56E-4CD9-9C49-7B140616515F}" dt="2025-10-04T16:10:09.911" v="3675"/>
        <pc:sldMkLst>
          <pc:docMk/>
          <pc:sldMk cId="1192242764" sldId="294"/>
        </pc:sldMkLst>
        <pc:spChg chg="add del">
          <ac:chgData name="Osvaldo Luiz Santos Pereira" userId="c308351cf5a860c7" providerId="LiveId" clId="{30D4B243-E56E-4CD9-9C49-7B140616515F}" dt="2025-10-03T20:39:56.481" v="3280" actId="478"/>
          <ac:spMkLst>
            <pc:docMk/>
            <pc:sldMk cId="1192242764" sldId="294"/>
            <ac:spMk id="3" creationId="{DBD98035-89D2-E427-04BB-E8A9597BDA3F}"/>
          </ac:spMkLst>
        </pc:spChg>
        <pc:spChg chg="add mod">
          <ac:chgData name="Osvaldo Luiz Santos Pereira" userId="c308351cf5a860c7" providerId="LiveId" clId="{30D4B243-E56E-4CD9-9C49-7B140616515F}" dt="2025-10-03T20:41:52.639" v="3325" actId="1036"/>
          <ac:spMkLst>
            <pc:docMk/>
            <pc:sldMk cId="1192242764" sldId="294"/>
            <ac:spMk id="4" creationId="{F6CC4ED5-839E-94DF-DCAE-7F31A258FC37}"/>
          </ac:spMkLst>
        </pc:spChg>
        <pc:spChg chg="mod">
          <ac:chgData name="Osvaldo Luiz Santos Pereira" userId="c308351cf5a860c7" providerId="LiveId" clId="{30D4B243-E56E-4CD9-9C49-7B140616515F}" dt="2025-10-03T20:41:47.167" v="3323" actId="6549"/>
          <ac:spMkLst>
            <pc:docMk/>
            <pc:sldMk cId="1192242764" sldId="294"/>
            <ac:spMk id="14" creationId="{E7DD8FAC-4F4D-5C5F-CBAF-086C202DD4E9}"/>
          </ac:spMkLst>
        </pc:spChg>
        <pc:spChg chg="del">
          <ac:chgData name="Osvaldo Luiz Santos Pereira" userId="c308351cf5a860c7" providerId="LiveId" clId="{30D4B243-E56E-4CD9-9C49-7B140616515F}" dt="2025-10-03T20:41:21.190" v="3307" actId="478"/>
          <ac:spMkLst>
            <pc:docMk/>
            <pc:sldMk cId="1192242764" sldId="294"/>
            <ac:spMk id="16" creationId="{93342349-31EC-61B0-DCF8-D0DE4FC264E9}"/>
          </ac:spMkLst>
        </pc:spChg>
        <pc:spChg chg="del">
          <ac:chgData name="Osvaldo Luiz Santos Pereira" userId="c308351cf5a860c7" providerId="LiveId" clId="{30D4B243-E56E-4CD9-9C49-7B140616515F}" dt="2025-10-03T20:39:45.787" v="3278" actId="478"/>
          <ac:spMkLst>
            <pc:docMk/>
            <pc:sldMk cId="1192242764" sldId="294"/>
            <ac:spMk id="26" creationId="{BD8D4987-4171-E0AE-A0A7-9F3EC8A75A73}"/>
          </ac:spMkLst>
        </pc:spChg>
        <pc:cxnChg chg="del mod">
          <ac:chgData name="Osvaldo Luiz Santos Pereira" userId="c308351cf5a860c7" providerId="LiveId" clId="{30D4B243-E56E-4CD9-9C49-7B140616515F}" dt="2025-10-03T20:42:33.105" v="3332" actId="478"/>
          <ac:cxnSpMkLst>
            <pc:docMk/>
            <pc:sldMk cId="1192242764" sldId="294"/>
            <ac:cxnSpMk id="15" creationId="{048DD937-5133-2FA0-5FDA-F22B5499BCCC}"/>
          </ac:cxnSpMkLst>
        </pc:cxnChg>
        <pc:cxnChg chg="add mod">
          <ac:chgData name="Osvaldo Luiz Santos Pereira" userId="c308351cf5a860c7" providerId="LiveId" clId="{30D4B243-E56E-4CD9-9C49-7B140616515F}" dt="2025-10-03T20:42:53.317" v="3339" actId="14100"/>
          <ac:cxnSpMkLst>
            <pc:docMk/>
            <pc:sldMk cId="1192242764" sldId="294"/>
            <ac:cxnSpMk id="17" creationId="{E227A43A-D5AD-8C85-8192-B5BF67DEA7BA}"/>
          </ac:cxnSpMkLst>
        </pc:cxnChg>
      </pc:sldChg>
      <pc:sldChg chg="addSp delSp modSp add mod modTransition">
        <pc:chgData name="Osvaldo Luiz Santos Pereira" userId="c308351cf5a860c7" providerId="LiveId" clId="{30D4B243-E56E-4CD9-9C49-7B140616515F}" dt="2025-10-04T16:10:17.970" v="3679"/>
        <pc:sldMkLst>
          <pc:docMk/>
          <pc:sldMk cId="753805936" sldId="295"/>
        </pc:sldMkLst>
        <pc:spChg chg="add mod ord">
          <ac:chgData name="Osvaldo Luiz Santos Pereira" userId="c308351cf5a860c7" providerId="LiveId" clId="{30D4B243-E56E-4CD9-9C49-7B140616515F}" dt="2025-10-03T20:46:03.054" v="3357" actId="167"/>
          <ac:spMkLst>
            <pc:docMk/>
            <pc:sldMk cId="753805936" sldId="295"/>
            <ac:spMk id="3" creationId="{64559CF3-E1FD-46AD-A85A-739CD0C421A2}"/>
          </ac:spMkLst>
        </pc:spChg>
        <pc:spChg chg="add mod ord">
          <ac:chgData name="Osvaldo Luiz Santos Pereira" userId="c308351cf5a860c7" providerId="LiveId" clId="{30D4B243-E56E-4CD9-9C49-7B140616515F}" dt="2025-10-03T20:45:48.324" v="3352" actId="167"/>
          <ac:spMkLst>
            <pc:docMk/>
            <pc:sldMk cId="753805936" sldId="295"/>
            <ac:spMk id="4" creationId="{7A95FA84-EAA1-6057-AC15-D6F93A36F2C0}"/>
          </ac:spMkLst>
        </pc:spChg>
        <pc:spChg chg="add mod ord">
          <ac:chgData name="Osvaldo Luiz Santos Pereira" userId="c308351cf5a860c7" providerId="LiveId" clId="{30D4B243-E56E-4CD9-9C49-7B140616515F}" dt="2025-10-03T20:47:21.189" v="3370" actId="166"/>
          <ac:spMkLst>
            <pc:docMk/>
            <pc:sldMk cId="753805936" sldId="295"/>
            <ac:spMk id="5" creationId="{29FB5115-4C14-7481-C18E-56A6EA2D7CD7}"/>
          </ac:spMkLst>
        </pc:spChg>
        <pc:spChg chg="add mod ord">
          <ac:chgData name="Osvaldo Luiz Santos Pereira" userId="c308351cf5a860c7" providerId="LiveId" clId="{30D4B243-E56E-4CD9-9C49-7B140616515F}" dt="2025-10-03T20:47:21.189" v="3370" actId="166"/>
          <ac:spMkLst>
            <pc:docMk/>
            <pc:sldMk cId="753805936" sldId="295"/>
            <ac:spMk id="6" creationId="{556AAAC4-B7FE-71C2-D968-46823AEE7857}"/>
          </ac:spMkLst>
        </pc:spChg>
        <pc:spChg chg="del">
          <ac:chgData name="Osvaldo Luiz Santos Pereira" userId="c308351cf5a860c7" providerId="LiveId" clId="{30D4B243-E56E-4CD9-9C49-7B140616515F}" dt="2025-10-03T20:47:17.440" v="3369" actId="478"/>
          <ac:spMkLst>
            <pc:docMk/>
            <pc:sldMk cId="753805936" sldId="295"/>
            <ac:spMk id="7" creationId="{B309F008-A689-A47C-490E-E97B6F0E2A90}"/>
          </ac:spMkLst>
        </pc:spChg>
        <pc:spChg chg="del">
          <ac:chgData name="Osvaldo Luiz Santos Pereira" userId="c308351cf5a860c7" providerId="LiveId" clId="{30D4B243-E56E-4CD9-9C49-7B140616515F}" dt="2025-10-03T20:46:48.634" v="3363" actId="478"/>
          <ac:spMkLst>
            <pc:docMk/>
            <pc:sldMk cId="753805936" sldId="295"/>
            <ac:spMk id="11" creationId="{8B9E5A6F-1E57-2EA7-A88C-B4DD40ADD2F6}"/>
          </ac:spMkLst>
        </pc:spChg>
        <pc:spChg chg="add mod">
          <ac:chgData name="Osvaldo Luiz Santos Pereira" userId="c308351cf5a860c7" providerId="LiveId" clId="{30D4B243-E56E-4CD9-9C49-7B140616515F}" dt="2025-10-03T20:47:29.051" v="3371"/>
          <ac:spMkLst>
            <pc:docMk/>
            <pc:sldMk cId="753805936" sldId="295"/>
            <ac:spMk id="12" creationId="{C49B1C71-7E13-37A2-8D71-471C83E15DC9}"/>
          </ac:spMkLst>
        </pc:spChg>
        <pc:spChg chg="mod">
          <ac:chgData name="Osvaldo Luiz Santos Pereira" userId="c308351cf5a860c7" providerId="LiveId" clId="{30D4B243-E56E-4CD9-9C49-7B140616515F}" dt="2025-10-03T20:47:58.520" v="3377" actId="20577"/>
          <ac:spMkLst>
            <pc:docMk/>
            <pc:sldMk cId="753805936" sldId="295"/>
            <ac:spMk id="14" creationId="{8F9025CA-66F6-FC12-35C0-3DBB85269475}"/>
          </ac:spMkLst>
        </pc:spChg>
        <pc:spChg chg="add mod">
          <ac:chgData name="Osvaldo Luiz Santos Pereira" userId="c308351cf5a860c7" providerId="LiveId" clId="{30D4B243-E56E-4CD9-9C49-7B140616515F}" dt="2025-10-03T20:47:29.051" v="3371"/>
          <ac:spMkLst>
            <pc:docMk/>
            <pc:sldMk cId="753805936" sldId="295"/>
            <ac:spMk id="17" creationId="{F26668EA-0DA1-5E2D-77A4-CA95E3335FB4}"/>
          </ac:spMkLst>
        </pc:spChg>
        <pc:spChg chg="add mod">
          <ac:chgData name="Osvaldo Luiz Santos Pereira" userId="c308351cf5a860c7" providerId="LiveId" clId="{30D4B243-E56E-4CD9-9C49-7B140616515F}" dt="2025-10-03T20:47:29.051" v="3371"/>
          <ac:spMkLst>
            <pc:docMk/>
            <pc:sldMk cId="753805936" sldId="295"/>
            <ac:spMk id="18" creationId="{8DBBCC74-BE22-5F3A-DB63-1359126B8F27}"/>
          </ac:spMkLst>
        </pc:spChg>
        <pc:spChg chg="add mod">
          <ac:chgData name="Osvaldo Luiz Santos Pereira" userId="c308351cf5a860c7" providerId="LiveId" clId="{30D4B243-E56E-4CD9-9C49-7B140616515F}" dt="2025-10-03T20:47:29.051" v="3371"/>
          <ac:spMkLst>
            <pc:docMk/>
            <pc:sldMk cId="753805936" sldId="295"/>
            <ac:spMk id="19" creationId="{DECD02AE-03AA-306D-EB6A-0B30A0DF911A}"/>
          </ac:spMkLst>
        </pc:spChg>
        <pc:spChg chg="add mod">
          <ac:chgData name="Osvaldo Luiz Santos Pereira" userId="c308351cf5a860c7" providerId="LiveId" clId="{30D4B243-E56E-4CD9-9C49-7B140616515F}" dt="2025-10-03T20:47:46.052" v="3373"/>
          <ac:spMkLst>
            <pc:docMk/>
            <pc:sldMk cId="753805936" sldId="295"/>
            <ac:spMk id="20" creationId="{CB9F3DC7-7F6D-9B12-DBC8-C97C2CF7B65E}"/>
          </ac:spMkLst>
        </pc:spChg>
        <pc:spChg chg="ord">
          <ac:chgData name="Osvaldo Luiz Santos Pereira" userId="c308351cf5a860c7" providerId="LiveId" clId="{30D4B243-E56E-4CD9-9C49-7B140616515F}" dt="2025-10-03T20:46:20.215" v="3360" actId="167"/>
          <ac:spMkLst>
            <pc:docMk/>
            <pc:sldMk cId="753805936" sldId="295"/>
            <ac:spMk id="26" creationId="{F42644F2-35CA-B3C7-9A55-71960D33C07E}"/>
          </ac:spMkLst>
        </pc:spChg>
        <pc:spChg chg="del">
          <ac:chgData name="Osvaldo Luiz Santos Pereira" userId="c308351cf5a860c7" providerId="LiveId" clId="{30D4B243-E56E-4CD9-9C49-7B140616515F}" dt="2025-10-03T20:47:07.314" v="3366" actId="478"/>
          <ac:spMkLst>
            <pc:docMk/>
            <pc:sldMk cId="753805936" sldId="295"/>
            <ac:spMk id="31" creationId="{00150157-F98F-F63A-9E2F-AEB3670E70B4}"/>
          </ac:spMkLst>
        </pc:spChg>
        <pc:spChg chg="del">
          <ac:chgData name="Osvaldo Luiz Santos Pereira" userId="c308351cf5a860c7" providerId="LiveId" clId="{30D4B243-E56E-4CD9-9C49-7B140616515F}" dt="2025-10-03T20:46:48.634" v="3363" actId="478"/>
          <ac:spMkLst>
            <pc:docMk/>
            <pc:sldMk cId="753805936" sldId="295"/>
            <ac:spMk id="32" creationId="{A43B5976-BE51-6EF8-FC43-2FA034FC3544}"/>
          </ac:spMkLst>
        </pc:spChg>
        <pc:cxnChg chg="mod ord">
          <ac:chgData name="Osvaldo Luiz Santos Pereira" userId="c308351cf5a860c7" providerId="LiveId" clId="{30D4B243-E56E-4CD9-9C49-7B140616515F}" dt="2025-10-03T20:47:58.520" v="3377" actId="20577"/>
          <ac:cxnSpMkLst>
            <pc:docMk/>
            <pc:sldMk cId="753805936" sldId="295"/>
            <ac:cxnSpMk id="15" creationId="{3CFE07AD-6D1C-EF00-61BE-04AF142BCFF5}"/>
          </ac:cxnSpMkLst>
        </pc:cxnChg>
      </pc:sldChg>
      <pc:sldChg chg="delSp add del mod">
        <pc:chgData name="Osvaldo Luiz Santos Pereira" userId="c308351cf5a860c7" providerId="LiveId" clId="{30D4B243-E56E-4CD9-9C49-7B140616515F}" dt="2025-10-03T20:49:03.878" v="3380" actId="47"/>
        <pc:sldMkLst>
          <pc:docMk/>
          <pc:sldMk cId="850390109" sldId="296"/>
        </pc:sldMkLst>
        <pc:spChg chg="del">
          <ac:chgData name="Osvaldo Luiz Santos Pereira" userId="c308351cf5a860c7" providerId="LiveId" clId="{30D4B243-E56E-4CD9-9C49-7B140616515F}" dt="2025-10-03T20:49:01.093" v="3379" actId="478"/>
          <ac:spMkLst>
            <pc:docMk/>
            <pc:sldMk cId="850390109" sldId="296"/>
            <ac:spMk id="4" creationId="{582C0D9E-1308-8EDA-1A4A-E39812CF5B88}"/>
          </ac:spMkLst>
        </pc:spChg>
      </pc:sldChg>
      <pc:sldChg chg="add">
        <pc:chgData name="Osvaldo Luiz Santos Pereira" userId="c308351cf5a860c7" providerId="LiveId" clId="{30D4B243-E56E-4CD9-9C49-7B140616515F}" dt="2025-10-03T20:49:19.141" v="3381"/>
        <pc:sldMkLst>
          <pc:docMk/>
          <pc:sldMk cId="1935637178" sldId="296"/>
        </pc:sldMkLst>
      </pc:sldChg>
      <pc:sldChg chg="add">
        <pc:chgData name="Osvaldo Luiz Santos Pereira" userId="c308351cf5a860c7" providerId="LiveId" clId="{30D4B243-E56E-4CD9-9C49-7B140616515F}" dt="2025-10-03T20:49:21.067" v="3382"/>
        <pc:sldMkLst>
          <pc:docMk/>
          <pc:sldMk cId="4228477026" sldId="297"/>
        </pc:sldMkLst>
      </pc:sldChg>
      <pc:sldChg chg="add">
        <pc:chgData name="Osvaldo Luiz Santos Pereira" userId="c308351cf5a860c7" providerId="LiveId" clId="{30D4B243-E56E-4CD9-9C49-7B140616515F}" dt="2025-10-03T20:49:22.794" v="3383"/>
        <pc:sldMkLst>
          <pc:docMk/>
          <pc:sldMk cId="4151878567" sldId="298"/>
        </pc:sldMkLst>
      </pc:sldChg>
      <pc:sldChg chg="addSp modSp add mod modTransition">
        <pc:chgData name="Osvaldo Luiz Santos Pereira" userId="c308351cf5a860c7" providerId="LiveId" clId="{30D4B243-E56E-4CD9-9C49-7B140616515F}" dt="2025-10-04T16:10:53.972" v="3707"/>
        <pc:sldMkLst>
          <pc:docMk/>
          <pc:sldMk cId="446498685" sldId="299"/>
        </pc:sldMkLst>
        <pc:spChg chg="add mod">
          <ac:chgData name="Osvaldo Luiz Santos Pereira" userId="c308351cf5a860c7" providerId="LiveId" clId="{30D4B243-E56E-4CD9-9C49-7B140616515F}" dt="2025-10-04T13:00:55.620" v="3436" actId="1076"/>
          <ac:spMkLst>
            <pc:docMk/>
            <pc:sldMk cId="446498685" sldId="299"/>
            <ac:spMk id="2" creationId="{C924D446-FC5D-0F2F-1399-34A8C4B7BFFF}"/>
          </ac:spMkLst>
        </pc:spChg>
        <pc:spChg chg="add mod">
          <ac:chgData name="Osvaldo Luiz Santos Pereira" userId="c308351cf5a860c7" providerId="LiveId" clId="{30D4B243-E56E-4CD9-9C49-7B140616515F}" dt="2025-10-04T13:01:04.120" v="3437" actId="571"/>
          <ac:spMkLst>
            <pc:docMk/>
            <pc:sldMk cId="446498685" sldId="299"/>
            <ac:spMk id="4" creationId="{6CC257A7-9B78-1610-E56C-97444DF9BD82}"/>
          </ac:spMkLst>
        </pc:spChg>
        <pc:spChg chg="add mod">
          <ac:chgData name="Osvaldo Luiz Santos Pereira" userId="c308351cf5a860c7" providerId="LiveId" clId="{30D4B243-E56E-4CD9-9C49-7B140616515F}" dt="2025-10-04T13:33:18.543" v="3463" actId="1076"/>
          <ac:spMkLst>
            <pc:docMk/>
            <pc:sldMk cId="446498685" sldId="299"/>
            <ac:spMk id="6" creationId="{1F9F2704-D380-45A8-16CE-BF8AA91F8830}"/>
          </ac:spMkLst>
        </pc:spChg>
        <pc:spChg chg="add mod">
          <ac:chgData name="Osvaldo Luiz Santos Pereira" userId="c308351cf5a860c7" providerId="LiveId" clId="{30D4B243-E56E-4CD9-9C49-7B140616515F}" dt="2025-10-04T13:00:55.620" v="3436" actId="1076"/>
          <ac:spMkLst>
            <pc:docMk/>
            <pc:sldMk cId="446498685" sldId="299"/>
            <ac:spMk id="8" creationId="{B72F8148-E53E-EDF8-9204-41109FE5757C}"/>
          </ac:spMkLst>
        </pc:spChg>
        <pc:spChg chg="add mod">
          <ac:chgData name="Osvaldo Luiz Santos Pereira" userId="c308351cf5a860c7" providerId="LiveId" clId="{30D4B243-E56E-4CD9-9C49-7B140616515F}" dt="2025-10-04T13:00:55.620" v="3436" actId="1076"/>
          <ac:spMkLst>
            <pc:docMk/>
            <pc:sldMk cId="446498685" sldId="299"/>
            <ac:spMk id="9" creationId="{6E7417B5-1101-9D54-58C7-CB2B8383685B}"/>
          </ac:spMkLst>
        </pc:spChg>
        <pc:spChg chg="add mod">
          <ac:chgData name="Osvaldo Luiz Santos Pereira" userId="c308351cf5a860c7" providerId="LiveId" clId="{30D4B243-E56E-4CD9-9C49-7B140616515F}" dt="2025-10-04T13:01:41.506" v="3441" actId="1076"/>
          <ac:spMkLst>
            <pc:docMk/>
            <pc:sldMk cId="446498685" sldId="299"/>
            <ac:spMk id="10" creationId="{83DFB591-3EFC-11DA-2998-B9A6F04485F8}"/>
          </ac:spMkLst>
        </pc:spChg>
        <pc:spChg chg="add mod">
          <ac:chgData name="Osvaldo Luiz Santos Pereira" userId="c308351cf5a860c7" providerId="LiveId" clId="{30D4B243-E56E-4CD9-9C49-7B140616515F}" dt="2025-10-04T13:33:24.933" v="3467" actId="1076"/>
          <ac:spMkLst>
            <pc:docMk/>
            <pc:sldMk cId="446498685" sldId="299"/>
            <ac:spMk id="11" creationId="{FAD389F8-103F-BFE5-3D07-31E6F6E60B2C}"/>
          </ac:spMkLst>
        </pc:spChg>
        <pc:spChg chg="add mod">
          <ac:chgData name="Osvaldo Luiz Santos Pereira" userId="c308351cf5a860c7" providerId="LiveId" clId="{30D4B243-E56E-4CD9-9C49-7B140616515F}" dt="2025-10-04T13:43:04.196" v="3539" actId="1037"/>
          <ac:spMkLst>
            <pc:docMk/>
            <pc:sldMk cId="446498685" sldId="299"/>
            <ac:spMk id="12" creationId="{F7107078-69A3-5883-2833-828F66ED8506}"/>
          </ac:spMkLst>
        </pc:spChg>
        <pc:spChg chg="add mod">
          <ac:chgData name="Osvaldo Luiz Santos Pereira" userId="c308351cf5a860c7" providerId="LiveId" clId="{30D4B243-E56E-4CD9-9C49-7B140616515F}" dt="2025-10-04T13:43:04.196" v="3539" actId="1037"/>
          <ac:spMkLst>
            <pc:docMk/>
            <pc:sldMk cId="446498685" sldId="299"/>
            <ac:spMk id="13" creationId="{1FA5E69D-951F-B80B-97DB-3CA1D2C1731B}"/>
          </ac:spMkLst>
        </pc:spChg>
        <pc:picChg chg="add mod">
          <ac:chgData name="Osvaldo Luiz Santos Pereira" userId="c308351cf5a860c7" providerId="LiveId" clId="{30D4B243-E56E-4CD9-9C49-7B140616515F}" dt="2025-10-04T13:00:55.620" v="3436" actId="1076"/>
          <ac:picMkLst>
            <pc:docMk/>
            <pc:sldMk cId="446498685" sldId="299"/>
            <ac:picMk id="3" creationId="{6F59EBA5-44D5-9CA4-5EE4-F402E4E23FE9}"/>
          </ac:picMkLst>
        </pc:picChg>
        <pc:picChg chg="add mod">
          <ac:chgData name="Osvaldo Luiz Santos Pereira" userId="c308351cf5a860c7" providerId="LiveId" clId="{30D4B243-E56E-4CD9-9C49-7B140616515F}" dt="2025-10-04T13:00:55.620" v="3436" actId="1076"/>
          <ac:picMkLst>
            <pc:docMk/>
            <pc:sldMk cId="446498685" sldId="299"/>
            <ac:picMk id="5" creationId="{905C10D7-BE12-B63A-4305-42FD33161123}"/>
          </ac:picMkLst>
        </pc:picChg>
        <pc:picChg chg="add mod">
          <ac:chgData name="Osvaldo Luiz Santos Pereira" userId="c308351cf5a860c7" providerId="LiveId" clId="{30D4B243-E56E-4CD9-9C49-7B140616515F}" dt="2025-10-04T13:00:55.620" v="3436" actId="1076"/>
          <ac:picMkLst>
            <pc:docMk/>
            <pc:sldMk cId="446498685" sldId="299"/>
            <ac:picMk id="7" creationId="{5C98B480-C7C0-FF25-2AD9-90E856B74031}"/>
          </ac:picMkLst>
        </pc:picChg>
      </pc:sldChg>
      <pc:sldChg chg="add ord">
        <pc:chgData name="Osvaldo Luiz Santos Pereira" userId="c308351cf5a860c7" providerId="LiveId" clId="{30D4B243-E56E-4CD9-9C49-7B140616515F}" dt="2025-10-03T21:10:45.386" v="3411"/>
        <pc:sldMkLst>
          <pc:docMk/>
          <pc:sldMk cId="2142242638" sldId="300"/>
        </pc:sldMkLst>
      </pc:sldChg>
      <pc:sldChg chg="addSp modSp add del mod">
        <pc:chgData name="Osvaldo Luiz Santos Pereira" userId="c308351cf5a860c7" providerId="LiveId" clId="{30D4B243-E56E-4CD9-9C49-7B140616515F}" dt="2025-10-04T13:34:02.395" v="3480" actId="47"/>
        <pc:sldMkLst>
          <pc:docMk/>
          <pc:sldMk cId="1315116916" sldId="301"/>
        </pc:sldMkLst>
        <pc:spChg chg="add mod">
          <ac:chgData name="Osvaldo Luiz Santos Pereira" userId="c308351cf5a860c7" providerId="LiveId" clId="{30D4B243-E56E-4CD9-9C49-7B140616515F}" dt="2025-10-03T21:08:25.484" v="3395" actId="20577"/>
          <ac:spMkLst>
            <pc:docMk/>
            <pc:sldMk cId="1315116916" sldId="301"/>
            <ac:spMk id="7" creationId="{41D2EB36-6468-07B9-7650-A1E9F7F8E4D0}"/>
          </ac:spMkLst>
        </pc:spChg>
      </pc:sldChg>
      <pc:sldChg chg="add">
        <pc:chgData name="Osvaldo Luiz Santos Pereira" userId="c308351cf5a860c7" providerId="LiveId" clId="{30D4B243-E56E-4CD9-9C49-7B140616515F}" dt="2025-10-04T13:32:46.306" v="3458"/>
        <pc:sldMkLst>
          <pc:docMk/>
          <pc:sldMk cId="595515971" sldId="302"/>
        </pc:sldMkLst>
      </pc:sldChg>
      <pc:sldChg chg="delSp modSp add del mod">
        <pc:chgData name="Osvaldo Luiz Santos Pereira" userId="c308351cf5a860c7" providerId="LiveId" clId="{30D4B243-E56E-4CD9-9C49-7B140616515F}" dt="2025-10-03T21:10:48.949" v="3412" actId="47"/>
        <pc:sldMkLst>
          <pc:docMk/>
          <pc:sldMk cId="2707312745" sldId="302"/>
        </pc:sldMkLst>
        <pc:spChg chg="del">
          <ac:chgData name="Osvaldo Luiz Santos Pereira" userId="c308351cf5a860c7" providerId="LiveId" clId="{30D4B243-E56E-4CD9-9C49-7B140616515F}" dt="2025-10-03T21:09:19.961" v="3398" actId="478"/>
          <ac:spMkLst>
            <pc:docMk/>
            <pc:sldMk cId="2707312745" sldId="302"/>
            <ac:spMk id="14" creationId="{E5EC0375-547C-0641-B016-3AA6C3390F9B}"/>
          </ac:spMkLst>
        </pc:spChg>
        <pc:cxnChg chg="del mod">
          <ac:chgData name="Osvaldo Luiz Santos Pereira" userId="c308351cf5a860c7" providerId="LiveId" clId="{30D4B243-E56E-4CD9-9C49-7B140616515F}" dt="2025-10-03T21:09:19.961" v="3398" actId="478"/>
          <ac:cxnSpMkLst>
            <pc:docMk/>
            <pc:sldMk cId="2707312745" sldId="302"/>
            <ac:cxnSpMk id="15" creationId="{495F34A7-F716-0C62-2540-01464ADCEE6D}"/>
          </ac:cxnSpMkLst>
        </pc:cxnChg>
      </pc:sldChg>
      <pc:sldChg chg="modSp add mod modTransition">
        <pc:chgData name="Osvaldo Luiz Santos Pereira" userId="c308351cf5a860c7" providerId="LiveId" clId="{30D4B243-E56E-4CD9-9C49-7B140616515F}" dt="2025-10-04T16:10:59.877" v="3710"/>
        <pc:sldMkLst>
          <pc:docMk/>
          <pc:sldMk cId="1834236098" sldId="303"/>
        </pc:sldMkLst>
        <pc:spChg chg="mod">
          <ac:chgData name="Osvaldo Luiz Santos Pereira" userId="c308351cf5a860c7" providerId="LiveId" clId="{30D4B243-E56E-4CD9-9C49-7B140616515F}" dt="2025-10-04T13:33:46.450" v="3475" actId="1076"/>
          <ac:spMkLst>
            <pc:docMk/>
            <pc:sldMk cId="1834236098" sldId="303"/>
            <ac:spMk id="6" creationId="{A5DCB36A-E9F4-2A61-6396-CA5298A0AE3E}"/>
          </ac:spMkLst>
        </pc:spChg>
        <pc:spChg chg="mod">
          <ac:chgData name="Osvaldo Luiz Santos Pereira" userId="c308351cf5a860c7" providerId="LiveId" clId="{30D4B243-E56E-4CD9-9C49-7B140616515F}" dt="2025-10-04T13:33:38.861" v="3471" actId="1076"/>
          <ac:spMkLst>
            <pc:docMk/>
            <pc:sldMk cId="1834236098" sldId="303"/>
            <ac:spMk id="8" creationId="{FC87347F-B5E6-B0FB-E400-0CCC262366F7}"/>
          </ac:spMkLst>
        </pc:spChg>
        <pc:spChg chg="mod">
          <ac:chgData name="Osvaldo Luiz Santos Pereira" userId="c308351cf5a860c7" providerId="LiveId" clId="{30D4B243-E56E-4CD9-9C49-7B140616515F}" dt="2025-10-04T13:33:52.707" v="3479" actId="1076"/>
          <ac:spMkLst>
            <pc:docMk/>
            <pc:sldMk cId="1834236098" sldId="303"/>
            <ac:spMk id="11" creationId="{D00F5621-6A67-BB5C-0B42-3105F7C4E9FF}"/>
          </ac:spMkLst>
        </pc:spChg>
        <pc:spChg chg="mod">
          <ac:chgData name="Osvaldo Luiz Santos Pereira" userId="c308351cf5a860c7" providerId="LiveId" clId="{30D4B243-E56E-4CD9-9C49-7B140616515F}" dt="2025-10-04T13:42:54.511" v="3515" actId="1076"/>
          <ac:spMkLst>
            <pc:docMk/>
            <pc:sldMk cId="1834236098" sldId="303"/>
            <ac:spMk id="12" creationId="{71FA5955-2642-6D50-28E7-1CD97FF17CC6}"/>
          </ac:spMkLst>
        </pc:spChg>
        <pc:spChg chg="mod">
          <ac:chgData name="Osvaldo Luiz Santos Pereira" userId="c308351cf5a860c7" providerId="LiveId" clId="{30D4B243-E56E-4CD9-9C49-7B140616515F}" dt="2025-10-04T13:42:54.511" v="3515" actId="1076"/>
          <ac:spMkLst>
            <pc:docMk/>
            <pc:sldMk cId="1834236098" sldId="303"/>
            <ac:spMk id="13" creationId="{F27AC1B7-0EFB-E12A-E93A-E2F70889DE3B}"/>
          </ac:spMkLst>
        </pc:spChg>
      </pc:sldChg>
      <pc:sldChg chg="delSp modSp add del mod">
        <pc:chgData name="Osvaldo Luiz Santos Pereira" userId="c308351cf5a860c7" providerId="LiveId" clId="{30D4B243-E56E-4CD9-9C49-7B140616515F}" dt="2025-10-03T21:10:33.122" v="3408" actId="47"/>
        <pc:sldMkLst>
          <pc:docMk/>
          <pc:sldMk cId="2728272647" sldId="303"/>
        </pc:sldMkLst>
        <pc:spChg chg="del">
          <ac:chgData name="Osvaldo Luiz Santos Pereira" userId="c308351cf5a860c7" providerId="LiveId" clId="{30D4B243-E56E-4CD9-9C49-7B140616515F}" dt="2025-10-03T21:10:21.081" v="3407" actId="478"/>
          <ac:spMkLst>
            <pc:docMk/>
            <pc:sldMk cId="2728272647" sldId="303"/>
            <ac:spMk id="14" creationId="{3039DBC9-EF73-829D-1BBA-F5C86CF2FA8A}"/>
          </ac:spMkLst>
        </pc:spChg>
        <pc:cxnChg chg="del mod">
          <ac:chgData name="Osvaldo Luiz Santos Pereira" userId="c308351cf5a860c7" providerId="LiveId" clId="{30D4B243-E56E-4CD9-9C49-7B140616515F}" dt="2025-10-03T21:10:21.081" v="3407" actId="478"/>
          <ac:cxnSpMkLst>
            <pc:docMk/>
            <pc:sldMk cId="2728272647" sldId="303"/>
            <ac:cxnSpMk id="15" creationId="{AC1F7A75-525A-49F9-BFB5-647D36B31258}"/>
          </ac:cxnSpMkLst>
        </pc:cxnChg>
      </pc:sldChg>
      <pc:sldChg chg="delSp modSp add del mod">
        <pc:chgData name="Osvaldo Luiz Santos Pereira" userId="c308351cf5a860c7" providerId="LiveId" clId="{30D4B243-E56E-4CD9-9C49-7B140616515F}" dt="2025-10-03T21:09:57.156" v="3403" actId="47"/>
        <pc:sldMkLst>
          <pc:docMk/>
          <pc:sldMk cId="3589150402" sldId="303"/>
        </pc:sldMkLst>
        <pc:spChg chg="del">
          <ac:chgData name="Osvaldo Luiz Santos Pereira" userId="c308351cf5a860c7" providerId="LiveId" clId="{30D4B243-E56E-4CD9-9C49-7B140616515F}" dt="2025-10-03T21:09:48.395" v="3402" actId="478"/>
          <ac:spMkLst>
            <pc:docMk/>
            <pc:sldMk cId="3589150402" sldId="303"/>
            <ac:spMk id="14" creationId="{8B7CD913-21B8-15AE-1FAE-68F97EE11503}"/>
          </ac:spMkLst>
        </pc:spChg>
        <pc:cxnChg chg="del mod">
          <ac:chgData name="Osvaldo Luiz Santos Pereira" userId="c308351cf5a860c7" providerId="LiveId" clId="{30D4B243-E56E-4CD9-9C49-7B140616515F}" dt="2025-10-03T21:09:48.395" v="3402" actId="478"/>
          <ac:cxnSpMkLst>
            <pc:docMk/>
            <pc:sldMk cId="3589150402" sldId="303"/>
            <ac:cxnSpMk id="17" creationId="{D3FF9BD8-9FE6-3761-B5B8-8E24627B8B7B}"/>
          </ac:cxnSpMkLst>
        </pc:cxnChg>
      </pc:sldChg>
    </pc:docChg>
  </pc:docChgLst>
  <pc:docChgLst>
    <pc:chgData name="Osvaldo Luiz Santos Pereira" userId="c308351cf5a860c7" providerId="LiveId" clId="{0ACFF002-6690-4328-8D1A-ED1B649787F2}"/>
    <pc:docChg chg="undo custSel addSld delSld modSld sldOrd">
      <pc:chgData name="Osvaldo Luiz Santos Pereira" userId="c308351cf5a860c7" providerId="LiveId" clId="{0ACFF002-6690-4328-8D1A-ED1B649787F2}" dt="2025-08-02T23:16:28.078" v="4978"/>
      <pc:docMkLst>
        <pc:docMk/>
      </pc:docMkLst>
      <pc:sldChg chg="addSp delSp modSp del mod">
        <pc:chgData name="Osvaldo Luiz Santos Pereira" userId="c308351cf5a860c7" providerId="LiveId" clId="{0ACFF002-6690-4328-8D1A-ED1B649787F2}" dt="2025-08-02T14:32:05.587" v="607" actId="47"/>
        <pc:sldMkLst>
          <pc:docMk/>
          <pc:sldMk cId="0" sldId="256"/>
        </pc:sldMkLst>
      </pc:sldChg>
      <pc:sldChg chg="addSp delSp modSp add del mod ord">
        <pc:chgData name="Osvaldo Luiz Santos Pereira" userId="c308351cf5a860c7" providerId="LiveId" clId="{0ACFF002-6690-4328-8D1A-ED1B649787F2}" dt="2025-08-02T14:28:59.948" v="295" actId="47"/>
        <pc:sldMkLst>
          <pc:docMk/>
          <pc:sldMk cId="1202337758" sldId="257"/>
        </pc:sldMkLst>
      </pc:sldChg>
      <pc:sldChg chg="addSp delSp modSp add mod ord modAnim">
        <pc:chgData name="Osvaldo Luiz Santos Pereira" userId="c308351cf5a860c7" providerId="LiveId" clId="{0ACFF002-6690-4328-8D1A-ED1B649787F2}" dt="2025-08-02T19:32:10.563" v="3634"/>
        <pc:sldMkLst>
          <pc:docMk/>
          <pc:sldMk cId="3067423610" sldId="258"/>
        </pc:sldMkLst>
      </pc:sldChg>
      <pc:sldChg chg="addSp delSp modSp add mod ord modAnim">
        <pc:chgData name="Osvaldo Luiz Santos Pereira" userId="c308351cf5a860c7" providerId="LiveId" clId="{0ACFF002-6690-4328-8D1A-ED1B649787F2}" dt="2025-08-02T19:29:52.410" v="3618"/>
        <pc:sldMkLst>
          <pc:docMk/>
          <pc:sldMk cId="916029383" sldId="259"/>
        </pc:sldMkLst>
      </pc:sldChg>
      <pc:sldChg chg="addSp delSp modSp add del mod">
        <pc:chgData name="Osvaldo Luiz Santos Pereira" userId="c308351cf5a860c7" providerId="LiveId" clId="{0ACFF002-6690-4328-8D1A-ED1B649787F2}" dt="2025-08-02T15:38:31.217" v="2088" actId="47"/>
        <pc:sldMkLst>
          <pc:docMk/>
          <pc:sldMk cId="617253732" sldId="260"/>
        </pc:sldMkLst>
      </pc:sldChg>
      <pc:sldChg chg="add del">
        <pc:chgData name="Osvaldo Luiz Santos Pereira" userId="c308351cf5a860c7" providerId="LiveId" clId="{0ACFF002-6690-4328-8D1A-ED1B649787F2}" dt="2025-08-02T14:27:51.894" v="281"/>
        <pc:sldMkLst>
          <pc:docMk/>
          <pc:sldMk cId="2172497136" sldId="260"/>
        </pc:sldMkLst>
      </pc:sldChg>
      <pc:sldChg chg="addSp delSp modSp add mod modAnim">
        <pc:chgData name="Osvaldo Luiz Santos Pereira" userId="c308351cf5a860c7" providerId="LiveId" clId="{0ACFF002-6690-4328-8D1A-ED1B649787F2}" dt="2025-08-02T19:28:43.388" v="3611"/>
        <pc:sldMkLst>
          <pc:docMk/>
          <pc:sldMk cId="3070961284" sldId="261"/>
        </pc:sldMkLst>
      </pc:sldChg>
      <pc:sldChg chg="add del">
        <pc:chgData name="Osvaldo Luiz Santos Pereira" userId="c308351cf5a860c7" providerId="LiveId" clId="{0ACFF002-6690-4328-8D1A-ED1B649787F2}" dt="2025-08-02T14:27:51.397" v="280"/>
        <pc:sldMkLst>
          <pc:docMk/>
          <pc:sldMk cId="3228979579" sldId="261"/>
        </pc:sldMkLst>
      </pc:sldChg>
      <pc:sldChg chg="addSp delSp modSp add mod ord modAnim">
        <pc:chgData name="Osvaldo Luiz Santos Pereira" userId="c308351cf5a860c7" providerId="LiveId" clId="{0ACFF002-6690-4328-8D1A-ED1B649787F2}" dt="2025-08-02T19:29:34.755" v="3615"/>
        <pc:sldMkLst>
          <pc:docMk/>
          <pc:sldMk cId="662823859" sldId="262"/>
        </pc:sldMkLst>
      </pc:sldChg>
      <pc:sldChg chg="addSp delSp modSp add mod ord modAnim">
        <pc:chgData name="Osvaldo Luiz Santos Pereira" userId="c308351cf5a860c7" providerId="LiveId" clId="{0ACFF002-6690-4328-8D1A-ED1B649787F2}" dt="2025-08-02T23:16:28.078" v="4978"/>
        <pc:sldMkLst>
          <pc:docMk/>
          <pc:sldMk cId="507282837" sldId="263"/>
        </pc:sldMkLst>
      </pc:sldChg>
      <pc:sldChg chg="addSp delSp modSp add mod ord modAnim">
        <pc:chgData name="Osvaldo Luiz Santos Pereira" userId="c308351cf5a860c7" providerId="LiveId" clId="{0ACFF002-6690-4328-8D1A-ED1B649787F2}" dt="2025-08-02T23:14:42.206" v="4973" actId="14100"/>
        <pc:sldMkLst>
          <pc:docMk/>
          <pc:sldMk cId="2247708559" sldId="264"/>
        </pc:sldMkLst>
      </pc:sldChg>
      <pc:sldChg chg="addSp delSp modSp add mod ord delAnim modAnim">
        <pc:chgData name="Osvaldo Luiz Santos Pereira" userId="c308351cf5a860c7" providerId="LiveId" clId="{0ACFF002-6690-4328-8D1A-ED1B649787F2}" dt="2025-08-02T20:16:13.876" v="4808" actId="20577"/>
        <pc:sldMkLst>
          <pc:docMk/>
          <pc:sldMk cId="4211106752" sldId="265"/>
        </pc:sldMkLst>
      </pc:sldChg>
      <pc:sldChg chg="addSp delSp modSp add mod ord modAnim">
        <pc:chgData name="Osvaldo Luiz Santos Pereira" userId="c308351cf5a860c7" providerId="LiveId" clId="{0ACFF002-6690-4328-8D1A-ED1B649787F2}" dt="2025-08-02T19:30:09.353" v="3620"/>
        <pc:sldMkLst>
          <pc:docMk/>
          <pc:sldMk cId="925325881" sldId="266"/>
        </pc:sldMkLst>
      </pc:sldChg>
      <pc:sldChg chg="addSp delSp modSp add mod modAnim">
        <pc:chgData name="Osvaldo Luiz Santos Pereira" userId="c308351cf5a860c7" providerId="LiveId" clId="{0ACFF002-6690-4328-8D1A-ED1B649787F2}" dt="2025-08-02T19:31:30.959" v="3630"/>
        <pc:sldMkLst>
          <pc:docMk/>
          <pc:sldMk cId="1289244108" sldId="267"/>
        </pc:sldMkLst>
      </pc:sldChg>
      <pc:sldChg chg="delSp modSp add del mod modAnim">
        <pc:chgData name="Osvaldo Luiz Santos Pereira" userId="c308351cf5a860c7" providerId="LiveId" clId="{0ACFF002-6690-4328-8D1A-ED1B649787F2}" dt="2025-08-02T15:56:36.453" v="2326" actId="47"/>
        <pc:sldMkLst>
          <pc:docMk/>
          <pc:sldMk cId="4244926880" sldId="267"/>
        </pc:sldMkLst>
      </pc:sldChg>
      <pc:sldChg chg="addSp delSp modSp add mod modAnim">
        <pc:chgData name="Osvaldo Luiz Santos Pereira" userId="c308351cf5a860c7" providerId="LiveId" clId="{0ACFF002-6690-4328-8D1A-ED1B649787F2}" dt="2025-08-02T19:31:23.543" v="3629"/>
        <pc:sldMkLst>
          <pc:docMk/>
          <pc:sldMk cId="89530914" sldId="268"/>
        </pc:sldMkLst>
      </pc:sldChg>
      <pc:sldChg chg="addSp delSp modSp add mod delAnim modAnim">
        <pc:chgData name="Osvaldo Luiz Santos Pereira" userId="c308351cf5a860c7" providerId="LiveId" clId="{0ACFF002-6690-4328-8D1A-ED1B649787F2}" dt="2025-08-02T19:43:36.892" v="3833"/>
        <pc:sldMkLst>
          <pc:docMk/>
          <pc:sldMk cId="3879095415" sldId="269"/>
        </pc:sldMkLst>
      </pc:sldChg>
      <pc:sldChg chg="addSp delSp modSp add mod ord delAnim modAnim">
        <pc:chgData name="Osvaldo Luiz Santos Pereira" userId="c308351cf5a860c7" providerId="LiveId" clId="{0ACFF002-6690-4328-8D1A-ED1B649787F2}" dt="2025-08-02T23:13:20.852" v="4965"/>
        <pc:sldMkLst>
          <pc:docMk/>
          <pc:sldMk cId="32095444" sldId="270"/>
        </pc:sldMkLst>
      </pc:sldChg>
      <pc:sldChg chg="delSp add del mod">
        <pc:chgData name="Osvaldo Luiz Santos Pereira" userId="c308351cf5a860c7" providerId="LiveId" clId="{0ACFF002-6690-4328-8D1A-ED1B649787F2}" dt="2025-08-02T19:49:01.759" v="3865" actId="47"/>
        <pc:sldMkLst>
          <pc:docMk/>
          <pc:sldMk cId="1451140377" sldId="271"/>
        </pc:sldMkLst>
      </pc:sldChg>
      <pc:sldChg chg="add del">
        <pc:chgData name="Osvaldo Luiz Santos Pereira" userId="c308351cf5a860c7" providerId="LiveId" clId="{0ACFF002-6690-4328-8D1A-ED1B649787F2}" dt="2025-08-02T20:11:42.314" v="4335" actId="47"/>
        <pc:sldMkLst>
          <pc:docMk/>
          <pc:sldMk cId="2851221030" sldId="271"/>
        </pc:sldMkLst>
      </pc:sldChg>
      <pc:sldChg chg="add del">
        <pc:chgData name="Osvaldo Luiz Santos Pereira" userId="c308351cf5a860c7" providerId="LiveId" clId="{0ACFF002-6690-4328-8D1A-ED1B649787F2}" dt="2025-08-02T20:11:44.546" v="4336" actId="47"/>
        <pc:sldMkLst>
          <pc:docMk/>
          <pc:sldMk cId="63305680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8.png"/><Relationship Id="rId5" Type="http://schemas.openxmlformats.org/officeDocument/2006/relationships/image" Target="../media/image26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A9044-B56E-19F4-34E7-0C0D124B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A7B34B5-DC34-BB2B-6678-69029F622AF3}"/>
              </a:ext>
            </a:extLst>
          </p:cNvPr>
          <p:cNvSpPr/>
          <p:nvPr/>
        </p:nvSpPr>
        <p:spPr>
          <a:xfrm>
            <a:off x="2681400" y="1644501"/>
            <a:ext cx="1842309" cy="184230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9C4B287-975E-A44C-7CE0-F3A00EDF0ABB}"/>
              </a:ext>
            </a:extLst>
          </p:cNvPr>
          <p:cNvSpPr/>
          <p:nvPr/>
        </p:nvSpPr>
        <p:spPr>
          <a:xfrm>
            <a:off x="1301603" y="259989"/>
            <a:ext cx="3221062" cy="32210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E309516-B996-49D8-FF0B-CA4C931CF128}"/>
              </a:ext>
            </a:extLst>
          </p:cNvPr>
          <p:cNvSpPr/>
          <p:nvPr/>
        </p:nvSpPr>
        <p:spPr>
          <a:xfrm>
            <a:off x="389860" y="-9732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EB83980-AEB1-8EE2-6F16-DEB730460B79}"/>
              </a:ext>
            </a:extLst>
          </p:cNvPr>
          <p:cNvSpPr/>
          <p:nvPr/>
        </p:nvSpPr>
        <p:spPr>
          <a:xfrm>
            <a:off x="462858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D93F1E5-F8D7-D749-1160-F5EE47DB1C87}"/>
              </a:ext>
            </a:extLst>
          </p:cNvPr>
          <p:cNvSpPr/>
          <p:nvPr/>
        </p:nvSpPr>
        <p:spPr>
          <a:xfrm>
            <a:off x="2700908" y="1647935"/>
            <a:ext cx="3221062" cy="32210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33BB895-CF6C-3166-641C-ACBD31CBB4A9}"/>
                  </a:ext>
                </a:extLst>
              </p:cNvPr>
              <p:cNvSpPr txBox="1"/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33BB895-CF6C-3166-641C-ACBD31CBB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blipFill>
                <a:blip r:embed="rId2"/>
                <a:stretch>
                  <a:fillRect l="-26087" r="-2173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tângulo 26">
            <a:extLst>
              <a:ext uri="{FF2B5EF4-FFF2-40B4-BE49-F238E27FC236}">
                <a16:creationId xmlns:a16="http://schemas.microsoft.com/office/drawing/2014/main" id="{D5321DBD-3EAF-2091-268E-C506C68B7C62}"/>
              </a:ext>
            </a:extLst>
          </p:cNvPr>
          <p:cNvSpPr/>
          <p:nvPr/>
        </p:nvSpPr>
        <p:spPr>
          <a:xfrm>
            <a:off x="1814623" y="3498999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9421D90-E9E2-32FF-6230-F7D6BFEEC646}"/>
                  </a:ext>
                </a:extLst>
              </p:cNvPr>
              <p:cNvSpPr txBox="1"/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9421D90-E9E2-32FF-6230-F7D6BFEEC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blipFill>
                <a:blip r:embed="rId3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tângulo 27">
            <a:extLst>
              <a:ext uri="{FF2B5EF4-FFF2-40B4-BE49-F238E27FC236}">
                <a16:creationId xmlns:a16="http://schemas.microsoft.com/office/drawing/2014/main" id="{F4144079-99B3-9AE0-91D1-BAB54FC9CC5F}"/>
              </a:ext>
            </a:extLst>
          </p:cNvPr>
          <p:cNvSpPr/>
          <p:nvPr/>
        </p:nvSpPr>
        <p:spPr>
          <a:xfrm>
            <a:off x="4540710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A51EE4E-8EFC-9471-5731-FCD58A6A89F2}"/>
                  </a:ext>
                </a:extLst>
              </p:cNvPr>
              <p:cNvSpPr txBox="1"/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A51EE4E-8EFC-9471-5731-FCD58A6A8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blipFill>
                <a:blip r:embed="rId4"/>
                <a:stretch>
                  <a:fillRect l="-27907" r="-2325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952E6D4-0B3D-471D-11A3-7E434B8A3895}"/>
                  </a:ext>
                </a:extLst>
              </p:cNvPr>
              <p:cNvSpPr txBox="1"/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952E6D4-0B3D-471D-11A3-7E434B8A3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blipFill>
                <a:blip r:embed="rId5"/>
                <a:stretch>
                  <a:fillRect l="-22917" r="-2291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5DFE6C2-B95A-A6E8-646B-1868B5B00F6A}"/>
                  </a:ext>
                </a:extLst>
              </p:cNvPr>
              <p:cNvSpPr txBox="1"/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5DFE6C2-B95A-A6E8-646B-1868B5B00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blipFill>
                <a:blip r:embed="rId6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D95F423B-054D-7F26-12EF-82A621890255}"/>
                  </a:ext>
                </a:extLst>
              </p:cNvPr>
              <p:cNvSpPr txBox="1"/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D95F423B-054D-7F26-12EF-82A621890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blipFill>
                <a:blip r:embed="rId7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A7374BC5-46EA-98E9-B693-43988D02DD74}"/>
              </a:ext>
            </a:extLst>
          </p:cNvPr>
          <p:cNvCxnSpPr>
            <a:stCxn id="26" idx="2"/>
            <a:endCxn id="26" idx="0"/>
          </p:cNvCxnSpPr>
          <p:nvPr/>
        </p:nvCxnSpPr>
        <p:spPr>
          <a:xfrm flipV="1">
            <a:off x="2700908" y="1647935"/>
            <a:ext cx="1610531" cy="161053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A4D9748A-68DD-1E1C-BD7C-D58BAF85C2F0}"/>
              </a:ext>
            </a:extLst>
          </p:cNvPr>
          <p:cNvCxnSpPr>
            <a:cxnSpLocks/>
          </p:cNvCxnSpPr>
          <p:nvPr/>
        </p:nvCxnSpPr>
        <p:spPr>
          <a:xfrm flipV="1">
            <a:off x="2744359" y="1654885"/>
            <a:ext cx="1722717" cy="172271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CF8C3D55-5A69-41FA-A15F-22096D9A15DD}"/>
              </a:ext>
            </a:extLst>
          </p:cNvPr>
          <p:cNvCxnSpPr>
            <a:cxnSpLocks/>
          </p:cNvCxnSpPr>
          <p:nvPr/>
        </p:nvCxnSpPr>
        <p:spPr>
          <a:xfrm flipV="1">
            <a:off x="2726314" y="1647935"/>
            <a:ext cx="1428840" cy="142884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65E5131E-6C72-8DBF-D6E8-A463D8766585}"/>
              </a:ext>
            </a:extLst>
          </p:cNvPr>
          <p:cNvCxnSpPr>
            <a:cxnSpLocks/>
          </p:cNvCxnSpPr>
          <p:nvPr/>
        </p:nvCxnSpPr>
        <p:spPr>
          <a:xfrm flipV="1">
            <a:off x="2754018" y="1647935"/>
            <a:ext cx="1268617" cy="126861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C98B5867-113E-5593-8F8F-F105EA14E98D}"/>
              </a:ext>
            </a:extLst>
          </p:cNvPr>
          <p:cNvCxnSpPr>
            <a:cxnSpLocks/>
          </p:cNvCxnSpPr>
          <p:nvPr/>
        </p:nvCxnSpPr>
        <p:spPr>
          <a:xfrm flipV="1">
            <a:off x="2776603" y="1759227"/>
            <a:ext cx="1010591" cy="101059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7437CB3A-7E80-C85E-761E-4316B54B8B2D}"/>
              </a:ext>
            </a:extLst>
          </p:cNvPr>
          <p:cNvCxnSpPr>
            <a:cxnSpLocks/>
          </p:cNvCxnSpPr>
          <p:nvPr/>
        </p:nvCxnSpPr>
        <p:spPr>
          <a:xfrm flipV="1">
            <a:off x="2834649" y="1789288"/>
            <a:ext cx="811295" cy="81129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588A60EA-5A9C-8619-A2A7-1E97D127181B}"/>
              </a:ext>
            </a:extLst>
          </p:cNvPr>
          <p:cNvCxnSpPr>
            <a:cxnSpLocks/>
          </p:cNvCxnSpPr>
          <p:nvPr/>
        </p:nvCxnSpPr>
        <p:spPr>
          <a:xfrm flipV="1">
            <a:off x="2818258" y="1739111"/>
            <a:ext cx="1699417" cy="169941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E0C55703-8AB1-FB8D-B9AA-0D7989A1C071}"/>
              </a:ext>
            </a:extLst>
          </p:cNvPr>
          <p:cNvCxnSpPr>
            <a:cxnSpLocks/>
            <a:stCxn id="12" idx="4"/>
            <a:endCxn id="12" idx="6"/>
          </p:cNvCxnSpPr>
          <p:nvPr/>
        </p:nvCxnSpPr>
        <p:spPr>
          <a:xfrm flipV="1">
            <a:off x="2912134" y="1870520"/>
            <a:ext cx="1610531" cy="161053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A359BBD0-776E-F842-518B-5598D1843BF4}"/>
              </a:ext>
            </a:extLst>
          </p:cNvPr>
          <p:cNvCxnSpPr>
            <a:cxnSpLocks/>
          </p:cNvCxnSpPr>
          <p:nvPr/>
        </p:nvCxnSpPr>
        <p:spPr>
          <a:xfrm flipV="1">
            <a:off x="3065175" y="2051128"/>
            <a:ext cx="1424192" cy="142419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B62D73FA-E8B2-88EB-C213-BFC9641E7BB8}"/>
              </a:ext>
            </a:extLst>
          </p:cNvPr>
          <p:cNvCxnSpPr>
            <a:cxnSpLocks/>
          </p:cNvCxnSpPr>
          <p:nvPr/>
        </p:nvCxnSpPr>
        <p:spPr>
          <a:xfrm flipV="1">
            <a:off x="3281898" y="2184654"/>
            <a:ext cx="1201685" cy="120168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94347808-EE85-4F07-0DF5-88DBB059D206}"/>
              </a:ext>
            </a:extLst>
          </p:cNvPr>
          <p:cNvCxnSpPr>
            <a:cxnSpLocks/>
          </p:cNvCxnSpPr>
          <p:nvPr/>
        </p:nvCxnSpPr>
        <p:spPr>
          <a:xfrm flipV="1">
            <a:off x="3398884" y="2342011"/>
            <a:ext cx="1047674" cy="104767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245FE1EB-444B-93AE-BAF6-D91153E63E63}"/>
              </a:ext>
            </a:extLst>
          </p:cNvPr>
          <p:cNvCxnSpPr>
            <a:cxnSpLocks/>
          </p:cNvCxnSpPr>
          <p:nvPr/>
        </p:nvCxnSpPr>
        <p:spPr>
          <a:xfrm flipV="1">
            <a:off x="3628403" y="2599798"/>
            <a:ext cx="683036" cy="68303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32DC062-93A3-0BF2-F718-AC022EE08FA2}"/>
                  </a:ext>
                </a:extLst>
              </p:cNvPr>
              <p:cNvSpPr txBox="1"/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32DC062-93A3-0BF2-F718-AC022EE08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blipFill>
                <a:blip r:embed="rId8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073CF6A-A086-AD6B-EBD7-C3347D6C429E}"/>
                  </a:ext>
                </a:extLst>
              </p:cNvPr>
              <p:cNvSpPr txBox="1"/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073CF6A-A086-AD6B-EBD7-C3347D6C4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blipFill>
                <a:blip r:embed="rId9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2A3C529-2DA1-7C05-0AB6-B050464333C8}"/>
                  </a:ext>
                </a:extLst>
              </p:cNvPr>
              <p:cNvSpPr txBox="1"/>
              <p:nvPr/>
            </p:nvSpPr>
            <p:spPr>
              <a:xfrm>
                <a:off x="4695309" y="501048"/>
                <a:ext cx="9294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𝐴𝐸𝐶𝐹𝐴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2A3C529-2DA1-7C05-0AB6-B05046433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309" y="501048"/>
                <a:ext cx="929422" cy="307777"/>
              </a:xfrm>
              <a:prstGeom prst="rect">
                <a:avLst/>
              </a:prstGeom>
              <a:blipFill>
                <a:blip r:embed="rId10"/>
                <a:stretch>
                  <a:fillRect l="-5882" b="-137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2D6D3454-6413-DA61-D36F-59167051F180}"/>
              </a:ext>
            </a:extLst>
          </p:cNvPr>
          <p:cNvCxnSpPr>
            <a:endCxn id="5" idx="0"/>
          </p:cNvCxnSpPr>
          <p:nvPr/>
        </p:nvCxnSpPr>
        <p:spPr>
          <a:xfrm rot="5400000" flipH="1" flipV="1">
            <a:off x="3830208" y="640757"/>
            <a:ext cx="1469520" cy="1190103"/>
          </a:xfrm>
          <a:prstGeom prst="curvedConnector3">
            <a:avLst>
              <a:gd name="adj1" fmla="val 115556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358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6000"/>
    </mc:Choice>
    <mc:Fallback>
      <p:transition spd="slow" advClick="0" advTm="36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FBA50-A78E-FF9C-2506-03637CB6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8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F8B64-8693-16C5-5ACF-F37B5D0FD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A231770-1BD4-3036-88BE-D778E8E9904E}"/>
              </a:ext>
            </a:extLst>
          </p:cNvPr>
          <p:cNvSpPr/>
          <p:nvPr/>
        </p:nvSpPr>
        <p:spPr>
          <a:xfrm>
            <a:off x="2681400" y="1644501"/>
            <a:ext cx="1842309" cy="184230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9B5DF26-2699-361D-B79C-D4940E6DA294}"/>
              </a:ext>
            </a:extLst>
          </p:cNvPr>
          <p:cNvSpPr/>
          <p:nvPr/>
        </p:nvSpPr>
        <p:spPr>
          <a:xfrm>
            <a:off x="1308691" y="274165"/>
            <a:ext cx="3221062" cy="32210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790E778-A276-ABA6-115B-92D94FAEA464}"/>
              </a:ext>
            </a:extLst>
          </p:cNvPr>
          <p:cNvSpPr/>
          <p:nvPr/>
        </p:nvSpPr>
        <p:spPr>
          <a:xfrm>
            <a:off x="2679644" y="1647935"/>
            <a:ext cx="3221062" cy="32210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33120DE-C2BE-C58F-99F0-AC23D95155B8}"/>
                  </a:ext>
                </a:extLst>
              </p:cNvPr>
              <p:cNvSpPr txBox="1"/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33120DE-C2BE-C58F-99F0-AC23D9515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blipFill>
                <a:blip r:embed="rId2"/>
                <a:stretch>
                  <a:fillRect l="-26087" r="-2173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0681DAE-EE93-D452-9891-3BBE5F258E77}"/>
                  </a:ext>
                </a:extLst>
              </p:cNvPr>
              <p:cNvSpPr txBox="1"/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0681DAE-EE93-D452-9891-3BBE5F258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blipFill>
                <a:blip r:embed="rId3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7F060BE-ECF7-17FD-F543-753DAB25E341}"/>
                  </a:ext>
                </a:extLst>
              </p:cNvPr>
              <p:cNvSpPr txBox="1"/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7F060BE-ECF7-17FD-F543-753DAB25E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blipFill>
                <a:blip r:embed="rId4"/>
                <a:stretch>
                  <a:fillRect l="-27907" r="-2325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B55AE16-6A1B-ED1B-BBB0-B196AA92C797}"/>
                  </a:ext>
                </a:extLst>
              </p:cNvPr>
              <p:cNvSpPr txBox="1"/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B55AE16-6A1B-ED1B-BBB0-B196AA92C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blipFill>
                <a:blip r:embed="rId5"/>
                <a:stretch>
                  <a:fillRect l="-22917" r="-2291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61ED75E2-2B2B-FB6F-7574-A1F812E31767}"/>
                  </a:ext>
                </a:extLst>
              </p:cNvPr>
              <p:cNvSpPr txBox="1"/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61ED75E2-2B2B-FB6F-7574-A1F812E31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blipFill>
                <a:blip r:embed="rId6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136BEE1E-9F23-8F47-83F2-B9AFEB5C37A9}"/>
                  </a:ext>
                </a:extLst>
              </p:cNvPr>
              <p:cNvSpPr txBox="1"/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136BEE1E-9F23-8F47-83F2-B9AFEB5C3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blipFill>
                <a:blip r:embed="rId7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51FCBA4-2A88-EA8A-E361-D31A8D881CDF}"/>
                  </a:ext>
                </a:extLst>
              </p:cNvPr>
              <p:cNvSpPr txBox="1"/>
              <p:nvPr/>
            </p:nvSpPr>
            <p:spPr>
              <a:xfrm>
                <a:off x="1138432" y="441762"/>
                <a:ext cx="3543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51FCBA4-2A88-EA8A-E361-D31A8D881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432" y="441762"/>
                <a:ext cx="354392" cy="369332"/>
              </a:xfrm>
              <a:prstGeom prst="rect">
                <a:avLst/>
              </a:prstGeom>
              <a:blipFill>
                <a:blip r:embed="rId8"/>
                <a:stretch>
                  <a:fillRect l="-20690" r="-6897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09C2386-7A7A-F82A-841E-9B5CB18B1056}"/>
                  </a:ext>
                </a:extLst>
              </p:cNvPr>
              <p:cNvSpPr txBox="1"/>
              <p:nvPr/>
            </p:nvSpPr>
            <p:spPr>
              <a:xfrm>
                <a:off x="5654523" y="4382897"/>
                <a:ext cx="361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09C2386-7A7A-F82A-841E-9B5CB18B1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523" y="4382897"/>
                <a:ext cx="361509" cy="369332"/>
              </a:xfrm>
              <a:prstGeom prst="rect">
                <a:avLst/>
              </a:prstGeom>
              <a:blipFill>
                <a:blip r:embed="rId9"/>
                <a:stretch>
                  <a:fillRect l="-20339" r="-6780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1D4495E-63F5-ABE4-2DB3-1F38BFFA3802}"/>
                  </a:ext>
                </a:extLst>
              </p:cNvPr>
              <p:cNvSpPr txBox="1"/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1D4495E-63F5-ABE4-2DB3-1F38BFFA3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blipFill>
                <a:blip r:embed="rId10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F4D6014-0C4F-1D3F-6ECB-71A12D9E1F17}"/>
                  </a:ext>
                </a:extLst>
              </p:cNvPr>
              <p:cNvSpPr txBox="1"/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F4D6014-0C4F-1D3F-6ECB-71A12D9E1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blipFill>
                <a:blip r:embed="rId11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440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3000"/>
    </mc:Choice>
    <mc:Fallback>
      <p:transition spd="slow" advClick="0" advTm="4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492A-6FCB-0F2C-708A-C2279D4E2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63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02BED-322E-0AC1-7C43-BC3C5525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4E44FEBE-D136-93CB-E6B7-ADD0196B62E7}"/>
              </a:ext>
            </a:extLst>
          </p:cNvPr>
          <p:cNvSpPr/>
          <p:nvPr/>
        </p:nvSpPr>
        <p:spPr>
          <a:xfrm>
            <a:off x="2679644" y="1647935"/>
            <a:ext cx="3221062" cy="322106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D804A9-2DDC-FF1D-0DFE-06FE70E2CD92}"/>
              </a:ext>
            </a:extLst>
          </p:cNvPr>
          <p:cNvSpPr/>
          <p:nvPr/>
        </p:nvSpPr>
        <p:spPr>
          <a:xfrm>
            <a:off x="1814623" y="3498999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A6A0E4F-3644-BD22-4CBF-CC575A225E28}"/>
              </a:ext>
            </a:extLst>
          </p:cNvPr>
          <p:cNvSpPr/>
          <p:nvPr/>
        </p:nvSpPr>
        <p:spPr>
          <a:xfrm>
            <a:off x="4540710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0E2D417-C6CB-FC45-D7F2-E49B7930FCCA}"/>
                  </a:ext>
                </a:extLst>
              </p:cNvPr>
              <p:cNvSpPr txBox="1"/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0E2D417-C6CB-FC45-D7F2-E49B7930F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blipFill>
                <a:blip r:embed="rId2"/>
                <a:stretch>
                  <a:fillRect l="-26087" r="-2173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CDF1C6D-464C-3748-71A8-C7A78737E226}"/>
                  </a:ext>
                </a:extLst>
              </p:cNvPr>
              <p:cNvSpPr txBox="1"/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CDF1C6D-464C-3748-71A8-C7A78737E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blipFill>
                <a:blip r:embed="rId3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AE94DFB-09FB-8641-1B35-0D7DAD4984C1}"/>
                  </a:ext>
                </a:extLst>
              </p:cNvPr>
              <p:cNvSpPr txBox="1"/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AE94DFB-09FB-8641-1B35-0D7DAD498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blipFill>
                <a:blip r:embed="rId4"/>
                <a:stretch>
                  <a:fillRect l="-22917" r="-2291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7829130-EF58-FCF5-52EC-69938FE99830}"/>
                  </a:ext>
                </a:extLst>
              </p:cNvPr>
              <p:cNvSpPr txBox="1"/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7829130-EF58-FCF5-52EC-69938FE99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blipFill>
                <a:blip r:embed="rId5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E414AED9-C6AA-3E7B-21F1-63E12E171198}"/>
                  </a:ext>
                </a:extLst>
              </p:cNvPr>
              <p:cNvSpPr txBox="1"/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E414AED9-C6AA-3E7B-21F1-63E12E171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blipFill>
                <a:blip r:embed="rId6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ângulo 1">
            <a:extLst>
              <a:ext uri="{FF2B5EF4-FFF2-40B4-BE49-F238E27FC236}">
                <a16:creationId xmlns:a16="http://schemas.microsoft.com/office/drawing/2014/main" id="{21CF138C-2F0F-52B4-AF53-2FDB4CD3FDDA}"/>
              </a:ext>
            </a:extLst>
          </p:cNvPr>
          <p:cNvSpPr/>
          <p:nvPr/>
        </p:nvSpPr>
        <p:spPr>
          <a:xfrm>
            <a:off x="2681400" y="1644501"/>
            <a:ext cx="1842309" cy="184230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49FCC3DC-3FE7-4B26-8916-9069ED3F8F72}"/>
                  </a:ext>
                </a:extLst>
              </p:cNvPr>
              <p:cNvSpPr txBox="1"/>
              <p:nvPr/>
            </p:nvSpPr>
            <p:spPr>
              <a:xfrm>
                <a:off x="4695309" y="501048"/>
                <a:ext cx="159607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𝐴𝐸𝐶𝐷𝐴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49FCC3DC-3FE7-4B26-8916-9069ED3F8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309" y="501048"/>
                <a:ext cx="1596078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: Curvo 14">
            <a:extLst>
              <a:ext uri="{FF2B5EF4-FFF2-40B4-BE49-F238E27FC236}">
                <a16:creationId xmlns:a16="http://schemas.microsoft.com/office/drawing/2014/main" id="{021CA09B-E417-1C1F-AE96-6756FDAEC1B0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 flipH="1" flipV="1">
            <a:off x="3751739" y="1026999"/>
            <a:ext cx="1161744" cy="725396"/>
          </a:xfrm>
          <a:prstGeom prst="curvedConnector2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5AC3E5E-01B5-F821-1222-EE3E27885050}"/>
                  </a:ext>
                </a:extLst>
              </p:cNvPr>
              <p:cNvSpPr txBox="1"/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5AC3E5E-01B5-F821-1222-EE3E27885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blipFill>
                <a:blip r:embed="rId8"/>
                <a:stretch>
                  <a:fillRect l="-27907" r="-2325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71CC3624-69A4-F275-7CB7-B920E2B49C70}"/>
                  </a:ext>
                </a:extLst>
              </p:cNvPr>
              <p:cNvSpPr txBox="1"/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71CC3624-69A4-F275-7CB7-B920E2B49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blipFill>
                <a:blip r:embed="rId9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911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6000"/>
    </mc:Choice>
    <mc:Fallback>
      <p:transition spd="slow" advClick="0" advTm="16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AB9A6-BB16-1462-CCEA-50E529A6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47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696D3-2539-0917-83ED-E275DC01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16A1541E-0084-3B3E-C771-9E25F54AA9F7}"/>
              </a:ext>
            </a:extLst>
          </p:cNvPr>
          <p:cNvSpPr/>
          <p:nvPr/>
        </p:nvSpPr>
        <p:spPr>
          <a:xfrm>
            <a:off x="1814623" y="3498999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DD06F5F-8017-EA31-5A4E-1DC2F130CBA5}"/>
              </a:ext>
            </a:extLst>
          </p:cNvPr>
          <p:cNvSpPr/>
          <p:nvPr/>
        </p:nvSpPr>
        <p:spPr>
          <a:xfrm>
            <a:off x="4540710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457809E-AEBE-62A6-F5FD-8A4BB8534B76}"/>
                  </a:ext>
                </a:extLst>
              </p:cNvPr>
              <p:cNvSpPr txBox="1"/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457809E-AEBE-62A6-F5FD-8A4BB8534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blipFill>
                <a:blip r:embed="rId2"/>
                <a:stretch>
                  <a:fillRect l="-26087" r="-2173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34A0A00-7E84-4216-2B34-19C8BD5AA805}"/>
                  </a:ext>
                </a:extLst>
              </p:cNvPr>
              <p:cNvSpPr txBox="1"/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34A0A00-7E84-4216-2B34-19C8BD5AA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blipFill>
                <a:blip r:embed="rId3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C16C96D-02AD-E08D-4752-ED65BA6F2A4B}"/>
                  </a:ext>
                </a:extLst>
              </p:cNvPr>
              <p:cNvSpPr txBox="1"/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C16C96D-02AD-E08D-4752-ED65BA6F2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blipFill>
                <a:blip r:embed="rId4"/>
                <a:stretch>
                  <a:fillRect l="-22917" r="-2291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B5D8C80-407E-06EA-1A6E-A644AFE06188}"/>
                  </a:ext>
                </a:extLst>
              </p:cNvPr>
              <p:cNvSpPr txBox="1"/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B5D8C80-407E-06EA-1A6E-A644AFE06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blipFill>
                <a:blip r:embed="rId5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08C033B5-4EE6-8A63-C61A-BB0AB7C781D8}"/>
                  </a:ext>
                </a:extLst>
              </p:cNvPr>
              <p:cNvSpPr txBox="1"/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08C033B5-4EE6-8A63-C61A-BB0AB7C78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blipFill>
                <a:blip r:embed="rId6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ângulo 1">
            <a:extLst>
              <a:ext uri="{FF2B5EF4-FFF2-40B4-BE49-F238E27FC236}">
                <a16:creationId xmlns:a16="http://schemas.microsoft.com/office/drawing/2014/main" id="{F4001F9E-4CAF-743E-E4C9-7925746B1E12}"/>
              </a:ext>
            </a:extLst>
          </p:cNvPr>
          <p:cNvSpPr/>
          <p:nvPr/>
        </p:nvSpPr>
        <p:spPr>
          <a:xfrm>
            <a:off x="2681400" y="1644501"/>
            <a:ext cx="1842309" cy="184230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7DD8FAC-4F4D-5C5F-CBAF-086C202DD4E9}"/>
                  </a:ext>
                </a:extLst>
              </p:cNvPr>
              <p:cNvSpPr txBox="1"/>
              <p:nvPr/>
            </p:nvSpPr>
            <p:spPr>
              <a:xfrm>
                <a:off x="4695309" y="501048"/>
                <a:ext cx="135190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𝐴𝐶𝐷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7DD8FAC-4F4D-5C5F-CBAF-086C202DD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309" y="501048"/>
                <a:ext cx="1351909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1DE48F8-B22F-2AEA-C25A-F4FB237B75DD}"/>
                  </a:ext>
                </a:extLst>
              </p:cNvPr>
              <p:cNvSpPr txBox="1"/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1DE48F8-B22F-2AEA-C25A-F4FB237B7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blipFill>
                <a:blip r:embed="rId8"/>
                <a:stretch>
                  <a:fillRect l="-27907" r="-2325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F6CC4ED5-839E-94DF-DCAE-7F31A258FC37}"/>
              </a:ext>
            </a:extLst>
          </p:cNvPr>
          <p:cNvSpPr/>
          <p:nvPr/>
        </p:nvSpPr>
        <p:spPr>
          <a:xfrm rot="16200000">
            <a:off x="2679754" y="1646148"/>
            <a:ext cx="1842307" cy="1824836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: Curvo 16">
            <a:extLst>
              <a:ext uri="{FF2B5EF4-FFF2-40B4-BE49-F238E27FC236}">
                <a16:creationId xmlns:a16="http://schemas.microsoft.com/office/drawing/2014/main" id="{E227A43A-D5AD-8C85-8192-B5BF67DEA7BA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 flipH="1" flipV="1">
            <a:off x="3184457" y="1303233"/>
            <a:ext cx="2005260" cy="1016444"/>
          </a:xfrm>
          <a:prstGeom prst="curvedConnector2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242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7000"/>
    </mc:Choice>
    <mc:Fallback>
      <p:transition spd="slow" advClick="0" advTm="17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9D7F0-7612-ABB9-20DE-D0A42EE7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87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2725-E8F0-2737-E086-6FC95CDB5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F42644F2-35CA-B3C7-9A55-71960D33C07E}"/>
              </a:ext>
            </a:extLst>
          </p:cNvPr>
          <p:cNvSpPr/>
          <p:nvPr/>
        </p:nvSpPr>
        <p:spPr>
          <a:xfrm>
            <a:off x="2679644" y="1647935"/>
            <a:ext cx="3221062" cy="322106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64559CF3-E1FD-46AD-A85A-739CD0C421A2}"/>
              </a:ext>
            </a:extLst>
          </p:cNvPr>
          <p:cNvSpPr/>
          <p:nvPr/>
        </p:nvSpPr>
        <p:spPr>
          <a:xfrm rot="16200000">
            <a:off x="2679754" y="1646148"/>
            <a:ext cx="1842307" cy="1824836"/>
          </a:xfrm>
          <a:prstGeom prst="rt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A95FA84-EAA1-6057-AC15-D6F93A36F2C0}"/>
              </a:ext>
            </a:extLst>
          </p:cNvPr>
          <p:cNvSpPr/>
          <p:nvPr/>
        </p:nvSpPr>
        <p:spPr>
          <a:xfrm>
            <a:off x="1301603" y="259989"/>
            <a:ext cx="3221062" cy="32210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F17F8F5-358C-7ABF-1569-AF17C080A823}"/>
              </a:ext>
            </a:extLst>
          </p:cNvPr>
          <p:cNvSpPr/>
          <p:nvPr/>
        </p:nvSpPr>
        <p:spPr>
          <a:xfrm>
            <a:off x="1814623" y="3498999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207EAF5-B480-0EF6-49FD-7D16B5A3F8A8}"/>
              </a:ext>
            </a:extLst>
          </p:cNvPr>
          <p:cNvSpPr/>
          <p:nvPr/>
        </p:nvSpPr>
        <p:spPr>
          <a:xfrm>
            <a:off x="4540710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2F38934-41D8-55A8-0898-B717B9781B72}"/>
                  </a:ext>
                </a:extLst>
              </p:cNvPr>
              <p:cNvSpPr txBox="1"/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2F38934-41D8-55A8-0898-B717B9781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blipFill>
                <a:blip r:embed="rId2"/>
                <a:stretch>
                  <a:fillRect l="-22917" r="-2291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ângulo 1">
            <a:extLst>
              <a:ext uri="{FF2B5EF4-FFF2-40B4-BE49-F238E27FC236}">
                <a16:creationId xmlns:a16="http://schemas.microsoft.com/office/drawing/2014/main" id="{82909DA4-A1A9-67E3-6D63-D7DA668F97F8}"/>
              </a:ext>
            </a:extLst>
          </p:cNvPr>
          <p:cNvSpPr/>
          <p:nvPr/>
        </p:nvSpPr>
        <p:spPr>
          <a:xfrm>
            <a:off x="2681400" y="1644501"/>
            <a:ext cx="1842309" cy="184230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F9025CA-66F6-FC12-35C0-3DBB85269475}"/>
                  </a:ext>
                </a:extLst>
              </p:cNvPr>
              <p:cNvSpPr txBox="1"/>
              <p:nvPr/>
            </p:nvSpPr>
            <p:spPr>
              <a:xfrm>
                <a:off x="4695309" y="501048"/>
                <a:ext cx="1794530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𝐴𝐸𝐶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F9025CA-66F6-FC12-35C0-3DBB85269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309" y="501048"/>
                <a:ext cx="1794530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38F3E19-C7C1-01A1-C2DC-8FA3C74ABC21}"/>
                  </a:ext>
                </a:extLst>
              </p:cNvPr>
              <p:cNvSpPr txBox="1"/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38F3E19-C7C1-01A1-C2DC-8FA3C74AB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blipFill>
                <a:blip r:embed="rId4"/>
                <a:stretch>
                  <a:fillRect l="-27907" r="-2325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6F2565A-3A49-17F9-5263-5D05533A6F75}"/>
                  </a:ext>
                </a:extLst>
              </p:cNvPr>
              <p:cNvSpPr txBox="1"/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6F2565A-3A49-17F9-5263-5D05533A6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blipFill>
                <a:blip r:embed="rId5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556AAAC4-B7FE-71C2-D968-46823AEE7857}"/>
              </a:ext>
            </a:extLst>
          </p:cNvPr>
          <p:cNvSpPr/>
          <p:nvPr/>
        </p:nvSpPr>
        <p:spPr>
          <a:xfrm>
            <a:off x="462858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9FB5115-4C14-7481-C18E-56A6EA2D7CD7}"/>
              </a:ext>
            </a:extLst>
          </p:cNvPr>
          <p:cNvSpPr/>
          <p:nvPr/>
        </p:nvSpPr>
        <p:spPr>
          <a:xfrm>
            <a:off x="389860" y="-9732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49B1C71-7E13-37A2-8D71-471C83E15DC9}"/>
                  </a:ext>
                </a:extLst>
              </p:cNvPr>
              <p:cNvSpPr txBox="1"/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49B1C71-7E13-37A2-8D71-471C83E15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blipFill>
                <a:blip r:embed="rId6"/>
                <a:stretch>
                  <a:fillRect l="-26087" r="-2173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F26668EA-0DA1-5E2D-77A4-CA95E3335FB4}"/>
                  </a:ext>
                </a:extLst>
              </p:cNvPr>
              <p:cNvSpPr txBox="1"/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F26668EA-0DA1-5E2D-77A4-CA95E3335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blipFill>
                <a:blip r:embed="rId7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8DBBCC74-BE22-5F3A-DB63-1359126B8F27}"/>
                  </a:ext>
                </a:extLst>
              </p:cNvPr>
              <p:cNvSpPr txBox="1"/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8DBBCC74-BE22-5F3A-DB63-1359126B8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blipFill>
                <a:blip r:embed="rId8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ECD02AE-03AA-306D-EB6A-0B30A0DF911A}"/>
                  </a:ext>
                </a:extLst>
              </p:cNvPr>
              <p:cNvSpPr txBox="1"/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ECD02AE-03AA-306D-EB6A-0B30A0DF9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blipFill>
                <a:blip r:embed="rId9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: Curvo 14">
            <a:extLst>
              <a:ext uri="{FF2B5EF4-FFF2-40B4-BE49-F238E27FC236}">
                <a16:creationId xmlns:a16="http://schemas.microsoft.com/office/drawing/2014/main" id="{3CFE07AD-6D1C-EF00-61BE-04AF142BCFF5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 flipH="1" flipV="1">
            <a:off x="3741897" y="1017157"/>
            <a:ext cx="1181429" cy="725396"/>
          </a:xfrm>
          <a:prstGeom prst="curvedConnector2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B9F3DC7-7F6D-9B12-DBC8-C97C2CF7B65E}"/>
                  </a:ext>
                </a:extLst>
              </p:cNvPr>
              <p:cNvSpPr txBox="1"/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B9F3DC7-7F6D-9B12-DBC8-C97C2CF7B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blipFill>
                <a:blip r:embed="rId10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805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9000"/>
    </mc:Choice>
    <mc:Fallback>
      <p:transition spd="slow" advClick="0" advTm="19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96A08-5F10-A1C3-4274-B9DC5045B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24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94A78-11C5-3BCC-1FD5-74657E1A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59EBA5-44D5-9CA4-5EE4-F402E4E23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49" y="772383"/>
            <a:ext cx="1802912" cy="15990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05C10D7-BE12-B63A-4305-42FD33161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302" y="772384"/>
            <a:ext cx="1789322" cy="168966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C98B480-C7C0-FF25-2AD9-90E856B74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710" y="687572"/>
            <a:ext cx="1766673" cy="1626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72F8148-E53E-EDF8-9204-41109FE5757C}"/>
                  </a:ext>
                </a:extLst>
              </p:cNvPr>
              <p:cNvSpPr txBox="1"/>
              <p:nvPr/>
            </p:nvSpPr>
            <p:spPr>
              <a:xfrm>
                <a:off x="704849" y="2971230"/>
                <a:ext cx="1794530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𝐴𝐸𝐶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72F8148-E53E-EDF8-9204-41109FE57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49" y="2971230"/>
                <a:ext cx="1794530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E7417B5-1101-9D54-58C7-CB2B8383685B}"/>
                  </a:ext>
                </a:extLst>
              </p:cNvPr>
              <p:cNvSpPr txBox="1"/>
              <p:nvPr/>
            </p:nvSpPr>
            <p:spPr>
              <a:xfrm>
                <a:off x="2797805" y="1162140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E7417B5-1101-9D54-58C7-CB2B83836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5" y="1162140"/>
                <a:ext cx="549830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C924D446-FC5D-0F2F-1399-34A8C4B7BFFF}"/>
                  </a:ext>
                </a:extLst>
              </p:cNvPr>
              <p:cNvSpPr txBox="1"/>
              <p:nvPr/>
            </p:nvSpPr>
            <p:spPr>
              <a:xfrm>
                <a:off x="5902512" y="1162140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C924D446-FC5D-0F2F-1399-34A8C4B7B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512" y="1162140"/>
                <a:ext cx="549830" cy="6771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6CC257A7-9B78-1610-E56C-97444DF9BD82}"/>
                  </a:ext>
                </a:extLst>
              </p:cNvPr>
              <p:cNvSpPr txBox="1"/>
              <p:nvPr/>
            </p:nvSpPr>
            <p:spPr>
              <a:xfrm>
                <a:off x="2797805" y="2920767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6CC257A7-9B78-1610-E56C-97444DF9B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5" y="2920767"/>
                <a:ext cx="549830" cy="6771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F9F2704-D380-45A8-16CE-BF8AA91F8830}"/>
                  </a:ext>
                </a:extLst>
              </p:cNvPr>
              <p:cNvSpPr txBox="1"/>
              <p:nvPr/>
            </p:nvSpPr>
            <p:spPr>
              <a:xfrm>
                <a:off x="4207651" y="3125118"/>
                <a:ext cx="8348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𝐴𝐸𝐶𝐷𝐴</m:t>
                          </m:r>
                        </m:sub>
                      </m:sSub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F9F2704-D380-45A8-16CE-BF8AA91F8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651" y="3125118"/>
                <a:ext cx="834844" cy="307777"/>
              </a:xfrm>
              <a:prstGeom prst="rect">
                <a:avLst/>
              </a:prstGeom>
              <a:blipFill>
                <a:blip r:embed="rId9"/>
                <a:stretch>
                  <a:fillRect l="-6569" r="-730" b="-1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3DFB591-3EFC-11DA-2998-B9A6F04485F8}"/>
                  </a:ext>
                </a:extLst>
              </p:cNvPr>
              <p:cNvSpPr txBox="1"/>
              <p:nvPr/>
            </p:nvSpPr>
            <p:spPr>
              <a:xfrm>
                <a:off x="5902512" y="2965699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3DFB591-3EFC-11DA-2998-B9A6F0448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512" y="2965699"/>
                <a:ext cx="549830" cy="6771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AD389F8-103F-BFE5-3D07-31E6F6E60B2C}"/>
                  </a:ext>
                </a:extLst>
              </p:cNvPr>
              <p:cNvSpPr txBox="1"/>
              <p:nvPr/>
            </p:nvSpPr>
            <p:spPr>
              <a:xfrm>
                <a:off x="7312359" y="3150364"/>
                <a:ext cx="7317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𝐴𝐶𝐷</m:t>
                          </m:r>
                        </m:sub>
                      </m:sSub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AD389F8-103F-BFE5-3D07-31E6F6E60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359" y="3150364"/>
                <a:ext cx="731739" cy="307777"/>
              </a:xfrm>
              <a:prstGeom prst="rect">
                <a:avLst/>
              </a:prstGeom>
              <a:blipFill>
                <a:blip r:embed="rId11"/>
                <a:stretch>
                  <a:fillRect l="-8333" r="-833" b="-1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7107078-69A3-5883-2833-828F66ED8506}"/>
                  </a:ext>
                </a:extLst>
              </p:cNvPr>
              <p:cNvSpPr txBox="1"/>
              <p:nvPr/>
            </p:nvSpPr>
            <p:spPr>
              <a:xfrm>
                <a:off x="3230194" y="4167836"/>
                <a:ext cx="2909579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𝐴𝐸𝐶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𝐴𝐸𝐶𝐷𝐴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𝐴𝐶𝐷</m:t>
                          </m:r>
                        </m:sub>
                      </m:sSub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7107078-69A3-5883-2833-828F66ED8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194" y="4167836"/>
                <a:ext cx="2909579" cy="5761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tângulo 12">
            <a:extLst>
              <a:ext uri="{FF2B5EF4-FFF2-40B4-BE49-F238E27FC236}">
                <a16:creationId xmlns:a16="http://schemas.microsoft.com/office/drawing/2014/main" id="{1FA5E69D-951F-B80B-97DB-3CA1D2C1731B}"/>
              </a:ext>
            </a:extLst>
          </p:cNvPr>
          <p:cNvSpPr/>
          <p:nvPr/>
        </p:nvSpPr>
        <p:spPr>
          <a:xfrm>
            <a:off x="3105232" y="4073330"/>
            <a:ext cx="3146710" cy="846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6498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2000"/>
    </mc:Choice>
    <mc:Fallback>
      <p:transition spd="slow" advClick="0" advTm="3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45DC-9CF0-7C05-0A8E-3B2EC2AD1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551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E995-B766-3038-F04E-124B5033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D8CF5AB-ECA8-221A-9EB8-EE473E61E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49" y="772383"/>
            <a:ext cx="1802912" cy="15990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E330FE4-3325-3A00-742B-B258B9CD7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302" y="772384"/>
            <a:ext cx="1789322" cy="168966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D6A5FBF-B0FD-F5B5-6EF1-0CB77DA6E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710" y="687572"/>
            <a:ext cx="1766673" cy="1626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C87347F-B5E6-B0FB-E400-0CCC262366F7}"/>
                  </a:ext>
                </a:extLst>
              </p:cNvPr>
              <p:cNvSpPr txBox="1"/>
              <p:nvPr/>
            </p:nvSpPr>
            <p:spPr>
              <a:xfrm>
                <a:off x="1213858" y="2971230"/>
                <a:ext cx="817211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𝐴𝐸𝐶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C87347F-B5E6-B0FB-E400-0CCC26236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858" y="2971230"/>
                <a:ext cx="817211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C73992E7-B9D9-FFE3-76F8-7A16739777C5}"/>
                  </a:ext>
                </a:extLst>
              </p:cNvPr>
              <p:cNvSpPr txBox="1"/>
              <p:nvPr/>
            </p:nvSpPr>
            <p:spPr>
              <a:xfrm>
                <a:off x="2797805" y="1162140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C73992E7-B9D9-FFE3-76F8-7A1673977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5" y="1162140"/>
                <a:ext cx="549830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BE5FC3A-39C0-54E9-1184-3D8969E79A1C}"/>
                  </a:ext>
                </a:extLst>
              </p:cNvPr>
              <p:cNvSpPr txBox="1"/>
              <p:nvPr/>
            </p:nvSpPr>
            <p:spPr>
              <a:xfrm>
                <a:off x="5902512" y="1162140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BE5FC3A-39C0-54E9-1184-3D8969E79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512" y="1162140"/>
                <a:ext cx="549830" cy="6771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AEA0AD8-7DDF-08DA-7EBE-83EF7740D4DF}"/>
                  </a:ext>
                </a:extLst>
              </p:cNvPr>
              <p:cNvSpPr txBox="1"/>
              <p:nvPr/>
            </p:nvSpPr>
            <p:spPr>
              <a:xfrm>
                <a:off x="2797805" y="2920767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AEA0AD8-7DDF-08DA-7EBE-83EF7740D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5" y="2920767"/>
                <a:ext cx="549830" cy="6771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A5DCB36A-E9F4-2A61-6396-CA5298A0AE3E}"/>
                  </a:ext>
                </a:extLst>
              </p:cNvPr>
              <p:cNvSpPr txBox="1"/>
              <p:nvPr/>
            </p:nvSpPr>
            <p:spPr>
              <a:xfrm>
                <a:off x="4425992" y="2971230"/>
                <a:ext cx="48410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A5DCB36A-E9F4-2A61-6396-CA5298A0A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992" y="2971230"/>
                <a:ext cx="484107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FEE0A3F-6089-9C93-B72B-9BF80D8F5E0F}"/>
                  </a:ext>
                </a:extLst>
              </p:cNvPr>
              <p:cNvSpPr txBox="1"/>
              <p:nvPr/>
            </p:nvSpPr>
            <p:spPr>
              <a:xfrm>
                <a:off x="5902512" y="2965699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FEE0A3F-6089-9C93-B72B-9BF80D8F5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512" y="2965699"/>
                <a:ext cx="549830" cy="6771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00F5621-6A67-BB5C-0B42-3105F7C4E9FF}"/>
                  </a:ext>
                </a:extLst>
              </p:cNvPr>
              <p:cNvSpPr txBox="1"/>
              <p:nvPr/>
            </p:nvSpPr>
            <p:spPr>
              <a:xfrm>
                <a:off x="7516696" y="2982322"/>
                <a:ext cx="32630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00F5621-6A67-BB5C-0B42-3105F7C4E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696" y="2982322"/>
                <a:ext cx="326308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1FA5955-2642-6D50-28E7-1CD97FF17CC6}"/>
                  </a:ext>
                </a:extLst>
              </p:cNvPr>
              <p:cNvSpPr txBox="1"/>
              <p:nvPr/>
            </p:nvSpPr>
            <p:spPr>
              <a:xfrm>
                <a:off x="3666143" y="4167836"/>
                <a:ext cx="228312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𝐴𝐸𝐶𝐹𝐴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1FA5955-2642-6D50-28E7-1CD97FF17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143" y="4167836"/>
                <a:ext cx="2283126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tângulo 12">
            <a:extLst>
              <a:ext uri="{FF2B5EF4-FFF2-40B4-BE49-F238E27FC236}">
                <a16:creationId xmlns:a16="http://schemas.microsoft.com/office/drawing/2014/main" id="{F27AC1B7-0EFB-E12A-E93A-E2F70889DE3B}"/>
              </a:ext>
            </a:extLst>
          </p:cNvPr>
          <p:cNvSpPr/>
          <p:nvPr/>
        </p:nvSpPr>
        <p:spPr>
          <a:xfrm>
            <a:off x="3169493" y="4073330"/>
            <a:ext cx="3146710" cy="846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4236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9000"/>
    </mc:Choice>
    <mc:Fallback>
      <p:transition spd="slow" advClick="0" advTm="19000"/>
    </mc:Fallback>
  </mc:AlternateContent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3209</TotalTime>
  <Words>74</Words>
  <Application>Microsoft Office PowerPoint</Application>
  <PresentationFormat>Apresentação na tela (16:9)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Calibri Light</vt:lpstr>
      <vt:lpstr>Arial</vt:lpstr>
      <vt:lpstr>Calibri</vt:lpstr>
      <vt:lpstr>Cambria Math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2025-10-04T16:11:10Z</dcterms:modified>
</cp:coreProperties>
</file>