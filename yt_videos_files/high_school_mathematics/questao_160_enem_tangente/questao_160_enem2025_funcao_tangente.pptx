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0"/>
  </p:notesMasterIdLst>
  <p:sldIdLst>
    <p:sldId id="275" r:id="rId2"/>
    <p:sldId id="278" r:id="rId3"/>
    <p:sldId id="282" r:id="rId4"/>
    <p:sldId id="281" r:id="rId5"/>
    <p:sldId id="276" r:id="rId6"/>
    <p:sldId id="283" r:id="rId7"/>
    <p:sldId id="279" r:id="rId8"/>
    <p:sldId id="284" r:id="rId9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12AAA-CD17-43AA-9F66-A350F8E85BDA}" v="847" dt="2025-11-22T04:55:52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3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0D4B243-E56E-4CD9-9C49-7B140616515F}"/>
    <pc:docChg chg="undo redo custSel addSld delSld modSld sldOrd">
      <pc:chgData name="Osvaldo Luiz Santos Pereira" userId="c308351cf5a860c7" providerId="LiveId" clId="{30D4B243-E56E-4CD9-9C49-7B140616515F}" dt="2025-11-22T04:56:09.975" v="5823" actId="14100"/>
      <pc:docMkLst>
        <pc:docMk/>
      </pc:docMkLst>
      <pc:sldChg chg="addSp delSp modSp mod delAnim">
        <pc:chgData name="Osvaldo Luiz Santos Pereira" userId="c308351cf5a860c7" providerId="LiveId" clId="{30D4B243-E56E-4CD9-9C49-7B140616515F}" dt="2025-11-19T17:53:23.678" v="4535" actId="403"/>
        <pc:sldMkLst>
          <pc:docMk/>
          <pc:sldMk cId="2426334548" sldId="275"/>
        </pc:sldMkLst>
        <pc:spChg chg="add mod">
          <ac:chgData name="Osvaldo Luiz Santos Pereira" userId="c308351cf5a860c7" providerId="LiveId" clId="{30D4B243-E56E-4CD9-9C49-7B140616515F}" dt="2025-11-19T12:06:41.061" v="3938" actId="1076"/>
          <ac:spMkLst>
            <pc:docMk/>
            <pc:sldMk cId="2426334548" sldId="275"/>
            <ac:spMk id="9" creationId="{1C6CAB42-6275-5601-F757-6F5846511314}"/>
          </ac:spMkLst>
        </pc:spChg>
        <pc:spChg chg="add mod">
          <ac:chgData name="Osvaldo Luiz Santos Pereira" userId="c308351cf5a860c7" providerId="LiveId" clId="{30D4B243-E56E-4CD9-9C49-7B140616515F}" dt="2025-11-19T17:52:38.702" v="4489" actId="1076"/>
          <ac:spMkLst>
            <pc:docMk/>
            <pc:sldMk cId="2426334548" sldId="275"/>
            <ac:spMk id="10" creationId="{3AFC253C-0675-8D3A-D6E3-0AD30ADA6F87}"/>
          </ac:spMkLst>
        </pc:spChg>
        <pc:spChg chg="add mod">
          <ac:chgData name="Osvaldo Luiz Santos Pereira" userId="c308351cf5a860c7" providerId="LiveId" clId="{30D4B243-E56E-4CD9-9C49-7B140616515F}" dt="2025-11-19T17:53:23.678" v="4535" actId="403"/>
          <ac:spMkLst>
            <pc:docMk/>
            <pc:sldMk cId="2426334548" sldId="275"/>
            <ac:spMk id="12" creationId="{663C3888-99A7-A4C1-6DB4-E56D77130A02}"/>
          </ac:spMkLst>
        </pc:spChg>
        <pc:picChg chg="add mod">
          <ac:chgData name="Osvaldo Luiz Santos Pereira" userId="c308351cf5a860c7" providerId="LiveId" clId="{30D4B243-E56E-4CD9-9C49-7B140616515F}" dt="2025-11-19T12:06:53.148" v="3946" actId="1038"/>
          <ac:picMkLst>
            <pc:docMk/>
            <pc:sldMk cId="2426334548" sldId="275"/>
            <ac:picMk id="6" creationId="{0B3E47AF-A80A-291D-7AE0-2EF79A38A3C4}"/>
          </ac:picMkLst>
        </pc:picChg>
      </pc:sldChg>
      <pc:sldChg chg="addSp delSp modSp add mod setBg delAnim">
        <pc:chgData name="Osvaldo Luiz Santos Pereira" userId="c308351cf5a860c7" providerId="LiveId" clId="{30D4B243-E56E-4CD9-9C49-7B140616515F}" dt="2025-11-19T21:06:58.946" v="5711" actId="20577"/>
        <pc:sldMkLst>
          <pc:docMk/>
          <pc:sldMk cId="342249046" sldId="276"/>
        </pc:sldMkLst>
        <pc:spChg chg="add mod">
          <ac:chgData name="Osvaldo Luiz Santos Pereira" userId="c308351cf5a860c7" providerId="LiveId" clId="{30D4B243-E56E-4CD9-9C49-7B140616515F}" dt="2025-11-19T12:09:26.863" v="3992" actId="26606"/>
          <ac:spMkLst>
            <pc:docMk/>
            <pc:sldMk cId="342249046" sldId="276"/>
            <ac:spMk id="2" creationId="{43ED4D1D-0DA9-1A4F-57E9-60DF4A68C2F2}"/>
          </ac:spMkLst>
        </pc:spChg>
        <pc:spChg chg="add mod">
          <ac:chgData name="Osvaldo Luiz Santos Pereira" userId="c308351cf5a860c7" providerId="LiveId" clId="{30D4B243-E56E-4CD9-9C49-7B140616515F}" dt="2025-11-19T21:05:35.107" v="5642" actId="1076"/>
          <ac:spMkLst>
            <pc:docMk/>
            <pc:sldMk cId="342249046" sldId="276"/>
            <ac:spMk id="4" creationId="{AB6D59E4-F28D-8FC7-2D63-DD4FF3D2E95F}"/>
          </ac:spMkLst>
        </pc:spChg>
        <pc:spChg chg="add mod">
          <ac:chgData name="Osvaldo Luiz Santos Pereira" userId="c308351cf5a860c7" providerId="LiveId" clId="{30D4B243-E56E-4CD9-9C49-7B140616515F}" dt="2025-11-19T21:06:58.946" v="5711" actId="20577"/>
          <ac:spMkLst>
            <pc:docMk/>
            <pc:sldMk cId="342249046" sldId="276"/>
            <ac:spMk id="8" creationId="{427D9DA6-5980-4EA9-D795-44ADBD3AA100}"/>
          </ac:spMkLst>
        </pc:spChg>
        <pc:spChg chg="add mod">
          <ac:chgData name="Osvaldo Luiz Santos Pereira" userId="c308351cf5a860c7" providerId="LiveId" clId="{30D4B243-E56E-4CD9-9C49-7B140616515F}" dt="2025-11-19T20:59:03.639" v="5453" actId="1076"/>
          <ac:spMkLst>
            <pc:docMk/>
            <pc:sldMk cId="342249046" sldId="276"/>
            <ac:spMk id="13" creationId="{74A3D2D1-C6FC-911D-B03F-A338088C067C}"/>
          </ac:spMkLst>
        </pc:spChg>
        <pc:picChg chg="add del mod">
          <ac:chgData name="Osvaldo Luiz Santos Pereira" userId="c308351cf5a860c7" providerId="LiveId" clId="{30D4B243-E56E-4CD9-9C49-7B140616515F}" dt="2025-11-19T20:59:00.516" v="5452" actId="14100"/>
          <ac:picMkLst>
            <pc:docMk/>
            <pc:sldMk cId="342249046" sldId="276"/>
            <ac:picMk id="7" creationId="{9F384B6A-E5AA-643F-E9D9-4D968677A330}"/>
          </ac:picMkLst>
        </pc:picChg>
      </pc:sldChg>
      <pc:sldChg chg="addSp delSp modSp add mod ord">
        <pc:chgData name="Osvaldo Luiz Santos Pereira" userId="c308351cf5a860c7" providerId="LiveId" clId="{30D4B243-E56E-4CD9-9C49-7B140616515F}" dt="2025-11-19T19:06:38.842" v="5364" actId="20577"/>
        <pc:sldMkLst>
          <pc:docMk/>
          <pc:sldMk cId="315606710" sldId="278"/>
        </pc:sldMkLst>
        <pc:spChg chg="add mod">
          <ac:chgData name="Osvaldo Luiz Santos Pereira" userId="c308351cf5a860c7" providerId="LiveId" clId="{30D4B243-E56E-4CD9-9C49-7B140616515F}" dt="2025-11-19T12:22:36.787" v="4316" actId="20577"/>
          <ac:spMkLst>
            <pc:docMk/>
            <pc:sldMk cId="315606710" sldId="278"/>
            <ac:spMk id="2" creationId="{2D193D9E-B2C5-3D76-C78C-527641C435D5}"/>
          </ac:spMkLst>
        </pc:spChg>
        <pc:spChg chg="add mod">
          <ac:chgData name="Osvaldo Luiz Santos Pereira" userId="c308351cf5a860c7" providerId="LiveId" clId="{30D4B243-E56E-4CD9-9C49-7B140616515F}" dt="2025-11-19T18:16:30.341" v="5045" actId="1076"/>
          <ac:spMkLst>
            <pc:docMk/>
            <pc:sldMk cId="315606710" sldId="278"/>
            <ac:spMk id="3" creationId="{A791CAD9-FCC6-FDE1-1F75-395F92CE680B}"/>
          </ac:spMkLst>
        </pc:spChg>
        <pc:spChg chg="add mod">
          <ac:chgData name="Osvaldo Luiz Santos Pereira" userId="c308351cf5a860c7" providerId="LiveId" clId="{30D4B243-E56E-4CD9-9C49-7B140616515F}" dt="2025-11-19T18:16:30.341" v="5045" actId="1076"/>
          <ac:spMkLst>
            <pc:docMk/>
            <pc:sldMk cId="315606710" sldId="278"/>
            <ac:spMk id="8" creationId="{F5287400-39FD-EE7B-8D98-D3FA41942250}"/>
          </ac:spMkLst>
        </pc:spChg>
        <pc:spChg chg="add mod">
          <ac:chgData name="Osvaldo Luiz Santos Pereira" userId="c308351cf5a860c7" providerId="LiveId" clId="{30D4B243-E56E-4CD9-9C49-7B140616515F}" dt="2025-11-19T19:06:38.842" v="5364" actId="20577"/>
          <ac:spMkLst>
            <pc:docMk/>
            <pc:sldMk cId="315606710" sldId="278"/>
            <ac:spMk id="9" creationId="{782F8A0F-24F9-9932-F1E4-78037712E3A0}"/>
          </ac:spMkLst>
        </pc:spChg>
      </pc:sldChg>
      <pc:sldChg chg="addSp modSp add mod">
        <pc:chgData name="Osvaldo Luiz Santos Pereira" userId="c308351cf5a860c7" providerId="LiveId" clId="{30D4B243-E56E-4CD9-9C49-7B140616515F}" dt="2025-11-19T20:19:25.781" v="5374" actId="14100"/>
        <pc:sldMkLst>
          <pc:docMk/>
          <pc:sldMk cId="2189256120" sldId="279"/>
        </pc:sldMkLst>
        <pc:spChg chg="add mod">
          <ac:chgData name="Osvaldo Luiz Santos Pereira" userId="c308351cf5a860c7" providerId="LiveId" clId="{30D4B243-E56E-4CD9-9C49-7B140616515F}" dt="2025-11-19T12:34:23.658" v="4437" actId="20577"/>
          <ac:spMkLst>
            <pc:docMk/>
            <pc:sldMk cId="2189256120" sldId="279"/>
            <ac:spMk id="2" creationId="{EAD63395-5F0F-C19C-B240-DC7306FC6AD0}"/>
          </ac:spMkLst>
        </pc:spChg>
        <pc:spChg chg="add mod">
          <ac:chgData name="Osvaldo Luiz Santos Pereira" userId="c308351cf5a860c7" providerId="LiveId" clId="{30D4B243-E56E-4CD9-9C49-7B140616515F}" dt="2025-11-19T20:19:10.613" v="5371" actId="1076"/>
          <ac:spMkLst>
            <pc:docMk/>
            <pc:sldMk cId="2189256120" sldId="279"/>
            <ac:spMk id="3" creationId="{50B4FC5A-1E05-A06D-D449-B7E32F836CA5}"/>
          </ac:spMkLst>
        </pc:spChg>
        <pc:picChg chg="add mod">
          <ac:chgData name="Osvaldo Luiz Santos Pereira" userId="c308351cf5a860c7" providerId="LiveId" clId="{30D4B243-E56E-4CD9-9C49-7B140616515F}" dt="2025-11-19T20:19:25.781" v="5374" actId="14100"/>
          <ac:picMkLst>
            <pc:docMk/>
            <pc:sldMk cId="2189256120" sldId="279"/>
            <ac:picMk id="2050" creationId="{E90E7D2A-5791-5845-142C-D1F6EB4C687D}"/>
          </ac:picMkLst>
        </pc:picChg>
      </pc:sldChg>
      <pc:sldChg chg="addSp delSp modSp add mod">
        <pc:chgData name="Osvaldo Luiz Santos Pereira" userId="c308351cf5a860c7" providerId="LiveId" clId="{30D4B243-E56E-4CD9-9C49-7B140616515F}" dt="2025-11-19T18:17:03.843" v="5050" actId="1076"/>
        <pc:sldMkLst>
          <pc:docMk/>
          <pc:sldMk cId="361774429" sldId="281"/>
        </pc:sldMkLst>
        <pc:spChg chg="add del mod">
          <ac:chgData name="Osvaldo Luiz Santos Pereira" userId="c308351cf5a860c7" providerId="LiveId" clId="{30D4B243-E56E-4CD9-9C49-7B140616515F}" dt="2025-11-19T18:17:03.843" v="5050" actId="1076"/>
          <ac:spMkLst>
            <pc:docMk/>
            <pc:sldMk cId="361774429" sldId="281"/>
            <ac:spMk id="3" creationId="{0D1AA303-9A65-FA42-C405-1425DBB96E5B}"/>
          </ac:spMkLst>
        </pc:spChg>
        <pc:spChg chg="mod">
          <ac:chgData name="Osvaldo Luiz Santos Pereira" userId="c308351cf5a860c7" providerId="LiveId" clId="{30D4B243-E56E-4CD9-9C49-7B140616515F}" dt="2025-11-19T18:17:03.843" v="5050" actId="1076"/>
          <ac:spMkLst>
            <pc:docMk/>
            <pc:sldMk cId="361774429" sldId="281"/>
            <ac:spMk id="7" creationId="{94995738-7904-B464-5B42-DF28C12AA564}"/>
          </ac:spMkLst>
        </pc:spChg>
        <pc:picChg chg="mod">
          <ac:chgData name="Osvaldo Luiz Santos Pereira" userId="c308351cf5a860c7" providerId="LiveId" clId="{30D4B243-E56E-4CD9-9C49-7B140616515F}" dt="2025-11-19T18:17:03.843" v="5050" actId="1076"/>
          <ac:picMkLst>
            <pc:docMk/>
            <pc:sldMk cId="361774429" sldId="281"/>
            <ac:picMk id="3074" creationId="{A722DE65-8962-594E-5970-F15F85459BF6}"/>
          </ac:picMkLst>
        </pc:picChg>
        <pc:cxnChg chg="mod">
          <ac:chgData name="Osvaldo Luiz Santos Pereira" userId="c308351cf5a860c7" providerId="LiveId" clId="{30D4B243-E56E-4CD9-9C49-7B140616515F}" dt="2025-11-19T18:17:03.843" v="5050" actId="1076"/>
          <ac:cxnSpMkLst>
            <pc:docMk/>
            <pc:sldMk cId="361774429" sldId="281"/>
            <ac:cxnSpMk id="5" creationId="{61EDF949-BD92-347A-9D52-0DDAC2F7D9A4}"/>
          </ac:cxnSpMkLst>
        </pc:cxnChg>
      </pc:sldChg>
      <pc:sldChg chg="addSp delSp modSp add mod">
        <pc:chgData name="Osvaldo Luiz Santos Pereira" userId="c308351cf5a860c7" providerId="LiveId" clId="{30D4B243-E56E-4CD9-9C49-7B140616515F}" dt="2025-11-19T19:06:12.951" v="5338" actId="1035"/>
        <pc:sldMkLst>
          <pc:docMk/>
          <pc:sldMk cId="4119865198" sldId="282"/>
        </pc:sldMkLst>
        <pc:spChg chg="mod">
          <ac:chgData name="Osvaldo Luiz Santos Pereira" userId="c308351cf5a860c7" providerId="LiveId" clId="{30D4B243-E56E-4CD9-9C49-7B140616515F}" dt="2025-11-19T19:04:56.125" v="5318" actId="1076"/>
          <ac:spMkLst>
            <pc:docMk/>
            <pc:sldMk cId="4119865198" sldId="282"/>
            <ac:spMk id="3" creationId="{25D08A7C-6872-F47E-A2AC-FB728CB70649}"/>
          </ac:spMkLst>
        </pc:spChg>
        <pc:spChg chg="add mod">
          <ac:chgData name="Osvaldo Luiz Santos Pereira" userId="c308351cf5a860c7" providerId="LiveId" clId="{30D4B243-E56E-4CD9-9C49-7B140616515F}" dt="2025-11-19T19:05:03.797" v="5319" actId="1076"/>
          <ac:spMkLst>
            <pc:docMk/>
            <pc:sldMk cId="4119865198" sldId="282"/>
            <ac:spMk id="5" creationId="{6BFC31BA-9C76-AD7E-EC67-27662AB789A2}"/>
          </ac:spMkLst>
        </pc:spChg>
        <pc:spChg chg="add mod">
          <ac:chgData name="Osvaldo Luiz Santos Pereira" userId="c308351cf5a860c7" providerId="LiveId" clId="{30D4B243-E56E-4CD9-9C49-7B140616515F}" dt="2025-11-19T19:05:03.797" v="5319" actId="1076"/>
          <ac:spMkLst>
            <pc:docMk/>
            <pc:sldMk cId="4119865198" sldId="282"/>
            <ac:spMk id="6" creationId="{8504572A-309E-9976-CB9B-4F0C1CB6993A}"/>
          </ac:spMkLst>
        </pc:spChg>
        <pc:spChg chg="add mod">
          <ac:chgData name="Osvaldo Luiz Santos Pereira" userId="c308351cf5a860c7" providerId="LiveId" clId="{30D4B243-E56E-4CD9-9C49-7B140616515F}" dt="2025-11-19T19:05:03.797" v="5319" actId="1076"/>
          <ac:spMkLst>
            <pc:docMk/>
            <pc:sldMk cId="4119865198" sldId="282"/>
            <ac:spMk id="7" creationId="{CB4B031E-CF05-29E0-C427-4DF3CEE647ED}"/>
          </ac:spMkLst>
        </pc:spChg>
        <pc:spChg chg="mod">
          <ac:chgData name="Osvaldo Luiz Santos Pereira" userId="c308351cf5a860c7" providerId="LiveId" clId="{30D4B243-E56E-4CD9-9C49-7B140616515F}" dt="2025-11-19T19:04:56.125" v="5318" actId="1076"/>
          <ac:spMkLst>
            <pc:docMk/>
            <pc:sldMk cId="4119865198" sldId="282"/>
            <ac:spMk id="8" creationId="{E05469C4-AA55-461F-5C7F-C99BF679D54D}"/>
          </ac:spMkLst>
        </pc:spChg>
        <pc:spChg chg="add mod">
          <ac:chgData name="Osvaldo Luiz Santos Pereira" userId="c308351cf5a860c7" providerId="LiveId" clId="{30D4B243-E56E-4CD9-9C49-7B140616515F}" dt="2025-11-19T19:05:03.797" v="5319" actId="1076"/>
          <ac:spMkLst>
            <pc:docMk/>
            <pc:sldMk cId="4119865198" sldId="282"/>
            <ac:spMk id="10" creationId="{D15A4854-352E-0573-C07D-B87C91D31189}"/>
          </ac:spMkLst>
        </pc:spChg>
        <pc:spChg chg="add mod">
          <ac:chgData name="Osvaldo Luiz Santos Pereira" userId="c308351cf5a860c7" providerId="LiveId" clId="{30D4B243-E56E-4CD9-9C49-7B140616515F}" dt="2025-11-19T19:06:12.951" v="5338" actId="1035"/>
          <ac:spMkLst>
            <pc:docMk/>
            <pc:sldMk cId="4119865198" sldId="282"/>
            <ac:spMk id="11" creationId="{0F85D5AF-AEC7-78EA-82C9-7E3489AAC9A8}"/>
          </ac:spMkLst>
        </pc:spChg>
        <pc:spChg chg="add mod">
          <ac:chgData name="Osvaldo Luiz Santos Pereira" userId="c308351cf5a860c7" providerId="LiveId" clId="{30D4B243-E56E-4CD9-9C49-7B140616515F}" dt="2025-11-19T19:06:03.937" v="5336" actId="1076"/>
          <ac:spMkLst>
            <pc:docMk/>
            <pc:sldMk cId="4119865198" sldId="282"/>
            <ac:spMk id="12" creationId="{071D3BA9-2DD7-404A-C3F0-1F96AAF22D13}"/>
          </ac:spMkLst>
        </pc:spChg>
      </pc:sldChg>
      <pc:sldChg chg="modSp add mod">
        <pc:chgData name="Osvaldo Luiz Santos Pereira" userId="c308351cf5a860c7" providerId="LiveId" clId="{30D4B243-E56E-4CD9-9C49-7B140616515F}" dt="2025-11-19T21:09:17.665" v="5776" actId="20577"/>
        <pc:sldMkLst>
          <pc:docMk/>
          <pc:sldMk cId="2880679898" sldId="283"/>
        </pc:sldMkLst>
        <pc:spChg chg="mod">
          <ac:chgData name="Osvaldo Luiz Santos Pereira" userId="c308351cf5a860c7" providerId="LiveId" clId="{30D4B243-E56E-4CD9-9C49-7B140616515F}" dt="2025-11-19T21:09:17.665" v="5776" actId="20577"/>
          <ac:spMkLst>
            <pc:docMk/>
            <pc:sldMk cId="2880679898" sldId="283"/>
            <ac:spMk id="8" creationId="{70CDE056-A496-6540-E262-A9305CAE3CD4}"/>
          </ac:spMkLst>
        </pc:spChg>
      </pc:sldChg>
      <pc:sldChg chg="addSp delSp modSp add mod delAnim modAnim">
        <pc:chgData name="Osvaldo Luiz Santos Pereira" userId="c308351cf5a860c7" providerId="LiveId" clId="{30D4B243-E56E-4CD9-9C49-7B140616515F}" dt="2025-11-22T04:56:09.975" v="5823" actId="14100"/>
        <pc:sldMkLst>
          <pc:docMk/>
          <pc:sldMk cId="1760191368" sldId="284"/>
        </pc:sldMkLst>
        <pc:spChg chg="mod">
          <ac:chgData name="Osvaldo Luiz Santos Pereira" userId="c308351cf5a860c7" providerId="LiveId" clId="{30D4B243-E56E-4CD9-9C49-7B140616515F}" dt="2025-11-22T04:39:38.905" v="5801" actId="20577"/>
          <ac:spMkLst>
            <pc:docMk/>
            <pc:sldMk cId="1760191368" sldId="284"/>
            <ac:spMk id="2" creationId="{A030D80F-A3E8-C902-E3CB-2C1AAC2B105F}"/>
          </ac:spMkLst>
        </pc:spChg>
        <pc:spChg chg="del">
          <ac:chgData name="Osvaldo Luiz Santos Pereira" userId="c308351cf5a860c7" providerId="LiveId" clId="{30D4B243-E56E-4CD9-9C49-7B140616515F}" dt="2025-11-22T04:39:45.874" v="5803" actId="478"/>
          <ac:spMkLst>
            <pc:docMk/>
            <pc:sldMk cId="1760191368" sldId="284"/>
            <ac:spMk id="3" creationId="{09F3C50D-1AA8-2AA8-912A-3CBD2B86B04F}"/>
          </ac:spMkLst>
        </pc:spChg>
        <pc:spChg chg="add del mod">
          <ac:chgData name="Osvaldo Luiz Santos Pereira" userId="c308351cf5a860c7" providerId="LiveId" clId="{30D4B243-E56E-4CD9-9C49-7B140616515F}" dt="2025-11-22T04:40:47.368" v="5812" actId="478"/>
          <ac:spMkLst>
            <pc:docMk/>
            <pc:sldMk cId="1760191368" sldId="284"/>
            <ac:spMk id="4" creationId="{C1C04F41-803F-AEA1-BE8A-C92B899FB4C7}"/>
          </ac:spMkLst>
        </pc:spChg>
        <pc:picChg chg="add del mod">
          <ac:chgData name="Osvaldo Luiz Santos Pereira" userId="c308351cf5a860c7" providerId="LiveId" clId="{30D4B243-E56E-4CD9-9C49-7B140616515F}" dt="2025-11-22T04:55:05.178" v="5815" actId="478"/>
          <ac:picMkLst>
            <pc:docMk/>
            <pc:sldMk cId="1760191368" sldId="284"/>
            <ac:picMk id="5" creationId="{0C015BEB-AA2D-DF49-DF18-887E4BC32C73}"/>
          </ac:picMkLst>
        </pc:picChg>
        <pc:picChg chg="add mod">
          <ac:chgData name="Osvaldo Luiz Santos Pereira" userId="c308351cf5a860c7" providerId="LiveId" clId="{30D4B243-E56E-4CD9-9C49-7B140616515F}" dt="2025-11-22T04:56:09.975" v="5823" actId="14100"/>
          <ac:picMkLst>
            <pc:docMk/>
            <pc:sldMk cId="1760191368" sldId="284"/>
            <ac:picMk id="6" creationId="{54EF42B4-D7CD-4500-6FAC-124401AE7136}"/>
          </ac:picMkLst>
        </pc:picChg>
        <pc:picChg chg="del">
          <ac:chgData name="Osvaldo Luiz Santos Pereira" userId="c308351cf5a860c7" providerId="LiveId" clId="{30D4B243-E56E-4CD9-9C49-7B140616515F}" dt="2025-11-22T04:39:41.368" v="5802" actId="478"/>
          <ac:picMkLst>
            <pc:docMk/>
            <pc:sldMk cId="1760191368" sldId="284"/>
            <ac:picMk id="2050" creationId="{BA9415DA-935D-F73E-19BC-1A0B87AC5D2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inep/pt-br/areas-de-atuacao/avaliacao-e-exames-educacionais/enem/provas-e-gabarito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B3E47AF-A80A-291D-7AE0-2EF79A38A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902" y="-10228"/>
            <a:ext cx="5061098" cy="515943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C6CAB42-6275-5601-F757-6F5846511314}"/>
              </a:ext>
            </a:extLst>
          </p:cNvPr>
          <p:cNvSpPr txBox="1"/>
          <p:nvPr/>
        </p:nvSpPr>
        <p:spPr>
          <a:xfrm>
            <a:off x="752888" y="139109"/>
            <a:ext cx="2785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Questão ENEM 2025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FC253C-0675-8D3A-D6E3-0AD30ADA6F87}"/>
              </a:ext>
            </a:extLst>
          </p:cNvPr>
          <p:cNvSpPr txBox="1"/>
          <p:nvPr/>
        </p:nvSpPr>
        <p:spPr>
          <a:xfrm>
            <a:off x="65316" y="718903"/>
            <a:ext cx="37426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A questão nº 160 do ENEM 2025 do dia 02 (azul) apresenta um problema e modelagem matemática aplicada à física de fluidos. Um recipiente está sendo preenchido com vazão constante, e precisamos descrever matematicamente como a altura da água evolui ao longo do tempo.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A variável </a:t>
            </a:r>
            <a:r>
              <a:rPr lang="pt-BR" sz="1400" i="1" dirty="0">
                <a:solidFill>
                  <a:schemeClr val="bg1"/>
                </a:solidFill>
              </a:rPr>
              <a:t>T</a:t>
            </a:r>
            <a:r>
              <a:rPr lang="pt-BR" sz="1400" dirty="0">
                <a:solidFill>
                  <a:schemeClr val="bg1"/>
                </a:solidFill>
              </a:rPr>
              <a:t> representa o tempo decorrido em minutos, enquanto </a:t>
            </a:r>
            <a:r>
              <a:rPr lang="pt-BR" sz="1400" i="1" dirty="0">
                <a:solidFill>
                  <a:schemeClr val="bg1"/>
                </a:solidFill>
              </a:rPr>
              <a:t>D</a:t>
            </a:r>
            <a:r>
              <a:rPr lang="pt-BR" sz="1400" dirty="0">
                <a:solidFill>
                  <a:schemeClr val="bg1"/>
                </a:solidFill>
              </a:rPr>
              <a:t> representa a distância vertical da lâmina de água até o tampo da mesa, medida em centímetros. O enunciado revela que essa relação não é linear, mas segue um padrão trigonométrico específico.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3C3888-99A7-A4C1-6DB4-E56D77130A02}"/>
              </a:ext>
            </a:extLst>
          </p:cNvPr>
          <p:cNvSpPr txBox="1"/>
          <p:nvPr/>
        </p:nvSpPr>
        <p:spPr>
          <a:xfrm>
            <a:off x="122022" y="4189402"/>
            <a:ext cx="37426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Link para provas e gabaritos: </a:t>
            </a:r>
          </a:p>
          <a:p>
            <a:r>
              <a:rPr lang="pt-BR" sz="1200" dirty="0">
                <a:solidFill>
                  <a:schemeClr val="bg1"/>
                </a:solidFill>
                <a:hlinkClick r:id="rId3"/>
              </a:rPr>
              <a:t>https://www.gov.br/inep/pt-br/areas-de-atuacao/avaliacao-e-exames-educacionais/enem/provas-e-gabaritos</a:t>
            </a:r>
            <a:endParaRPr lang="pt-B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D4B8-32C5-4563-0E4A-2F7A14F76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D193D9E-B2C5-3D76-C78C-527641C435D5}"/>
              </a:ext>
            </a:extLst>
          </p:cNvPr>
          <p:cNvSpPr txBox="1"/>
          <p:nvPr/>
        </p:nvSpPr>
        <p:spPr>
          <a:xfrm>
            <a:off x="113414" y="139109"/>
            <a:ext cx="620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Conceitos teóricos da função tangente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A791CAD9-FCC6-FDE1-1F75-395F92CE680B}"/>
                  </a:ext>
                </a:extLst>
              </p:cNvPr>
              <p:cNvSpPr txBox="1"/>
              <p:nvPr/>
            </p:nvSpPr>
            <p:spPr>
              <a:xfrm>
                <a:off x="3257533" y="940382"/>
                <a:ext cx="25635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A791CAD9-FCC6-FDE1-1F75-395F92CE6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533" y="940382"/>
                <a:ext cx="2563522" cy="276999"/>
              </a:xfrm>
              <a:prstGeom prst="rect">
                <a:avLst/>
              </a:prstGeom>
              <a:blipFill>
                <a:blip r:embed="rId2"/>
                <a:stretch>
                  <a:fillRect l="-4276" t="-2174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F5287400-39FD-EE7B-8D98-D3FA41942250}"/>
              </a:ext>
            </a:extLst>
          </p:cNvPr>
          <p:cNvSpPr/>
          <p:nvPr/>
        </p:nvSpPr>
        <p:spPr>
          <a:xfrm>
            <a:off x="2962940" y="781431"/>
            <a:ext cx="3118884" cy="61144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82F8A0F-24F9-9932-F1E4-78037712E3A0}"/>
                  </a:ext>
                </a:extLst>
              </p:cNvPr>
              <p:cNvSpPr txBox="1"/>
              <p:nvPr/>
            </p:nvSpPr>
            <p:spPr>
              <a:xfrm>
                <a:off x="425304" y="1551831"/>
                <a:ext cx="8194156" cy="3559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600" dirty="0">
                    <a:solidFill>
                      <a:schemeClr val="bg1"/>
                    </a:solidFill>
                  </a:rPr>
                  <a:t>a: translação (deslocamento) vertical do gráfico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600" dirty="0">
                    <a:solidFill>
                      <a:schemeClr val="bg1"/>
                    </a:solidFill>
                  </a:rPr>
                  <a:t>b: amplitude da função tangente, que indica a intensidade das oscilações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600" dirty="0">
                    <a:solidFill>
                      <a:schemeClr val="bg1"/>
                    </a:solidFill>
                  </a:rPr>
                  <a:t>c: mudança de escala do período da função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600" dirty="0">
                    <a:solidFill>
                      <a:schemeClr val="bg1"/>
                    </a:solidFill>
                  </a:rPr>
                  <a:t>d: ângulo de fase que define a translação (deslocamento) horizontal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1600" dirty="0">
                    <a:solidFill>
                      <a:schemeClr val="bg1"/>
                    </a:solidFill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f>
                          <m:fPr>
                            <m:ctrlPr>
                              <a:rPr lang="pt-BR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pt-BR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endParaRPr lang="pt-BR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600" dirty="0">
                    <a:solidFill>
                      <a:schemeClr val="bg1"/>
                    </a:solidFill>
                  </a:rPr>
                  <a:t>O período da função é dado por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pt-BR" sz="1600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1600" dirty="0">
                    <a:solidFill>
                      <a:schemeClr val="bg1"/>
                    </a:solidFill>
                  </a:rPr>
                  <a:t>Ângulo de defasagem (deslocamento horizontal): </a:t>
                </a:r>
                <a14:m>
                  <m:oMath xmlns:m="http://schemas.openxmlformats.org/officeDocument/2006/math"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pt-BR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pt-BR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782F8A0F-24F9-9932-F1E4-78037712E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04" y="1551831"/>
                <a:ext cx="8194156" cy="3559436"/>
              </a:xfrm>
              <a:prstGeom prst="rect">
                <a:avLst/>
              </a:prstGeom>
              <a:blipFill>
                <a:blip r:embed="rId3"/>
                <a:stretch>
                  <a:fillRect l="-2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0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BFCF6-F72E-7661-2C94-91C60B5A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C25835-E2B4-3589-2B3F-A7E73B1E8282}"/>
              </a:ext>
            </a:extLst>
          </p:cNvPr>
          <p:cNvSpPr txBox="1"/>
          <p:nvPr/>
        </p:nvSpPr>
        <p:spPr>
          <a:xfrm>
            <a:off x="113414" y="139109"/>
            <a:ext cx="620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Conceitos teóricos da função tangente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5D08A7C-6872-F47E-A2AC-FB728CB70649}"/>
                  </a:ext>
                </a:extLst>
              </p:cNvPr>
              <p:cNvSpPr txBox="1"/>
              <p:nvPr/>
            </p:nvSpPr>
            <p:spPr>
              <a:xfrm>
                <a:off x="3257533" y="1308977"/>
                <a:ext cx="25635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25D08A7C-6872-F47E-A2AC-FB728CB7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533" y="1308977"/>
                <a:ext cx="2563522" cy="276999"/>
              </a:xfrm>
              <a:prstGeom prst="rect">
                <a:avLst/>
              </a:prstGeom>
              <a:blipFill>
                <a:blip r:embed="rId2"/>
                <a:stretch>
                  <a:fillRect l="-4276" t="-4444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E05469C4-AA55-461F-5C7F-C99BF679D54D}"/>
              </a:ext>
            </a:extLst>
          </p:cNvPr>
          <p:cNvSpPr/>
          <p:nvPr/>
        </p:nvSpPr>
        <p:spPr>
          <a:xfrm>
            <a:off x="2962940" y="1150026"/>
            <a:ext cx="3118884" cy="611449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BFC31BA-9C76-AD7E-EC67-27662AB789A2}"/>
                  </a:ext>
                </a:extLst>
              </p:cNvPr>
              <p:cNvSpPr txBox="1"/>
              <p:nvPr/>
            </p:nvSpPr>
            <p:spPr>
              <a:xfrm>
                <a:off x="1102242" y="2204114"/>
                <a:ext cx="2576623" cy="564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𝑐𝑥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6BFC31BA-9C76-AD7E-EC67-27662AB78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242" y="2204114"/>
                <a:ext cx="2576623" cy="5648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504572A-309E-9976-CB9B-4F0C1CB6993A}"/>
                  </a:ext>
                </a:extLst>
              </p:cNvPr>
              <p:cNvSpPr txBox="1"/>
              <p:nvPr/>
            </p:nvSpPr>
            <p:spPr>
              <a:xfrm>
                <a:off x="1102242" y="2996220"/>
                <a:ext cx="3703674" cy="562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sz="1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504572A-309E-9976-CB9B-4F0C1CB69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242" y="2996220"/>
                <a:ext cx="3703674" cy="562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B4B031E-CF05-29E0-C427-4DF3CEE647ED}"/>
              </a:ext>
            </a:extLst>
          </p:cNvPr>
          <p:cNvSpPr txBox="1"/>
          <p:nvPr/>
        </p:nvSpPr>
        <p:spPr>
          <a:xfrm>
            <a:off x="6932428" y="2311328"/>
            <a:ext cx="70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(01)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5A4854-352E-0573-C07D-B87C91D31189}"/>
              </a:ext>
            </a:extLst>
          </p:cNvPr>
          <p:cNvSpPr txBox="1"/>
          <p:nvPr/>
        </p:nvSpPr>
        <p:spPr>
          <a:xfrm>
            <a:off x="6932428" y="3093041"/>
            <a:ext cx="70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(02)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F85D5AF-AEC7-78EA-82C9-7E3489AAC9A8}"/>
                  </a:ext>
                </a:extLst>
              </p:cNvPr>
              <p:cNvSpPr txBox="1"/>
              <p:nvPr/>
            </p:nvSpPr>
            <p:spPr>
              <a:xfrm>
                <a:off x="2527005" y="3814048"/>
                <a:ext cx="4915786" cy="562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sty m:val="p"/>
                        </m:rPr>
                        <a:rPr lang="pt-BR" sz="1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1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F85D5AF-AEC7-78EA-82C9-7E3489AAC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005" y="3814048"/>
                <a:ext cx="4915786" cy="562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71D3BA9-2DD7-404A-C3F0-1F96AAF22D13}"/>
                  </a:ext>
                </a:extLst>
              </p:cNvPr>
              <p:cNvSpPr txBox="1"/>
              <p:nvPr/>
            </p:nvSpPr>
            <p:spPr>
              <a:xfrm>
                <a:off x="1102242" y="3908527"/>
                <a:ext cx="257662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e>
                      </m:d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71D3BA9-2DD7-404A-C3F0-1F96AAF22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242" y="3908527"/>
                <a:ext cx="25766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86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508C-A1B3-4642-8AD5-9A59FF53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1C1855-7563-5594-C217-CEF7F4C641C3}"/>
              </a:ext>
            </a:extLst>
          </p:cNvPr>
          <p:cNvSpPr txBox="1"/>
          <p:nvPr/>
        </p:nvSpPr>
        <p:spPr>
          <a:xfrm>
            <a:off x="113414" y="139109"/>
            <a:ext cx="620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Conceitos teóricos da função tangente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D1AA303-9A65-FA42-C405-1425DBB96E5B}"/>
                  </a:ext>
                </a:extLst>
              </p:cNvPr>
              <p:cNvSpPr txBox="1"/>
              <p:nvPr/>
            </p:nvSpPr>
            <p:spPr>
              <a:xfrm>
                <a:off x="3342593" y="783448"/>
                <a:ext cx="25635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0D1AA303-9A65-FA42-C405-1425DBB96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593" y="783448"/>
                <a:ext cx="2563522" cy="276999"/>
              </a:xfrm>
              <a:prstGeom prst="rect">
                <a:avLst/>
              </a:prstGeom>
              <a:blipFill>
                <a:blip r:embed="rId2"/>
                <a:stretch>
                  <a:fillRect l="-4276" t="-4444" b="-3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A722DE65-8962-594E-5970-F15F85459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394" y="1292361"/>
            <a:ext cx="4576266" cy="293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1EDF949-BD92-347A-9D52-0DDAC2F7D9A4}"/>
              </a:ext>
            </a:extLst>
          </p:cNvPr>
          <p:cNvCxnSpPr/>
          <p:nvPr/>
        </p:nvCxnSpPr>
        <p:spPr>
          <a:xfrm>
            <a:off x="4197835" y="4346521"/>
            <a:ext cx="986972" cy="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995738-7904-B464-5B42-DF28C12AA564}"/>
                  </a:ext>
                </a:extLst>
              </p:cNvPr>
              <p:cNvSpPr txBox="1"/>
              <p:nvPr/>
            </p:nvSpPr>
            <p:spPr>
              <a:xfrm>
                <a:off x="4145036" y="4467526"/>
                <a:ext cx="1083712" cy="611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pt-BR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995738-7904-B464-5B42-DF28C12A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036" y="4467526"/>
                <a:ext cx="1083712" cy="6114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7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3062-292E-5D0B-0807-A58E2FDB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3ED4D1D-0DA9-1A4F-57E9-60DF4A68C2F2}"/>
              </a:ext>
            </a:extLst>
          </p:cNvPr>
          <p:cNvSpPr txBox="1"/>
          <p:nvPr/>
        </p:nvSpPr>
        <p:spPr>
          <a:xfrm>
            <a:off x="113414" y="139109"/>
            <a:ext cx="620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Estrutura matemática do modelo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B6D59E4-F28D-8FC7-2D63-DD4FF3D2E95F}"/>
                  </a:ext>
                </a:extLst>
              </p:cNvPr>
              <p:cNvSpPr txBox="1"/>
              <p:nvPr/>
            </p:nvSpPr>
            <p:spPr>
              <a:xfrm>
                <a:off x="5077460" y="527639"/>
                <a:ext cx="2684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B6D59E4-F28D-8FC7-2D63-DD4FF3D2E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460" y="527639"/>
                <a:ext cx="2684709" cy="276999"/>
              </a:xfrm>
              <a:prstGeom prst="rect">
                <a:avLst/>
              </a:prstGeom>
              <a:blipFill>
                <a:blip r:embed="rId2"/>
                <a:stretch>
                  <a:fillRect l="-1818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Gráfico&#10;&#10;O conteúdo gerado por IA pode estar incorreto.">
            <a:extLst>
              <a:ext uri="{FF2B5EF4-FFF2-40B4-BE49-F238E27FC236}">
                <a16:creationId xmlns:a16="http://schemas.microsoft.com/office/drawing/2014/main" id="{9F384B6A-E5AA-643F-E9D9-4D968677A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98" y="666139"/>
            <a:ext cx="3710784" cy="3710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27D9DA6-5980-4EA9-D795-44ADBD3AA100}"/>
                  </a:ext>
                </a:extLst>
              </p:cNvPr>
              <p:cNvSpPr txBox="1"/>
              <p:nvPr/>
            </p:nvSpPr>
            <p:spPr>
              <a:xfrm>
                <a:off x="4012518" y="1008503"/>
                <a:ext cx="5053510" cy="3512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Três parâmetros a serem determinados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k: deslocamento vertical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p: escala horizontal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m: deslocamento horizontal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O período é determinado como a distância entre as assíntotas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O deslocamento é o negativo do ponto médio das assíntotas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O período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 da função tangente é igual à:</a:t>
                </a:r>
                <a:endParaRPr lang="pt-BR" sz="1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Para determinar o valor de k deve-se usar o ponto (2,5 ; 30)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d>
                        <m:dPr>
                          <m:ctrlPr>
                            <a:rPr lang="pt-BR" sz="1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2,5</m:t>
                          </m:r>
                        </m:e>
                      </m:d>
                      <m: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27D9DA6-5980-4EA9-D795-44ADBD3AA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18" y="1008503"/>
                <a:ext cx="5053510" cy="3512308"/>
              </a:xfrm>
              <a:prstGeom prst="rect">
                <a:avLst/>
              </a:prstGeom>
              <a:blipFill>
                <a:blip r:embed="rId4"/>
                <a:stretch>
                  <a:fillRect l="-121" t="-1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74A3D2D1-C6FC-911D-B03F-A338088C067C}"/>
              </a:ext>
            </a:extLst>
          </p:cNvPr>
          <p:cNvSpPr/>
          <p:nvPr/>
        </p:nvSpPr>
        <p:spPr>
          <a:xfrm>
            <a:off x="2071565" y="2927498"/>
            <a:ext cx="71385" cy="71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4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5EF8-1BE1-7820-7198-265B5556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955885-3049-98BC-4D54-B5608B156C52}"/>
              </a:ext>
            </a:extLst>
          </p:cNvPr>
          <p:cNvSpPr txBox="1"/>
          <p:nvPr/>
        </p:nvSpPr>
        <p:spPr>
          <a:xfrm>
            <a:off x="113414" y="139109"/>
            <a:ext cx="6202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Estrutura matemática do modelo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8056652-76D4-095D-F1D0-A3D2084CDA6D}"/>
                  </a:ext>
                </a:extLst>
              </p:cNvPr>
              <p:cNvSpPr txBox="1"/>
              <p:nvPr/>
            </p:nvSpPr>
            <p:spPr>
              <a:xfrm>
                <a:off x="5077460" y="666139"/>
                <a:ext cx="2684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8056652-76D4-095D-F1D0-A3D2084CD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460" y="666139"/>
                <a:ext cx="2684709" cy="276999"/>
              </a:xfrm>
              <a:prstGeom prst="rect">
                <a:avLst/>
              </a:prstGeom>
              <a:blipFill>
                <a:blip r:embed="rId2"/>
                <a:stretch>
                  <a:fillRect l="-1818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 descr="Gráfico&#10;&#10;O conteúdo gerado por IA pode estar incorreto.">
            <a:extLst>
              <a:ext uri="{FF2B5EF4-FFF2-40B4-BE49-F238E27FC236}">
                <a16:creationId xmlns:a16="http://schemas.microsoft.com/office/drawing/2014/main" id="{BDFDA7A7-196D-F43E-CB79-28832155A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98" y="666139"/>
            <a:ext cx="3710784" cy="37107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0CDE056-A496-6540-E262-A9305CAE3CD4}"/>
                  </a:ext>
                </a:extLst>
              </p:cNvPr>
              <p:cNvSpPr txBox="1"/>
              <p:nvPr/>
            </p:nvSpPr>
            <p:spPr>
              <a:xfrm>
                <a:off x="4146698" y="1182644"/>
                <a:ext cx="4862623" cy="363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O período é determinado como a distância entre as assíntotas consecutivas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5+2</m:t>
                          </m:r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5−2</m:t>
                          </m:r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O período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pt-BR" sz="1400" dirty="0">
                    <a:solidFill>
                      <a:schemeClr val="bg1"/>
                    </a:solidFill>
                  </a:rPr>
                  <a:t> da função tangente é igual à:</a:t>
                </a:r>
                <a:endParaRPr lang="pt-BR" sz="1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O deslocamento é o negativo do ponto médio das assíntotas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5+2</m:t>
                              </m:r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5−2</m:t>
                              </m:r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sz="1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dirty="0">
                    <a:solidFill>
                      <a:schemeClr val="bg1"/>
                    </a:solidFill>
                  </a:rPr>
                  <a:t>Para determinar o valor de k deve-se usar o ponto (2,5 ; 30)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30=</m:t>
                      </m:r>
                      <m:r>
                        <m:rPr>
                          <m:sty m:val="p"/>
                        </m:rP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sz="1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t-BR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0CDE056-A496-6540-E262-A9305CAE3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698" y="1182644"/>
                <a:ext cx="4862623" cy="3632661"/>
              </a:xfrm>
              <a:prstGeom prst="rect">
                <a:avLst/>
              </a:prstGeom>
              <a:blipFill>
                <a:blip r:embed="rId4"/>
                <a:stretch>
                  <a:fillRect l="-125" t="-3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FA177029-922D-C929-5197-45B01326B5D5}"/>
              </a:ext>
            </a:extLst>
          </p:cNvPr>
          <p:cNvSpPr/>
          <p:nvPr/>
        </p:nvSpPr>
        <p:spPr>
          <a:xfrm>
            <a:off x="2071565" y="2927498"/>
            <a:ext cx="71385" cy="713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67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85AE-8018-0147-1867-E9449990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90E7D2A-5791-5845-142C-D1F6EB4C6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312" y="1380007"/>
            <a:ext cx="6946603" cy="3683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AD63395-5F0F-C19C-B240-DC7306FC6AD0}"/>
                  </a:ext>
                </a:extLst>
              </p:cNvPr>
              <p:cNvSpPr txBox="1"/>
              <p:nvPr/>
            </p:nvSpPr>
            <p:spPr>
              <a:xfrm>
                <a:off x="113414" y="139109"/>
                <a:ext cx="75936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solidFill>
                      <a:schemeClr val="bg1"/>
                    </a:solidFill>
                  </a:rPr>
                  <a:t>Gráficos da função para diferentes valores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pt-BR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AD63395-5F0F-C19C-B240-DC7306FC6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4" y="139109"/>
                <a:ext cx="7593672" cy="461665"/>
              </a:xfrm>
              <a:prstGeom prst="rect">
                <a:avLst/>
              </a:prstGeom>
              <a:blipFill>
                <a:blip r:embed="rId3"/>
                <a:stretch>
                  <a:fillRect l="-1285"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0B4FC5A-1E05-A06D-D449-B7E32F836CA5}"/>
                  </a:ext>
                </a:extLst>
              </p:cNvPr>
              <p:cNvSpPr txBox="1"/>
              <p:nvPr/>
            </p:nvSpPr>
            <p:spPr>
              <a:xfrm>
                <a:off x="2943860" y="924766"/>
                <a:ext cx="26847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tan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0B4FC5A-1E05-A06D-D449-B7E32F836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860" y="924766"/>
                <a:ext cx="2684709" cy="276999"/>
              </a:xfrm>
              <a:prstGeom prst="rect">
                <a:avLst/>
              </a:prstGeom>
              <a:blipFill>
                <a:blip r:embed="rId4"/>
                <a:stretch>
                  <a:fillRect l="-1818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25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433F-8936-81BE-31DF-BB923672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030D80F-A3E8-C902-E3CB-2C1AAC2B105F}"/>
              </a:ext>
            </a:extLst>
          </p:cNvPr>
          <p:cNvSpPr txBox="1"/>
          <p:nvPr/>
        </p:nvSpPr>
        <p:spPr>
          <a:xfrm>
            <a:off x="113414" y="139109"/>
            <a:ext cx="7593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</a:rPr>
              <a:t>Animação (Bônus Python)</a:t>
            </a:r>
          </a:p>
        </p:txBody>
      </p:sp>
      <p:pic>
        <p:nvPicPr>
          <p:cNvPr id="6" name="tangent_a0_b1_c1_d0">
            <a:hlinkClick r:id="" action="ppaction://media"/>
            <a:extLst>
              <a:ext uri="{FF2B5EF4-FFF2-40B4-BE49-F238E27FC236}">
                <a16:creationId xmlns:a16="http://schemas.microsoft.com/office/drawing/2014/main" id="{54EF42B4-D7CD-4500-6FAC-124401AE71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7943" y="682172"/>
            <a:ext cx="6514012" cy="407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9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7193</TotalTime>
  <Words>481</Words>
  <Application>Microsoft Office PowerPoint</Application>
  <PresentationFormat>Apresentação na tela (16:9)</PresentationFormat>
  <Paragraphs>61</Paragraphs>
  <Slides>8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Calibri Light</vt:lpstr>
      <vt:lpstr>Calibri</vt:lpstr>
      <vt:lpstr>Arial</vt:lpstr>
      <vt:lpstr>Cambria Math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2025-11-22T04:56:10Z</dcterms:modified>
</cp:coreProperties>
</file>