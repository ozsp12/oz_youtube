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38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51F864-B1F7-813E-5E41-5ECE5578FB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C25CCAE-4034-29AE-2B52-414E56AF5D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11FA3A8-F51C-4E2A-31B1-16C009535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1972D-F64B-42F6-958F-C24EB47847E7}" type="datetimeFigureOut">
              <a:rPr lang="pt-BR" smtClean="0"/>
              <a:t>28/07/2026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5485777-541D-A5A3-CF41-920591615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F606941-3BCD-886E-5BB4-69940C870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6571A-17CD-426F-9843-15933E72446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804781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9DD433-79D7-7E45-EFF4-37B9FE1C3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F8A83D1-17E9-4FFB-DB43-2588BA6E94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6706CE7-825D-2052-A922-78D856AF1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1972D-F64B-42F6-958F-C24EB47847E7}" type="datetimeFigureOut">
              <a:rPr lang="pt-BR" smtClean="0"/>
              <a:t>28/07/2026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75EEBB1-1A0E-A814-607E-110BCB715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98AE1D6-9CAA-1913-DE75-7ED27CCD8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6571A-17CD-426F-9843-15933E72446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48694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EEA7B5-5035-AF93-7FDB-5501AD0A8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DBDFA55-BDAD-2A67-D05F-C538BF763A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2216B8C-5653-3939-183E-DD5D95EAB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1972D-F64B-42F6-958F-C24EB47847E7}" type="datetimeFigureOut">
              <a:rPr lang="pt-BR" smtClean="0"/>
              <a:t>28/07/2026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4C82680-B7C0-139E-DF98-3AFEF718C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F625C53-CD5F-209F-FBBE-3F7CBCBA9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6571A-17CD-426F-9843-15933E72446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09506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A0B727-D2F3-4C78-E6CB-ED12AE744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E1AD427-E7FB-63F7-C76D-1B6FA0E8DA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F5BAC10-D0E3-32F2-C69B-6E0EB70882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AB6BCD2-34BF-7E41-0313-5273217FB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1972D-F64B-42F6-958F-C24EB47847E7}" type="datetimeFigureOut">
              <a:rPr lang="pt-BR" smtClean="0"/>
              <a:t>28/07/2026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18E9331-97DD-C3B7-9C41-23E9A0989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B992741-9754-6B8F-A745-EEADB52BE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6571A-17CD-426F-9843-15933E72446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54419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D5D631-1A4E-D69E-3F44-65C0F4CCC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9B235D1-F94C-4035-644D-E7D7B7497C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7C821DB-511C-307C-F8E1-97D3C952A7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160BDA4-9663-C79A-2438-4643C9C95B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D53F252-0B2F-113C-B7C1-5D15A7F458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9CF2C2F9-817C-9D80-947A-7DE01EF09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1972D-F64B-42F6-958F-C24EB47847E7}" type="datetimeFigureOut">
              <a:rPr lang="pt-BR" smtClean="0"/>
              <a:t>28/07/2026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596BDD6-2070-8DBE-F06C-18687D709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33E036FC-F643-B535-0742-83812A7CF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6571A-17CD-426F-9843-15933E72446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95154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40F9E2-DA77-A2D8-8AB0-6C3A2E185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E910032-F4A6-4EB6-95E8-B12CE38F4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1972D-F64B-42F6-958F-C24EB47847E7}" type="datetimeFigureOut">
              <a:rPr lang="pt-BR" smtClean="0"/>
              <a:t>28/07/2026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D52B583-0219-0293-6AE0-3344A1CA4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CCD18B0-DB96-F186-3681-437059569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6571A-17CD-426F-9843-15933E72446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257977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8CE5B14-648E-2788-034C-04954638F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1972D-F64B-42F6-958F-C24EB47847E7}" type="datetimeFigureOut">
              <a:rPr lang="pt-BR" smtClean="0"/>
              <a:t>28/07/2026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E0526C3-9080-C15B-5C7C-AD7DAEFAB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D365A05-D020-6B2B-FEAB-03CA82FA0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6571A-17CD-426F-9843-15933E72446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4153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AA2735-808B-362E-EF7D-1FF866E45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E69F5C7-70B0-2B52-199D-5E56EB2B58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8298CE5-6801-2E27-344D-0C391A9C3F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829019C-7126-FEAF-8B64-B76565F8D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1972D-F64B-42F6-958F-C24EB47847E7}" type="datetimeFigureOut">
              <a:rPr lang="pt-BR" smtClean="0"/>
              <a:t>28/07/2026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F001E51-4055-B89C-B4B5-BCE822222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96A9A5D-8A04-AA42-5FCE-A511310F2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6571A-17CD-426F-9843-15933E72446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529811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4D3B34-ECAA-3CCA-72DC-28F4B4E71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0884C3F-45E3-3DA1-C23F-A7E713203C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7231688-61BE-B6AD-B077-96911FF9CF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81894C2-2BDD-2046-8344-03D641178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1972D-F64B-42F6-958F-C24EB47847E7}" type="datetimeFigureOut">
              <a:rPr lang="pt-BR" smtClean="0"/>
              <a:t>28/07/2026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15C72E6-7BB4-4DF3-45D2-FA68A34D9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5EB111E-2F87-5A80-8620-E5F1F6400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6571A-17CD-426F-9843-15933E72446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19246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1B9B4D-2401-A090-581F-7E6E42024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29C9993-9D32-C629-306D-FA869E9EA0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FCBFE47-B1AC-ABF6-0D64-93366DF49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1972D-F64B-42F6-958F-C24EB47847E7}" type="datetimeFigureOut">
              <a:rPr lang="pt-BR" smtClean="0"/>
              <a:t>28/07/2026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8CB7C78-34B6-E965-67D7-A65351622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FF65C1E-8B16-2001-853F-83F90535A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6571A-17CD-426F-9843-15933E72446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26254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E418BB0-1977-0B81-4CE2-DA3A258A24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D41DE0C-8E3C-3121-30B0-513A921F48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8F8EB9C-37CB-8507-9C5B-518B95A4A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1972D-F64B-42F6-958F-C24EB47847E7}" type="datetimeFigureOut">
              <a:rPr lang="pt-BR" smtClean="0"/>
              <a:t>28/07/2026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2C0C474-AE2B-59B5-715C-BFCCCA5DD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F2FAD42-B336-A144-9841-BA8FD8BAB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6571A-17CD-426F-9843-15933E72446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53988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B1DBDF68-81D9-D858-05D9-BEDDE19AC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5DB6382-BDE8-43ED-AEC5-0B76A930D8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101DC7C-993D-34E3-F7AD-76DC4F4F33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A1972D-F64B-42F6-958F-C24EB47847E7}" type="datetimeFigureOut">
              <a:rPr lang="pt-BR" smtClean="0"/>
              <a:t>28/07/2026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975393C-8BD5-874B-5E88-8AB2D330BF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8B78201-D0E7-B177-6152-5462B520D5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46571A-17CD-426F-9843-15933E72446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3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mathworld.wolfram.com/ConicSection.html" TargetMode="External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mathmonks.com/cone/conic-sections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áfico 4" descr="Conic Section -- from Wolfram MathWorld">
            <a:extLst>
              <a:ext uri="{FF2B5EF4-FFF2-40B4-BE49-F238E27FC236}">
                <a16:creationId xmlns:a16="http://schemas.microsoft.com/office/drawing/2014/main" id="{51A16907-26D0-FA32-8DFD-1FEFB3E887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6757" y="267286"/>
            <a:ext cx="5671628" cy="470330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46D0E8C7-209B-E710-144A-4B6EE222DBBE}"/>
              </a:ext>
            </a:extLst>
          </p:cNvPr>
          <p:cNvSpPr txBox="1"/>
          <p:nvPr/>
        </p:nvSpPr>
        <p:spPr>
          <a:xfrm>
            <a:off x="1094306" y="562140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hlinkClick r:id="rId3"/>
              </a:rPr>
              <a:t>https://mathworld.wolfram.com/ConicSection.html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667604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A8129-AEA8-901E-7345-D15C20452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Conic Sections – Equations, Formulas, and Real-life Examples">
            <a:extLst>
              <a:ext uri="{FF2B5EF4-FFF2-40B4-BE49-F238E27FC236}">
                <a16:creationId xmlns:a16="http://schemas.microsoft.com/office/drawing/2014/main" id="{920AA787-4B9D-C8CC-072F-DDF2825EFE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660" y="229171"/>
            <a:ext cx="5815581" cy="5145174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F02C69B6-E56D-8CFE-9129-86660A440D02}"/>
              </a:ext>
            </a:extLst>
          </p:cNvPr>
          <p:cNvSpPr txBox="1"/>
          <p:nvPr/>
        </p:nvSpPr>
        <p:spPr>
          <a:xfrm>
            <a:off x="991715" y="571215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hlinkClick r:id="rId3"/>
              </a:rPr>
              <a:t>https://mathmonks.com/cone/conic-sections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527646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448DC-C4D8-EE07-2A0F-72CB75C7B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72494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77156D-F68E-BE5F-6FDD-43235538D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640421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20</Words>
  <Application>Microsoft Office PowerPoint</Application>
  <PresentationFormat>Widescreen</PresentationFormat>
  <Paragraphs>2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Osvaldo Luiz Santos Pereira</dc:creator>
  <cp:lastModifiedBy>Osvaldo Luiz Santos Pereira</cp:lastModifiedBy>
  <cp:revision>1</cp:revision>
  <dcterms:created xsi:type="dcterms:W3CDTF">2026-07-28T23:19:10Z</dcterms:created>
  <dcterms:modified xsi:type="dcterms:W3CDTF">2026-07-28T23:40:53Z</dcterms:modified>
</cp:coreProperties>
</file>