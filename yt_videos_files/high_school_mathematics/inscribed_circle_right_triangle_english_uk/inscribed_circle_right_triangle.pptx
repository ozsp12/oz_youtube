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6" r:id="rId1"/>
  </p:sldMasterIdLst>
  <p:notesMasterIdLst>
    <p:notesMasterId r:id="rId17"/>
  </p:notesMasterIdLst>
  <p:sldIdLst>
    <p:sldId id="275" r:id="rId2"/>
    <p:sldId id="289" r:id="rId3"/>
    <p:sldId id="278" r:id="rId4"/>
    <p:sldId id="288" r:id="rId5"/>
    <p:sldId id="279" r:id="rId6"/>
    <p:sldId id="287" r:id="rId7"/>
    <p:sldId id="280" r:id="rId8"/>
    <p:sldId id="286" r:id="rId9"/>
    <p:sldId id="281" r:id="rId10"/>
    <p:sldId id="285" r:id="rId11"/>
    <p:sldId id="282" r:id="rId12"/>
    <p:sldId id="284" r:id="rId13"/>
    <p:sldId id="283" r:id="rId14"/>
    <p:sldId id="277" r:id="rId15"/>
    <p:sldId id="276" r:id="rId16"/>
  </p:sldIdLst>
  <p:sldSz cx="9144000" cy="5143500" type="screen16x9"/>
  <p:notesSz cx="8229600" cy="14630400"/>
  <p:embeddedFontLst>
    <p:embeddedFont>
      <p:font typeface="Cambria Math" panose="02040503050406030204" pitchFamily="18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06B4EA-03D0-4A38-9C6C-9DD7176C129E}" v="900" dt="2025-09-25T17:20:49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D92CD67B-3838-4A8E-B7E8-504DA24E6CEA}"/>
    <pc:docChg chg="undo custSel addSld delSld modSld sldOrd">
      <pc:chgData name="Osvaldo Luiz Santos Pereira" userId="c308351cf5a860c7" providerId="LiveId" clId="{D92CD67B-3838-4A8E-B7E8-504DA24E6CEA}" dt="2025-08-09T01:28:11.441" v="432"/>
      <pc:docMkLst>
        <pc:docMk/>
      </pc:docMkLst>
      <pc:sldChg chg="modTransition modAnim">
        <pc:chgData name="Osvaldo Luiz Santos Pereira" userId="c308351cf5a860c7" providerId="LiveId" clId="{D92CD67B-3838-4A8E-B7E8-504DA24E6CEA}" dt="2025-08-09T01:01:26.292" v="274"/>
        <pc:sldMkLst>
          <pc:docMk/>
          <pc:sldMk cId="3067423610" sldId="258"/>
        </pc:sldMkLst>
      </pc:sldChg>
      <pc:sldChg chg="modSp modTransition modAnim">
        <pc:chgData name="Osvaldo Luiz Santos Pereira" userId="c308351cf5a860c7" providerId="LiveId" clId="{D92CD67B-3838-4A8E-B7E8-504DA24E6CEA}" dt="2025-08-09T01:16:02.352" v="427" actId="20577"/>
        <pc:sldMkLst>
          <pc:docMk/>
          <pc:sldMk cId="916029383" sldId="259"/>
        </pc:sldMkLst>
      </pc:sldChg>
      <pc:sldChg chg="modTransition modAnim">
        <pc:chgData name="Osvaldo Luiz Santos Pereira" userId="c308351cf5a860c7" providerId="LiveId" clId="{D92CD67B-3838-4A8E-B7E8-504DA24E6CEA}" dt="2025-08-09T00:57:45.625" v="156"/>
        <pc:sldMkLst>
          <pc:docMk/>
          <pc:sldMk cId="3070961284" sldId="261"/>
        </pc:sldMkLst>
      </pc:sldChg>
      <pc:sldChg chg="ord modTransition modAnim">
        <pc:chgData name="Osvaldo Luiz Santos Pereira" userId="c308351cf5a860c7" providerId="LiveId" clId="{D92CD67B-3838-4A8E-B7E8-504DA24E6CEA}" dt="2025-08-09T00:58:04.676" v="157"/>
        <pc:sldMkLst>
          <pc:docMk/>
          <pc:sldMk cId="662823859" sldId="262"/>
        </pc:sldMkLst>
      </pc:sldChg>
      <pc:sldChg chg="modTransition modAnim">
        <pc:chgData name="Osvaldo Luiz Santos Pereira" userId="c308351cf5a860c7" providerId="LiveId" clId="{D92CD67B-3838-4A8E-B7E8-504DA24E6CEA}" dt="2025-08-09T01:14:24.759" v="398"/>
        <pc:sldMkLst>
          <pc:docMk/>
          <pc:sldMk cId="507282837" sldId="263"/>
        </pc:sldMkLst>
      </pc:sldChg>
      <pc:sldChg chg="modTransition modAnim">
        <pc:chgData name="Osvaldo Luiz Santos Pereira" userId="c308351cf5a860c7" providerId="LiveId" clId="{D92CD67B-3838-4A8E-B7E8-504DA24E6CEA}" dt="2025-08-09T01:14:29.904" v="403"/>
        <pc:sldMkLst>
          <pc:docMk/>
          <pc:sldMk cId="2247708559" sldId="264"/>
        </pc:sldMkLst>
      </pc:sldChg>
      <pc:sldChg chg="modTransition modAnim">
        <pc:chgData name="Osvaldo Luiz Santos Pereira" userId="c308351cf5a860c7" providerId="LiveId" clId="{D92CD67B-3838-4A8E-B7E8-504DA24E6CEA}" dt="2025-08-09T01:11:06.335" v="381"/>
        <pc:sldMkLst>
          <pc:docMk/>
          <pc:sldMk cId="4211106752" sldId="265"/>
        </pc:sldMkLst>
      </pc:sldChg>
      <pc:sldChg chg="modTransition modAnim">
        <pc:chgData name="Osvaldo Luiz Santos Pereira" userId="c308351cf5a860c7" providerId="LiveId" clId="{D92CD67B-3838-4A8E-B7E8-504DA24E6CEA}" dt="2025-08-09T01:28:11.441" v="432"/>
        <pc:sldMkLst>
          <pc:docMk/>
          <pc:sldMk cId="925325881" sldId="266"/>
        </pc:sldMkLst>
      </pc:sldChg>
      <pc:sldChg chg="modSp modAnim">
        <pc:chgData name="Osvaldo Luiz Santos Pereira" userId="c308351cf5a860c7" providerId="LiveId" clId="{D92CD67B-3838-4A8E-B7E8-504DA24E6CEA}" dt="2025-08-09T00:10:55.374" v="117" actId="20577"/>
        <pc:sldMkLst>
          <pc:docMk/>
          <pc:sldMk cId="1289244108" sldId="267"/>
        </pc:sldMkLst>
      </pc:sldChg>
      <pc:sldChg chg="modSp modTransition modAnim">
        <pc:chgData name="Osvaldo Luiz Santos Pereira" userId="c308351cf5a860c7" providerId="LiveId" clId="{D92CD67B-3838-4A8E-B7E8-504DA24E6CEA}" dt="2025-08-09T01:01:16.081" v="260"/>
        <pc:sldMkLst>
          <pc:docMk/>
          <pc:sldMk cId="89530914" sldId="268"/>
        </pc:sldMkLst>
      </pc:sldChg>
      <pc:sldChg chg="modTransition modAnim">
        <pc:chgData name="Osvaldo Luiz Santos Pereira" userId="c308351cf5a860c7" providerId="LiveId" clId="{D92CD67B-3838-4A8E-B7E8-504DA24E6CEA}" dt="2025-08-09T01:01:53.502" v="286"/>
        <pc:sldMkLst>
          <pc:docMk/>
          <pc:sldMk cId="3879095415" sldId="269"/>
        </pc:sldMkLst>
      </pc:sldChg>
      <pc:sldChg chg="modTransition modAnim">
        <pc:chgData name="Osvaldo Luiz Santos Pereira" userId="c308351cf5a860c7" providerId="LiveId" clId="{D92CD67B-3838-4A8E-B7E8-504DA24E6CEA}" dt="2025-08-09T01:02:15.200" v="300"/>
        <pc:sldMkLst>
          <pc:docMk/>
          <pc:sldMk cId="32095444" sldId="270"/>
        </pc:sldMkLst>
      </pc:sldChg>
      <pc:sldChg chg="addSp delSp modSp add del mod ord modTransition modAnim">
        <pc:chgData name="Osvaldo Luiz Santos Pereira" userId="c308351cf5a860c7" providerId="LiveId" clId="{D92CD67B-3838-4A8E-B7E8-504DA24E6CEA}" dt="2025-08-09T00:59:54.679" v="216"/>
        <pc:sldMkLst>
          <pc:docMk/>
          <pc:sldMk cId="3795408482" sldId="271"/>
        </pc:sldMkLst>
      </pc:sldChg>
      <pc:sldChg chg="addSp modSp add del mod">
        <pc:chgData name="Osvaldo Luiz Santos Pereira" userId="c308351cf5a860c7" providerId="LiveId" clId="{D92CD67B-3838-4A8E-B7E8-504DA24E6CEA}" dt="2025-08-08T23:49:28.152" v="45" actId="47"/>
        <pc:sldMkLst>
          <pc:docMk/>
          <pc:sldMk cId="609415764" sldId="272"/>
        </pc:sldMkLst>
      </pc:sldChg>
      <pc:sldChg chg="delSp modSp add mod modTransition">
        <pc:chgData name="Osvaldo Luiz Santos Pereira" userId="c308351cf5a860c7" providerId="LiveId" clId="{D92CD67B-3838-4A8E-B7E8-504DA24E6CEA}" dt="2025-08-09T00:59:57.376" v="217"/>
        <pc:sldMkLst>
          <pc:docMk/>
          <pc:sldMk cId="1342036027" sldId="272"/>
        </pc:sldMkLst>
      </pc:sldChg>
      <pc:sldChg chg="modSp add del mod modTransition modAnim">
        <pc:chgData name="Osvaldo Luiz Santos Pereira" userId="c308351cf5a860c7" providerId="LiveId" clId="{D92CD67B-3838-4A8E-B7E8-504DA24E6CEA}" dt="2025-08-08T23:52:38.476" v="52" actId="47"/>
        <pc:sldMkLst>
          <pc:docMk/>
          <pc:sldMk cId="3604448470" sldId="272"/>
        </pc:sldMkLst>
      </pc:sldChg>
      <pc:sldChg chg="delSp modSp add mod modTransition">
        <pc:chgData name="Osvaldo Luiz Santos Pereira" userId="c308351cf5a860c7" providerId="LiveId" clId="{D92CD67B-3838-4A8E-B7E8-504DA24E6CEA}" dt="2025-08-09T01:00:01.367" v="218"/>
        <pc:sldMkLst>
          <pc:docMk/>
          <pc:sldMk cId="3217380307" sldId="273"/>
        </pc:sldMkLst>
      </pc:sldChg>
      <pc:sldChg chg="delSp modSp add mod modTransition">
        <pc:chgData name="Osvaldo Luiz Santos Pereira" userId="c308351cf5a860c7" providerId="LiveId" clId="{D92CD67B-3838-4A8E-B7E8-504DA24E6CEA}" dt="2025-08-09T01:23:36.093" v="431"/>
        <pc:sldMkLst>
          <pc:docMk/>
          <pc:sldMk cId="2783137623" sldId="274"/>
        </pc:sldMkLst>
      </pc:sldChg>
      <pc:sldChg chg="new modTransition">
        <pc:chgData name="Osvaldo Luiz Santos Pereira" userId="c308351cf5a860c7" providerId="LiveId" clId="{D92CD67B-3838-4A8E-B7E8-504DA24E6CEA}" dt="2025-08-09T01:14:58.223" v="407"/>
        <pc:sldMkLst>
          <pc:docMk/>
          <pc:sldMk cId="2426334548" sldId="275"/>
        </pc:sldMkLst>
      </pc:sldChg>
      <pc:sldChg chg="add">
        <pc:chgData name="Osvaldo Luiz Santos Pereira" userId="c308351cf5a860c7" providerId="LiveId" clId="{D92CD67B-3838-4A8E-B7E8-504DA24E6CEA}" dt="2025-08-09T01:15:02.604" v="409"/>
        <pc:sldMkLst>
          <pc:docMk/>
          <pc:sldMk cId="540946614" sldId="276"/>
        </pc:sldMkLst>
      </pc:sldChg>
      <pc:sldChg chg="add del">
        <pc:chgData name="Osvaldo Luiz Santos Pereira" userId="c308351cf5a860c7" providerId="LiveId" clId="{D92CD67B-3838-4A8E-B7E8-504DA24E6CEA}" dt="2025-08-09T01:15:00.265" v="408" actId="47"/>
        <pc:sldMkLst>
          <pc:docMk/>
          <pc:sldMk cId="2953629805" sldId="276"/>
        </pc:sldMkLst>
      </pc:sldChg>
      <pc:sldChg chg="add">
        <pc:chgData name="Osvaldo Luiz Santos Pereira" userId="c308351cf5a860c7" providerId="LiveId" clId="{D92CD67B-3838-4A8E-B7E8-504DA24E6CEA}" dt="2025-08-09T01:15:05.761" v="410"/>
        <pc:sldMkLst>
          <pc:docMk/>
          <pc:sldMk cId="3886539619" sldId="277"/>
        </pc:sldMkLst>
      </pc:sldChg>
      <pc:sldChg chg="add">
        <pc:chgData name="Osvaldo Luiz Santos Pereira" userId="c308351cf5a860c7" providerId="LiveId" clId="{D92CD67B-3838-4A8E-B7E8-504DA24E6CEA}" dt="2025-08-09T01:15:11.482" v="411"/>
        <pc:sldMkLst>
          <pc:docMk/>
          <pc:sldMk cId="1467288226" sldId="278"/>
        </pc:sldMkLst>
      </pc:sldChg>
      <pc:sldChg chg="add">
        <pc:chgData name="Osvaldo Luiz Santos Pereira" userId="c308351cf5a860c7" providerId="LiveId" clId="{D92CD67B-3838-4A8E-B7E8-504DA24E6CEA}" dt="2025-08-09T01:15:13.052" v="412"/>
        <pc:sldMkLst>
          <pc:docMk/>
          <pc:sldMk cId="3766197904" sldId="279"/>
        </pc:sldMkLst>
      </pc:sldChg>
      <pc:sldChg chg="add">
        <pc:chgData name="Osvaldo Luiz Santos Pereira" userId="c308351cf5a860c7" providerId="LiveId" clId="{D92CD67B-3838-4A8E-B7E8-504DA24E6CEA}" dt="2025-08-09T01:15:20.981" v="413"/>
        <pc:sldMkLst>
          <pc:docMk/>
          <pc:sldMk cId="3355517273" sldId="280"/>
        </pc:sldMkLst>
      </pc:sldChg>
      <pc:sldChg chg="add">
        <pc:chgData name="Osvaldo Luiz Santos Pereira" userId="c308351cf5a860c7" providerId="LiveId" clId="{D92CD67B-3838-4A8E-B7E8-504DA24E6CEA}" dt="2025-08-09T01:15:24.174" v="414"/>
        <pc:sldMkLst>
          <pc:docMk/>
          <pc:sldMk cId="2482398718" sldId="281"/>
        </pc:sldMkLst>
      </pc:sldChg>
      <pc:sldChg chg="add">
        <pc:chgData name="Osvaldo Luiz Santos Pereira" userId="c308351cf5a860c7" providerId="LiveId" clId="{D92CD67B-3838-4A8E-B7E8-504DA24E6CEA}" dt="2025-08-09T01:15:26.620" v="415"/>
        <pc:sldMkLst>
          <pc:docMk/>
          <pc:sldMk cId="710261317" sldId="282"/>
        </pc:sldMkLst>
      </pc:sldChg>
      <pc:sldChg chg="add">
        <pc:chgData name="Osvaldo Luiz Santos Pereira" userId="c308351cf5a860c7" providerId="LiveId" clId="{D92CD67B-3838-4A8E-B7E8-504DA24E6CEA}" dt="2025-08-09T01:15:28.432" v="416"/>
        <pc:sldMkLst>
          <pc:docMk/>
          <pc:sldMk cId="4024257271" sldId="283"/>
        </pc:sldMkLst>
      </pc:sldChg>
      <pc:sldChg chg="add">
        <pc:chgData name="Osvaldo Luiz Santos Pereira" userId="c308351cf5a860c7" providerId="LiveId" clId="{D92CD67B-3838-4A8E-B7E8-504DA24E6CEA}" dt="2025-08-09T01:15:30.218" v="417"/>
        <pc:sldMkLst>
          <pc:docMk/>
          <pc:sldMk cId="3335286933" sldId="284"/>
        </pc:sldMkLst>
      </pc:sldChg>
      <pc:sldChg chg="add">
        <pc:chgData name="Osvaldo Luiz Santos Pereira" userId="c308351cf5a860c7" providerId="LiveId" clId="{D92CD67B-3838-4A8E-B7E8-504DA24E6CEA}" dt="2025-08-09T01:15:32.120" v="418"/>
        <pc:sldMkLst>
          <pc:docMk/>
          <pc:sldMk cId="4206032303" sldId="285"/>
        </pc:sldMkLst>
      </pc:sldChg>
      <pc:sldChg chg="add">
        <pc:chgData name="Osvaldo Luiz Santos Pereira" userId="c308351cf5a860c7" providerId="LiveId" clId="{D92CD67B-3838-4A8E-B7E8-504DA24E6CEA}" dt="2025-08-09T01:15:35.798" v="419"/>
        <pc:sldMkLst>
          <pc:docMk/>
          <pc:sldMk cId="3494459104" sldId="286"/>
        </pc:sldMkLst>
      </pc:sldChg>
    </pc:docChg>
  </pc:docChgLst>
  <pc:docChgLst>
    <pc:chgData name="Osvaldo Luiz Santos Pereira" userId="c308351cf5a860c7" providerId="LiveId" clId="{FF50A428-8404-43B7-91A5-32EC1E87C1D5}"/>
    <pc:docChg chg="undo redo custSel addSld delSld modSld modMainMaster">
      <pc:chgData name="Osvaldo Luiz Santos Pereira" userId="c308351cf5a860c7" providerId="LiveId" clId="{FF50A428-8404-43B7-91A5-32EC1E87C1D5}" dt="2025-07-20T15:42:35.995" v="8896" actId="14100"/>
      <pc:docMkLst>
        <pc:docMk/>
      </pc:docMkLst>
      <pc:sldChg chg="addSp delSp modSp mod modTransition modAnim">
        <pc:chgData name="Osvaldo Luiz Santos Pereira" userId="c308351cf5a860c7" providerId="LiveId" clId="{FF50A428-8404-43B7-91A5-32EC1E87C1D5}" dt="2025-07-20T00:25:37.540" v="8635"/>
        <pc:sldMkLst>
          <pc:docMk/>
          <pc:sldMk cId="0" sldId="256"/>
        </pc:sldMkLst>
      </pc:sldChg>
      <pc:sldChg chg="addSp delSp modSp mod modTransition modAnim">
        <pc:chgData name="Osvaldo Luiz Santos Pereira" userId="c308351cf5a860c7" providerId="LiveId" clId="{FF50A428-8404-43B7-91A5-32EC1E87C1D5}" dt="2025-07-20T00:25:59.025" v="8669"/>
        <pc:sldMkLst>
          <pc:docMk/>
          <pc:sldMk cId="0" sldId="257"/>
        </pc:sldMkLst>
      </pc:sldChg>
      <pc:sldChg chg="addSp delSp modSp mod modTransition modAnim">
        <pc:chgData name="Osvaldo Luiz Santos Pereira" userId="c308351cf5a860c7" providerId="LiveId" clId="{FF50A428-8404-43B7-91A5-32EC1E87C1D5}" dt="2025-07-20T00:26:16.908" v="8708"/>
        <pc:sldMkLst>
          <pc:docMk/>
          <pc:sldMk cId="0" sldId="258"/>
        </pc:sldMkLst>
      </pc:sldChg>
      <pc:sldChg chg="modSp mod modTransition">
        <pc:chgData name="Osvaldo Luiz Santos Pereira" userId="c308351cf5a860c7" providerId="LiveId" clId="{FF50A428-8404-43B7-91A5-32EC1E87C1D5}" dt="2025-07-20T00:28:02.381" v="8825"/>
        <pc:sldMkLst>
          <pc:docMk/>
          <pc:sldMk cId="0" sldId="259"/>
        </pc:sldMkLst>
      </pc:sldChg>
      <pc:sldChg chg="modSp mod modTransition">
        <pc:chgData name="Osvaldo Luiz Santos Pereira" userId="c308351cf5a860c7" providerId="LiveId" clId="{FF50A428-8404-43B7-91A5-32EC1E87C1D5}" dt="2025-07-20T00:28:38.093" v="8855"/>
        <pc:sldMkLst>
          <pc:docMk/>
          <pc:sldMk cId="0" sldId="260"/>
        </pc:sldMkLst>
      </pc:sldChg>
      <pc:sldChg chg="addSp delSp modSp mod modTransition">
        <pc:chgData name="Osvaldo Luiz Santos Pereira" userId="c308351cf5a860c7" providerId="LiveId" clId="{FF50A428-8404-43B7-91A5-32EC1E87C1D5}" dt="2025-07-20T15:42:35.995" v="8896" actId="14100"/>
        <pc:sldMkLst>
          <pc:docMk/>
          <pc:sldMk cId="0" sldId="261"/>
        </pc:sldMkLst>
      </pc:sldChg>
      <pc:sldChg chg="addSp delSp modSp new mod modTransition">
        <pc:chgData name="Osvaldo Luiz Santos Pereira" userId="c308351cf5a860c7" providerId="LiveId" clId="{FF50A428-8404-43B7-91A5-32EC1E87C1D5}" dt="2025-07-20T00:26:59.142" v="8744"/>
        <pc:sldMkLst>
          <pc:docMk/>
          <pc:sldMk cId="770525427" sldId="262"/>
        </pc:sldMkLst>
      </pc:sldChg>
      <pc:sldChg chg="addSp delSp new add del">
        <pc:chgData name="Osvaldo Luiz Santos Pereira" userId="c308351cf5a860c7" providerId="LiveId" clId="{FF50A428-8404-43B7-91A5-32EC1E87C1D5}" dt="2025-07-15T21:28:30.426" v="24" actId="47"/>
        <pc:sldMkLst>
          <pc:docMk/>
          <pc:sldMk cId="4166882959" sldId="262"/>
        </pc:sldMkLst>
      </pc:sldChg>
      <pc:sldChg chg="addSp delSp modSp add mod modTransition">
        <pc:chgData name="Osvaldo Luiz Santos Pereira" userId="c308351cf5a860c7" providerId="LiveId" clId="{FF50A428-8404-43B7-91A5-32EC1E87C1D5}" dt="2025-07-20T00:27:13.961" v="8784"/>
        <pc:sldMkLst>
          <pc:docMk/>
          <pc:sldMk cId="35454892" sldId="263"/>
        </pc:sldMkLst>
      </pc:sld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0" sldId="2147483648"/>
        </pc:sldMasterMkLst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4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5"/>
          </pc:sldLayoutMkLst>
        </pc:sldLayoutChg>
      </pc:sldMaster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797814860" sldId="2147483656"/>
        </pc:sldMasterMkLst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12815338" sldId="2147483668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82889915" sldId="2147483669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2300151282" sldId="2147483670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96598828" sldId="2147483671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647623555" sldId="2147483672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014888570" sldId="2147483673"/>
          </pc:sldLayoutMkLst>
        </pc:sldLayoutChg>
      </pc:sldMasterChg>
    </pc:docChg>
  </pc:docChgLst>
  <pc:docChgLst>
    <pc:chgData name="Osvaldo Luiz Santos Pereira" userId="c308351cf5a860c7" providerId="LiveId" clId="{25679594-D7BD-491F-8AB7-AB729C1B641A}"/>
    <pc:docChg chg="undo custSel addSld delSld modSld">
      <pc:chgData name="Osvaldo Luiz Santos Pereira" userId="c308351cf5a860c7" providerId="LiveId" clId="{25679594-D7BD-491F-8AB7-AB729C1B641A}" dt="2025-07-20T22:20:35.642" v="46" actId="20577"/>
      <pc:docMkLst>
        <pc:docMk/>
      </pc:docMkLst>
      <pc:sldChg chg="delSp modSp add del mod">
        <pc:chgData name="Osvaldo Luiz Santos Pereira" userId="c308351cf5a860c7" providerId="LiveId" clId="{25679594-D7BD-491F-8AB7-AB729C1B641A}" dt="2025-07-20T22:20:35.642" v="46" actId="20577"/>
        <pc:sldMkLst>
          <pc:docMk/>
          <pc:sldMk cId="0" sldId="256"/>
        </pc:sldMkLst>
      </pc:sldChg>
      <pc:sldChg chg="del">
        <pc:chgData name="Osvaldo Luiz Santos Pereira" userId="c308351cf5a860c7" providerId="LiveId" clId="{25679594-D7BD-491F-8AB7-AB729C1B641A}" dt="2025-07-20T22:19:44.895" v="0" actId="47"/>
        <pc:sldMkLst>
          <pc:docMk/>
          <pc:sldMk cId="0" sldId="257"/>
        </pc:sldMkLst>
      </pc:sldChg>
      <pc:sldChg chg="del">
        <pc:chgData name="Osvaldo Luiz Santos Pereira" userId="c308351cf5a860c7" providerId="LiveId" clId="{25679594-D7BD-491F-8AB7-AB729C1B641A}" dt="2025-07-20T22:19:45.641" v="1" actId="47"/>
        <pc:sldMkLst>
          <pc:docMk/>
          <pc:sldMk cId="0" sldId="258"/>
        </pc:sldMkLst>
      </pc:sldChg>
      <pc:sldChg chg="del">
        <pc:chgData name="Osvaldo Luiz Santos Pereira" userId="c308351cf5a860c7" providerId="LiveId" clId="{25679594-D7BD-491F-8AB7-AB729C1B641A}" dt="2025-07-20T22:19:46.019" v="4" actId="47"/>
        <pc:sldMkLst>
          <pc:docMk/>
          <pc:sldMk cId="0" sldId="259"/>
        </pc:sldMkLst>
      </pc:sldChg>
      <pc:sldChg chg="del">
        <pc:chgData name="Osvaldo Luiz Santos Pereira" userId="c308351cf5a860c7" providerId="LiveId" clId="{25679594-D7BD-491F-8AB7-AB729C1B641A}" dt="2025-07-20T22:19:46.159" v="5" actId="47"/>
        <pc:sldMkLst>
          <pc:docMk/>
          <pc:sldMk cId="0" sldId="260"/>
        </pc:sldMkLst>
      </pc:sldChg>
      <pc:sldChg chg="del">
        <pc:chgData name="Osvaldo Luiz Santos Pereira" userId="c308351cf5a860c7" providerId="LiveId" clId="{25679594-D7BD-491F-8AB7-AB729C1B641A}" dt="2025-07-20T22:19:46.280" v="6" actId="47"/>
        <pc:sldMkLst>
          <pc:docMk/>
          <pc:sldMk cId="0" sldId="261"/>
        </pc:sldMkLst>
      </pc:sldChg>
      <pc:sldChg chg="del">
        <pc:chgData name="Osvaldo Luiz Santos Pereira" userId="c308351cf5a860c7" providerId="LiveId" clId="{25679594-D7BD-491F-8AB7-AB729C1B641A}" dt="2025-07-20T22:19:45.754" v="2" actId="47"/>
        <pc:sldMkLst>
          <pc:docMk/>
          <pc:sldMk cId="770525427" sldId="262"/>
        </pc:sldMkLst>
      </pc:sldChg>
      <pc:sldChg chg="del">
        <pc:chgData name="Osvaldo Luiz Santos Pereira" userId="c308351cf5a860c7" providerId="LiveId" clId="{25679594-D7BD-491F-8AB7-AB729C1B641A}" dt="2025-07-20T22:19:45.938" v="3" actId="47"/>
        <pc:sldMkLst>
          <pc:docMk/>
          <pc:sldMk cId="35454892" sldId="263"/>
        </pc:sldMkLst>
      </pc:sldChg>
      <pc:sldMasterChg chg="addSldLayout delSldLayout">
        <pc:chgData name="Osvaldo Luiz Santos Pereira" userId="c308351cf5a860c7" providerId="LiveId" clId="{25679594-D7BD-491F-8AB7-AB729C1B641A}" dt="2025-07-20T22:19:47.257" v="8" actId="47"/>
        <pc:sldMasterMkLst>
          <pc:docMk/>
          <pc:sldMasterMk cId="1831813391" sldId="2147483656"/>
        </pc:sldMasterMkLst>
        <pc:sldLayoutChg chg="add del">
          <pc:chgData name="Osvaldo Luiz Santos Pereira" userId="c308351cf5a860c7" providerId="LiveId" clId="{25679594-D7BD-491F-8AB7-AB729C1B641A}" dt="2025-07-20T22:19:47.257" v="8" actId="47"/>
          <pc:sldLayoutMkLst>
            <pc:docMk/>
            <pc:sldMasterMk cId="1831813391" sldId="2147483656"/>
            <pc:sldLayoutMk cId="3063225688" sldId="2147483668"/>
          </pc:sldLayoutMkLst>
        </pc:sldLayoutChg>
        <pc:sldLayoutChg chg="del">
          <pc:chgData name="Osvaldo Luiz Santos Pereira" userId="c308351cf5a860c7" providerId="LiveId" clId="{25679594-D7BD-491F-8AB7-AB729C1B641A}" dt="2025-07-20T22:19:44.895" v="0" actId="47"/>
          <pc:sldLayoutMkLst>
            <pc:docMk/>
            <pc:sldMasterMk cId="1831813391" sldId="2147483656"/>
            <pc:sldLayoutMk cId="3015824448" sldId="2147483669"/>
          </pc:sldLayoutMkLst>
        </pc:sldLayoutChg>
        <pc:sldLayoutChg chg="del">
          <pc:chgData name="Osvaldo Luiz Santos Pereira" userId="c308351cf5a860c7" providerId="LiveId" clId="{25679594-D7BD-491F-8AB7-AB729C1B641A}" dt="2025-07-20T22:19:45.938" v="3" actId="47"/>
          <pc:sldLayoutMkLst>
            <pc:docMk/>
            <pc:sldMasterMk cId="1831813391" sldId="2147483656"/>
            <pc:sldLayoutMk cId="3379518103" sldId="2147483670"/>
          </pc:sldLayoutMkLst>
        </pc:sldLayoutChg>
        <pc:sldLayoutChg chg="del">
          <pc:chgData name="Osvaldo Luiz Santos Pereira" userId="c308351cf5a860c7" providerId="LiveId" clId="{25679594-D7BD-491F-8AB7-AB729C1B641A}" dt="2025-07-20T22:19:46.019" v="4" actId="47"/>
          <pc:sldLayoutMkLst>
            <pc:docMk/>
            <pc:sldMasterMk cId="1831813391" sldId="2147483656"/>
            <pc:sldLayoutMk cId="2517824387" sldId="2147483671"/>
          </pc:sldLayoutMkLst>
        </pc:sldLayoutChg>
        <pc:sldLayoutChg chg="del">
          <pc:chgData name="Osvaldo Luiz Santos Pereira" userId="c308351cf5a860c7" providerId="LiveId" clId="{25679594-D7BD-491F-8AB7-AB729C1B641A}" dt="2025-07-20T22:19:46.159" v="5" actId="47"/>
          <pc:sldLayoutMkLst>
            <pc:docMk/>
            <pc:sldMasterMk cId="1831813391" sldId="2147483656"/>
            <pc:sldLayoutMk cId="2670046631" sldId="2147483672"/>
          </pc:sldLayoutMkLst>
        </pc:sldLayoutChg>
        <pc:sldLayoutChg chg="del">
          <pc:chgData name="Osvaldo Luiz Santos Pereira" userId="c308351cf5a860c7" providerId="LiveId" clId="{25679594-D7BD-491F-8AB7-AB729C1B641A}" dt="2025-07-20T22:19:46.280" v="6" actId="47"/>
          <pc:sldLayoutMkLst>
            <pc:docMk/>
            <pc:sldMasterMk cId="1831813391" sldId="2147483656"/>
            <pc:sldLayoutMk cId="1893514841" sldId="2147483673"/>
          </pc:sldLayoutMkLst>
        </pc:sldLayoutChg>
      </pc:sldMasterChg>
    </pc:docChg>
  </pc:docChgLst>
  <pc:docChgLst>
    <pc:chgData name="Osvaldo Luiz Santos Pereira" userId="c308351cf5a860c7" providerId="LiveId" clId="{30D4B243-E56E-4CD9-9C49-7B140616515F}"/>
    <pc:docChg chg="undo redo custSel addSld delSld modSld sldOrd">
      <pc:chgData name="Osvaldo Luiz Santos Pereira" userId="c308351cf5a860c7" providerId="LiveId" clId="{30D4B243-E56E-4CD9-9C49-7B140616515F}" dt="2025-09-25T17:20:49.410" v="2680"/>
      <pc:docMkLst>
        <pc:docMk/>
      </pc:docMkLst>
      <pc:sldChg chg="delSp modSp del mod">
        <pc:chgData name="Osvaldo Luiz Santos Pereira" userId="c308351cf5a860c7" providerId="LiveId" clId="{30D4B243-E56E-4CD9-9C49-7B140616515F}" dt="2025-09-16T23:59:18.181" v="776" actId="47"/>
        <pc:sldMkLst>
          <pc:docMk/>
          <pc:sldMk cId="3067423610" sldId="258"/>
        </pc:sldMkLst>
      </pc:sldChg>
      <pc:sldChg chg="addSp delSp modSp del mod modTransition">
        <pc:chgData name="Osvaldo Luiz Santos Pereira" userId="c308351cf5a860c7" providerId="LiveId" clId="{30D4B243-E56E-4CD9-9C49-7B140616515F}" dt="2025-09-24T01:32:39.010" v="1593" actId="47"/>
        <pc:sldMkLst>
          <pc:docMk/>
          <pc:sldMk cId="916029383" sldId="259"/>
        </pc:sldMkLst>
      </pc:sldChg>
      <pc:sldChg chg="delSp modSp del mod modTransition">
        <pc:chgData name="Osvaldo Luiz Santos Pereira" userId="c308351cf5a860c7" providerId="LiveId" clId="{30D4B243-E56E-4CD9-9C49-7B140616515F}" dt="2025-09-24T01:32:37.425" v="1590" actId="47"/>
        <pc:sldMkLst>
          <pc:docMk/>
          <pc:sldMk cId="3070961284" sldId="261"/>
        </pc:sldMkLst>
      </pc:sldChg>
      <pc:sldChg chg="delSp modSp del mod modTransition">
        <pc:chgData name="Osvaldo Luiz Santos Pereira" userId="c308351cf5a860c7" providerId="LiveId" clId="{30D4B243-E56E-4CD9-9C49-7B140616515F}" dt="2025-09-24T01:32:38.675" v="1591" actId="47"/>
        <pc:sldMkLst>
          <pc:docMk/>
          <pc:sldMk cId="662823859" sldId="262"/>
        </pc:sldMkLst>
      </pc:sldChg>
      <pc:sldChg chg="del">
        <pc:chgData name="Osvaldo Luiz Santos Pereira" userId="c308351cf5a860c7" providerId="LiveId" clId="{30D4B243-E56E-4CD9-9C49-7B140616515F}" dt="2025-09-19T18:28:28.348" v="1096" actId="47"/>
        <pc:sldMkLst>
          <pc:docMk/>
          <pc:sldMk cId="507282837" sldId="263"/>
        </pc:sldMkLst>
      </pc:sldChg>
      <pc:sldChg chg="addSp delSp modSp del mod modTransition">
        <pc:chgData name="Osvaldo Luiz Santos Pereira" userId="c308351cf5a860c7" providerId="LiveId" clId="{30D4B243-E56E-4CD9-9C49-7B140616515F}" dt="2025-09-24T01:32:43.861" v="1609" actId="47"/>
        <pc:sldMkLst>
          <pc:docMk/>
          <pc:sldMk cId="2247708559" sldId="264"/>
        </pc:sldMkLst>
      </pc:sldChg>
      <pc:sldChg chg="addSp delSp modSp del mod">
        <pc:chgData name="Osvaldo Luiz Santos Pereira" userId="c308351cf5a860c7" providerId="LiveId" clId="{30D4B243-E56E-4CD9-9C49-7B140616515F}" dt="2025-09-16T23:03:16.790" v="679" actId="47"/>
        <pc:sldMkLst>
          <pc:docMk/>
          <pc:sldMk cId="4211106752" sldId="265"/>
        </pc:sldMkLst>
      </pc:sldChg>
      <pc:sldChg chg="delSp del mod">
        <pc:chgData name="Osvaldo Luiz Santos Pereira" userId="c308351cf5a860c7" providerId="LiveId" clId="{30D4B243-E56E-4CD9-9C49-7B140616515F}" dt="2025-09-16T23:33:18.966" v="770" actId="47"/>
        <pc:sldMkLst>
          <pc:docMk/>
          <pc:sldMk cId="925325881" sldId="266"/>
        </pc:sldMkLst>
      </pc:sldChg>
      <pc:sldChg chg="delSp del mod modTransition">
        <pc:chgData name="Osvaldo Luiz Santos Pereira" userId="c308351cf5a860c7" providerId="LiveId" clId="{30D4B243-E56E-4CD9-9C49-7B140616515F}" dt="2025-09-24T01:32:39.336" v="1595" actId="47"/>
        <pc:sldMkLst>
          <pc:docMk/>
          <pc:sldMk cId="1289244108" sldId="267"/>
        </pc:sldMkLst>
      </pc:sldChg>
      <pc:sldChg chg="addSp delSp modSp del mod modTransition">
        <pc:chgData name="Osvaldo Luiz Santos Pereira" userId="c308351cf5a860c7" providerId="LiveId" clId="{30D4B243-E56E-4CD9-9C49-7B140616515F}" dt="2025-09-24T01:32:39.698" v="1597" actId="47"/>
        <pc:sldMkLst>
          <pc:docMk/>
          <pc:sldMk cId="89530914" sldId="268"/>
        </pc:sldMkLst>
      </pc:sldChg>
      <pc:sldChg chg="addSp delSp modSp del mod">
        <pc:chgData name="Osvaldo Luiz Santos Pereira" userId="c308351cf5a860c7" providerId="LiveId" clId="{30D4B243-E56E-4CD9-9C49-7B140616515F}" dt="2025-09-16T22:58:43.698" v="609" actId="47"/>
        <pc:sldMkLst>
          <pc:docMk/>
          <pc:sldMk cId="3879095415" sldId="269"/>
        </pc:sldMkLst>
      </pc:sldChg>
      <pc:sldChg chg="addSp delSp modSp del mod">
        <pc:chgData name="Osvaldo Luiz Santos Pereira" userId="c308351cf5a860c7" providerId="LiveId" clId="{30D4B243-E56E-4CD9-9C49-7B140616515F}" dt="2025-09-19T17:58:46.699" v="1074" actId="47"/>
        <pc:sldMkLst>
          <pc:docMk/>
          <pc:sldMk cId="32095444" sldId="270"/>
        </pc:sldMkLst>
      </pc:sldChg>
      <pc:sldChg chg="add del">
        <pc:chgData name="Osvaldo Luiz Santos Pereira" userId="c308351cf5a860c7" providerId="LiveId" clId="{30D4B243-E56E-4CD9-9C49-7B140616515F}" dt="2025-09-16T23:26:18.831" v="761" actId="47"/>
        <pc:sldMkLst>
          <pc:docMk/>
          <pc:sldMk cId="3795408482" sldId="271"/>
        </pc:sldMkLst>
      </pc:sldChg>
      <pc:sldChg chg="del">
        <pc:chgData name="Osvaldo Luiz Santos Pereira" userId="c308351cf5a860c7" providerId="LiveId" clId="{30D4B243-E56E-4CD9-9C49-7B140616515F}" dt="2025-09-16T23:26:19.217" v="762" actId="47"/>
        <pc:sldMkLst>
          <pc:docMk/>
          <pc:sldMk cId="1342036027" sldId="272"/>
        </pc:sldMkLst>
      </pc:sldChg>
      <pc:sldChg chg="del">
        <pc:chgData name="Osvaldo Luiz Santos Pereira" userId="c308351cf5a860c7" providerId="LiveId" clId="{30D4B243-E56E-4CD9-9C49-7B140616515F}" dt="2025-09-16T23:26:19.518" v="763" actId="47"/>
        <pc:sldMkLst>
          <pc:docMk/>
          <pc:sldMk cId="3217380307" sldId="273"/>
        </pc:sldMkLst>
      </pc:sldChg>
      <pc:sldChg chg="del">
        <pc:chgData name="Osvaldo Luiz Santos Pereira" userId="c308351cf5a860c7" providerId="LiveId" clId="{30D4B243-E56E-4CD9-9C49-7B140616515F}" dt="2025-09-16T23:26:19.882" v="764" actId="47"/>
        <pc:sldMkLst>
          <pc:docMk/>
          <pc:sldMk cId="2783137623" sldId="274"/>
        </pc:sldMkLst>
      </pc:sldChg>
      <pc:sldChg chg="addSp delSp modSp mod modTransition">
        <pc:chgData name="Osvaldo Luiz Santos Pereira" userId="c308351cf5a860c7" providerId="LiveId" clId="{30D4B243-E56E-4CD9-9C49-7B140616515F}" dt="2025-09-25T17:18:19.831" v="2279"/>
        <pc:sldMkLst>
          <pc:docMk/>
          <pc:sldMk cId="2426334548" sldId="275"/>
        </pc:sldMkLst>
        <pc:spChg chg="add del mod">
          <ac:chgData name="Osvaldo Luiz Santos Pereira" userId="c308351cf5a860c7" providerId="LiveId" clId="{30D4B243-E56E-4CD9-9C49-7B140616515F}" dt="2025-09-24T01:33:01.142" v="1614" actId="478"/>
          <ac:spMkLst>
            <pc:docMk/>
            <pc:sldMk cId="2426334548" sldId="275"/>
            <ac:spMk id="2" creationId="{2A580F4A-DB28-26AF-53CE-A689B82F7CBA}"/>
          </ac:spMkLst>
        </pc:spChg>
        <pc:spChg chg="add mod">
          <ac:chgData name="Osvaldo Luiz Santos Pereira" userId="c308351cf5a860c7" providerId="LiveId" clId="{30D4B243-E56E-4CD9-9C49-7B140616515F}" dt="2025-09-24T01:37:13.240" v="1667" actId="164"/>
          <ac:spMkLst>
            <pc:docMk/>
            <pc:sldMk cId="2426334548" sldId="275"/>
            <ac:spMk id="3" creationId="{2E826EDB-6669-C230-E4EA-90B1301E9681}"/>
          </ac:spMkLst>
        </pc:spChg>
        <pc:spChg chg="add mod">
          <ac:chgData name="Osvaldo Luiz Santos Pereira" userId="c308351cf5a860c7" providerId="LiveId" clId="{30D4B243-E56E-4CD9-9C49-7B140616515F}" dt="2025-09-24T01:37:31.150" v="1674" actId="1076"/>
          <ac:spMkLst>
            <pc:docMk/>
            <pc:sldMk cId="2426334548" sldId="275"/>
            <ac:spMk id="15" creationId="{A00CC67E-485F-80A8-D3C8-13298EA6DEF5}"/>
          </ac:spMkLst>
        </pc:spChg>
        <pc:spChg chg="add mod">
          <ac:chgData name="Osvaldo Luiz Santos Pereira" userId="c308351cf5a860c7" providerId="LiveId" clId="{30D4B243-E56E-4CD9-9C49-7B140616515F}" dt="2025-09-24T01:37:13.240" v="1667" actId="164"/>
          <ac:spMkLst>
            <pc:docMk/>
            <pc:sldMk cId="2426334548" sldId="275"/>
            <ac:spMk id="18" creationId="{0DD659D4-4DD4-3680-9EF6-33E347F982C2}"/>
          </ac:spMkLst>
        </pc:spChg>
        <pc:spChg chg="add mod">
          <ac:chgData name="Osvaldo Luiz Santos Pereira" userId="c308351cf5a860c7" providerId="LiveId" clId="{30D4B243-E56E-4CD9-9C49-7B140616515F}" dt="2025-09-24T01:37:31.150" v="1674" actId="1076"/>
          <ac:spMkLst>
            <pc:docMk/>
            <pc:sldMk cId="2426334548" sldId="275"/>
            <ac:spMk id="19" creationId="{D10F2858-20E2-0A7A-B4B0-7BBC068E06AB}"/>
          </ac:spMkLst>
        </pc:spChg>
        <pc:spChg chg="add mod">
          <ac:chgData name="Osvaldo Luiz Santos Pereira" userId="c308351cf5a860c7" providerId="LiveId" clId="{30D4B243-E56E-4CD9-9C49-7B140616515F}" dt="2025-09-24T01:37:31.150" v="1674" actId="1076"/>
          <ac:spMkLst>
            <pc:docMk/>
            <pc:sldMk cId="2426334548" sldId="275"/>
            <ac:spMk id="20" creationId="{210625D2-E14B-57F0-ED8B-B7C6A6B08FE4}"/>
          </ac:spMkLst>
        </pc:spChg>
        <pc:spChg chg="add mod">
          <ac:chgData name="Osvaldo Luiz Santos Pereira" userId="c308351cf5a860c7" providerId="LiveId" clId="{30D4B243-E56E-4CD9-9C49-7B140616515F}" dt="2025-09-24T01:37:31.150" v="1674" actId="1076"/>
          <ac:spMkLst>
            <pc:docMk/>
            <pc:sldMk cId="2426334548" sldId="275"/>
            <ac:spMk id="21" creationId="{BEBCB683-E57E-F5FA-8C9C-BE039C6E43D1}"/>
          </ac:spMkLst>
        </pc:spChg>
        <pc:spChg chg="add mod">
          <ac:chgData name="Osvaldo Luiz Santos Pereira" userId="c308351cf5a860c7" providerId="LiveId" clId="{30D4B243-E56E-4CD9-9C49-7B140616515F}" dt="2025-09-24T01:41:44.039" v="1718" actId="1076"/>
          <ac:spMkLst>
            <pc:docMk/>
            <pc:sldMk cId="2426334548" sldId="275"/>
            <ac:spMk id="23" creationId="{96A736CD-1A30-9E7A-A9B7-DEA071CFC09E}"/>
          </ac:spMkLst>
        </pc:spChg>
        <pc:spChg chg="add mod">
          <ac:chgData name="Osvaldo Luiz Santos Pereira" userId="c308351cf5a860c7" providerId="LiveId" clId="{30D4B243-E56E-4CD9-9C49-7B140616515F}" dt="2025-09-24T01:41:48.340" v="1720" actId="20577"/>
          <ac:spMkLst>
            <pc:docMk/>
            <pc:sldMk cId="2426334548" sldId="275"/>
            <ac:spMk id="24" creationId="{4CDC55CA-97C7-34A9-A2F0-89FA5AA90E4E}"/>
          </ac:spMkLst>
        </pc:spChg>
        <pc:spChg chg="add mod">
          <ac:chgData name="Osvaldo Luiz Santos Pereira" userId="c308351cf5a860c7" providerId="LiveId" clId="{30D4B243-E56E-4CD9-9C49-7B140616515F}" dt="2025-09-24T01:41:54.252" v="1722" actId="20577"/>
          <ac:spMkLst>
            <pc:docMk/>
            <pc:sldMk cId="2426334548" sldId="275"/>
            <ac:spMk id="25" creationId="{CE3723C9-F05D-843A-3956-4D1C451C4587}"/>
          </ac:spMkLst>
        </pc:spChg>
        <pc:grpChg chg="add mod">
          <ac:chgData name="Osvaldo Luiz Santos Pereira" userId="c308351cf5a860c7" providerId="LiveId" clId="{30D4B243-E56E-4CD9-9C49-7B140616515F}" dt="2025-09-24T01:37:31.150" v="1674" actId="1076"/>
          <ac:grpSpMkLst>
            <pc:docMk/>
            <pc:sldMk cId="2426334548" sldId="275"/>
            <ac:grpSpMk id="14" creationId="{0947167F-9FDA-C24F-BA81-EE4FD57997AF}"/>
          </ac:grpSpMkLst>
        </pc:grpChg>
        <pc:grpChg chg="add mod">
          <ac:chgData name="Osvaldo Luiz Santos Pereira" userId="c308351cf5a860c7" providerId="LiveId" clId="{30D4B243-E56E-4CD9-9C49-7B140616515F}" dt="2025-09-24T01:37:31.150" v="1674" actId="1076"/>
          <ac:grpSpMkLst>
            <pc:docMk/>
            <pc:sldMk cId="2426334548" sldId="275"/>
            <ac:grpSpMk id="22" creationId="{ACC15986-178A-8352-A726-8D128A8D7516}"/>
          </ac:grpSpMkLst>
        </pc:grpChg>
        <pc:cxnChg chg="add mod">
          <ac:chgData name="Osvaldo Luiz Santos Pereira" userId="c308351cf5a860c7" providerId="LiveId" clId="{30D4B243-E56E-4CD9-9C49-7B140616515F}" dt="2025-09-24T01:34:33.621" v="1632" actId="164"/>
          <ac:cxnSpMkLst>
            <pc:docMk/>
            <pc:sldMk cId="2426334548" sldId="275"/>
            <ac:cxnSpMk id="5" creationId="{13B676F8-7029-D062-A454-93542F8C4835}"/>
          </ac:cxnSpMkLst>
        </pc:cxnChg>
        <pc:cxnChg chg="add mod">
          <ac:chgData name="Osvaldo Luiz Santos Pereira" userId="c308351cf5a860c7" providerId="LiveId" clId="{30D4B243-E56E-4CD9-9C49-7B140616515F}" dt="2025-09-24T01:34:33.621" v="1632" actId="164"/>
          <ac:cxnSpMkLst>
            <pc:docMk/>
            <pc:sldMk cId="2426334548" sldId="275"/>
            <ac:cxnSpMk id="6" creationId="{DDD82156-242D-3578-A500-BAAF1C7DD2C3}"/>
          </ac:cxnSpMkLst>
        </pc:cxnChg>
        <pc:cxnChg chg="add mod">
          <ac:chgData name="Osvaldo Luiz Santos Pereira" userId="c308351cf5a860c7" providerId="LiveId" clId="{30D4B243-E56E-4CD9-9C49-7B140616515F}" dt="2025-09-24T01:34:33.621" v="1632" actId="164"/>
          <ac:cxnSpMkLst>
            <pc:docMk/>
            <pc:sldMk cId="2426334548" sldId="275"/>
            <ac:cxnSpMk id="9" creationId="{B1946C1D-D140-2E1E-86CF-EB7BAF3533C7}"/>
          </ac:cxnSpMkLst>
        </pc:cxnChg>
        <pc:cxnChg chg="add mod">
          <ac:chgData name="Osvaldo Luiz Santos Pereira" userId="c308351cf5a860c7" providerId="LiveId" clId="{30D4B243-E56E-4CD9-9C49-7B140616515F}" dt="2025-09-24T01:37:13.240" v="1667" actId="164"/>
          <ac:cxnSpMkLst>
            <pc:docMk/>
            <pc:sldMk cId="2426334548" sldId="275"/>
            <ac:cxnSpMk id="17" creationId="{7D3CA829-F406-EDD9-FFD1-09052B2DA802}"/>
          </ac:cxnSpMkLst>
        </pc:cxnChg>
      </pc:sldChg>
      <pc:sldChg chg="del">
        <pc:chgData name="Osvaldo Luiz Santos Pereira" userId="c308351cf5a860c7" providerId="LiveId" clId="{30D4B243-E56E-4CD9-9C49-7B140616515F}" dt="2025-09-24T01:32:38.840" v="1592" actId="47"/>
        <pc:sldMkLst>
          <pc:docMk/>
          <pc:sldMk cId="540946614" sldId="276"/>
        </pc:sldMkLst>
      </pc:sldChg>
      <pc:sldChg chg="addSp modSp add mod modTransition">
        <pc:chgData name="Osvaldo Luiz Santos Pereira" userId="c308351cf5a860c7" providerId="LiveId" clId="{30D4B243-E56E-4CD9-9C49-7B140616515F}" dt="2025-09-25T17:20:49.410" v="2680"/>
        <pc:sldMkLst>
          <pc:docMk/>
          <pc:sldMk cId="3590455094" sldId="276"/>
        </pc:sldMkLst>
        <pc:spChg chg="add mod">
          <ac:chgData name="Osvaldo Luiz Santos Pereira" userId="c308351cf5a860c7" providerId="LiveId" clId="{30D4B243-E56E-4CD9-9C49-7B140616515F}" dt="2025-09-24T02:05:41.075" v="2130" actId="1076"/>
          <ac:spMkLst>
            <pc:docMk/>
            <pc:sldMk cId="3590455094" sldId="276"/>
            <ac:spMk id="2" creationId="{444BF745-E781-00E4-8752-39ACFE88F6AC}"/>
          </ac:spMkLst>
        </pc:spChg>
        <pc:spChg chg="add mod">
          <ac:chgData name="Osvaldo Luiz Santos Pereira" userId="c308351cf5a860c7" providerId="LiveId" clId="{30D4B243-E56E-4CD9-9C49-7B140616515F}" dt="2025-09-24T02:05:44.477" v="2131" actId="1076"/>
          <ac:spMkLst>
            <pc:docMk/>
            <pc:sldMk cId="3590455094" sldId="276"/>
            <ac:spMk id="3" creationId="{589BCCE4-88E3-65BC-4AF0-1E178EE3D056}"/>
          </ac:spMkLst>
        </pc:spChg>
        <pc:spChg chg="add mod">
          <ac:chgData name="Osvaldo Luiz Santos Pereira" userId="c308351cf5a860c7" providerId="LiveId" clId="{30D4B243-E56E-4CD9-9C49-7B140616515F}" dt="2025-09-24T02:06:55.242" v="2185" actId="1076"/>
          <ac:spMkLst>
            <pc:docMk/>
            <pc:sldMk cId="3590455094" sldId="276"/>
            <ac:spMk id="4" creationId="{F26B93DB-065A-29B9-71C2-2BA94A477ED3}"/>
          </ac:spMkLst>
        </pc:spChg>
        <pc:spChg chg="add mod">
          <ac:chgData name="Osvaldo Luiz Santos Pereira" userId="c308351cf5a860c7" providerId="LiveId" clId="{30D4B243-E56E-4CD9-9C49-7B140616515F}" dt="2025-09-24T02:06:55.242" v="2185" actId="1076"/>
          <ac:spMkLst>
            <pc:docMk/>
            <pc:sldMk cId="3590455094" sldId="276"/>
            <ac:spMk id="5" creationId="{CEE7D03E-F8C2-433F-CA6D-0B93B2FED598}"/>
          </ac:spMkLst>
        </pc:spChg>
        <pc:spChg chg="add mod">
          <ac:chgData name="Osvaldo Luiz Santos Pereira" userId="c308351cf5a860c7" providerId="LiveId" clId="{30D4B243-E56E-4CD9-9C49-7B140616515F}" dt="2025-09-24T02:08:06.042" v="2203" actId="14100"/>
          <ac:spMkLst>
            <pc:docMk/>
            <pc:sldMk cId="3590455094" sldId="276"/>
            <ac:spMk id="6" creationId="{D03A32C9-5F75-4BDA-65B6-ACE0D83AD0EE}"/>
          </ac:spMkLst>
        </pc:spChg>
        <pc:spChg chg="add mod">
          <ac:chgData name="Osvaldo Luiz Santos Pereira" userId="c308351cf5a860c7" providerId="LiveId" clId="{30D4B243-E56E-4CD9-9C49-7B140616515F}" dt="2025-09-24T02:08:26.208" v="2216" actId="14100"/>
          <ac:spMkLst>
            <pc:docMk/>
            <pc:sldMk cId="3590455094" sldId="276"/>
            <ac:spMk id="7" creationId="{528B5329-7DD9-2D74-05AB-3E71FF3327A6}"/>
          </ac:spMkLst>
        </pc:spChg>
        <pc:spChg chg="add mod">
          <ac:chgData name="Osvaldo Luiz Santos Pereira" userId="c308351cf5a860c7" providerId="LiveId" clId="{30D4B243-E56E-4CD9-9C49-7B140616515F}" dt="2025-09-24T02:08:39.215" v="2219" actId="1076"/>
          <ac:spMkLst>
            <pc:docMk/>
            <pc:sldMk cId="3590455094" sldId="276"/>
            <ac:spMk id="8" creationId="{49FEA767-62B0-BF4E-70DA-3A819654A113}"/>
          </ac:spMkLst>
        </pc:spChg>
      </pc:sldChg>
      <pc:sldChg chg="del">
        <pc:chgData name="Osvaldo Luiz Santos Pereira" userId="c308351cf5a860c7" providerId="LiveId" clId="{30D4B243-E56E-4CD9-9C49-7B140616515F}" dt="2025-09-16T23:26:20.440" v="765" actId="47"/>
        <pc:sldMkLst>
          <pc:docMk/>
          <pc:sldMk cId="3886539619" sldId="277"/>
        </pc:sldMkLst>
      </pc:sldChg>
      <pc:sldChg chg="add ord">
        <pc:chgData name="Osvaldo Luiz Santos Pereira" userId="c308351cf5a860c7" providerId="LiveId" clId="{30D4B243-E56E-4CD9-9C49-7B140616515F}" dt="2025-09-25T16:42:59.902" v="2222"/>
        <pc:sldMkLst>
          <pc:docMk/>
          <pc:sldMk cId="4239516863" sldId="277"/>
        </pc:sldMkLst>
      </pc:sldChg>
      <pc:sldChg chg="del">
        <pc:chgData name="Osvaldo Luiz Santos Pereira" userId="c308351cf5a860c7" providerId="LiveId" clId="{30D4B243-E56E-4CD9-9C49-7B140616515F}" dt="2025-09-24T01:32:39.173" v="1594" actId="47"/>
        <pc:sldMkLst>
          <pc:docMk/>
          <pc:sldMk cId="1467288226" sldId="278"/>
        </pc:sldMkLst>
      </pc:sldChg>
      <pc:sldChg chg="addSp delSp modSp add mod modTransition">
        <pc:chgData name="Osvaldo Luiz Santos Pereira" userId="c308351cf5a860c7" providerId="LiveId" clId="{30D4B243-E56E-4CD9-9C49-7B140616515F}" dt="2025-09-25T17:18:33.090" v="2348"/>
        <pc:sldMkLst>
          <pc:docMk/>
          <pc:sldMk cId="2256622995" sldId="278"/>
        </pc:sldMkLst>
        <pc:spChg chg="mod topLvl">
          <ac:chgData name="Osvaldo Luiz Santos Pereira" userId="c308351cf5a860c7" providerId="LiveId" clId="{30D4B243-E56E-4CD9-9C49-7B140616515F}" dt="2025-09-24T01:37:55.104" v="1676" actId="165"/>
          <ac:spMkLst>
            <pc:docMk/>
            <pc:sldMk cId="2256622995" sldId="278"/>
            <ac:spMk id="3" creationId="{82A14F9C-8497-3E80-A064-275B2C793E65}"/>
          </ac:spMkLst>
        </pc:spChg>
        <pc:spChg chg="add del mod">
          <ac:chgData name="Osvaldo Luiz Santos Pereira" userId="c308351cf5a860c7" providerId="LiveId" clId="{30D4B243-E56E-4CD9-9C49-7B140616515F}" dt="2025-09-24T01:38:22.576" v="1681" actId="478"/>
          <ac:spMkLst>
            <pc:docMk/>
            <pc:sldMk cId="2256622995" sldId="278"/>
            <ac:spMk id="4" creationId="{5B896880-D86D-66F7-2E5C-2D735A2BEAB5}"/>
          </ac:spMkLst>
        </pc:spChg>
        <pc:spChg chg="mod topLvl">
          <ac:chgData name="Osvaldo Luiz Santos Pereira" userId="c308351cf5a860c7" providerId="LiveId" clId="{30D4B243-E56E-4CD9-9C49-7B140616515F}" dt="2025-09-24T01:38:10.432" v="1678" actId="1076"/>
          <ac:spMkLst>
            <pc:docMk/>
            <pc:sldMk cId="2256622995" sldId="278"/>
            <ac:spMk id="18" creationId="{1F0DCEE8-6943-481F-9301-B95000B4F770}"/>
          </ac:spMkLst>
        </pc:spChg>
        <pc:spChg chg="mod">
          <ac:chgData name="Osvaldo Luiz Santos Pereira" userId="c308351cf5a860c7" providerId="LiveId" clId="{30D4B243-E56E-4CD9-9C49-7B140616515F}" dt="2025-09-24T01:40:56.763" v="1713" actId="1076"/>
          <ac:spMkLst>
            <pc:docMk/>
            <pc:sldMk cId="2256622995" sldId="278"/>
            <ac:spMk id="20" creationId="{1754F96A-1B3C-BE14-366B-7804978AD353}"/>
          </ac:spMkLst>
        </pc:spChg>
        <pc:spChg chg="mod">
          <ac:chgData name="Osvaldo Luiz Santos Pereira" userId="c308351cf5a860c7" providerId="LiveId" clId="{30D4B243-E56E-4CD9-9C49-7B140616515F}" dt="2025-09-24T01:40:41.384" v="1708" actId="1076"/>
          <ac:spMkLst>
            <pc:docMk/>
            <pc:sldMk cId="2256622995" sldId="278"/>
            <ac:spMk id="21" creationId="{D48CDC79-4AF3-0BE3-1AD4-CA1EAAFF1F4C}"/>
          </ac:spMkLst>
        </pc:spChg>
        <pc:spChg chg="add del mod">
          <ac:chgData name="Osvaldo Luiz Santos Pereira" userId="c308351cf5a860c7" providerId="LiveId" clId="{30D4B243-E56E-4CD9-9C49-7B140616515F}" dt="2025-09-24T01:38:53.090" v="1690" actId="478"/>
          <ac:spMkLst>
            <pc:docMk/>
            <pc:sldMk cId="2256622995" sldId="278"/>
            <ac:spMk id="23" creationId="{60F597AE-1E75-95E4-5283-E20DEA82FCED}"/>
          </ac:spMkLst>
        </pc:spChg>
        <pc:spChg chg="add mod">
          <ac:chgData name="Osvaldo Luiz Santos Pereira" userId="c308351cf5a860c7" providerId="LiveId" clId="{30D4B243-E56E-4CD9-9C49-7B140616515F}" dt="2025-09-24T01:39:05.032" v="1691" actId="571"/>
          <ac:spMkLst>
            <pc:docMk/>
            <pc:sldMk cId="2256622995" sldId="278"/>
            <ac:spMk id="24" creationId="{682BF9F6-1978-C089-5EFF-C42AB49A1CAA}"/>
          </ac:spMkLst>
        </pc:spChg>
        <pc:spChg chg="add mod">
          <ac:chgData name="Osvaldo Luiz Santos Pereira" userId="c308351cf5a860c7" providerId="LiveId" clId="{30D4B243-E56E-4CD9-9C49-7B140616515F}" dt="2025-09-24T01:39:08.545" v="1692" actId="571"/>
          <ac:spMkLst>
            <pc:docMk/>
            <pc:sldMk cId="2256622995" sldId="278"/>
            <ac:spMk id="25" creationId="{5EA67CEF-EC00-75D9-5D7D-4E277FA9D8BF}"/>
          </ac:spMkLst>
        </pc:spChg>
        <pc:spChg chg="add mod">
          <ac:chgData name="Osvaldo Luiz Santos Pereira" userId="c308351cf5a860c7" providerId="LiveId" clId="{30D4B243-E56E-4CD9-9C49-7B140616515F}" dt="2025-09-24T01:40:47.877" v="1709" actId="571"/>
          <ac:spMkLst>
            <pc:docMk/>
            <pc:sldMk cId="2256622995" sldId="278"/>
            <ac:spMk id="36" creationId="{8634C10D-DAC5-8BA1-DFB8-86E78410DC10}"/>
          </ac:spMkLst>
        </pc:spChg>
        <pc:spChg chg="add mod">
          <ac:chgData name="Osvaldo Luiz Santos Pereira" userId="c308351cf5a860c7" providerId="LiveId" clId="{30D4B243-E56E-4CD9-9C49-7B140616515F}" dt="2025-09-24T01:41:04.348" v="1714" actId="571"/>
          <ac:spMkLst>
            <pc:docMk/>
            <pc:sldMk cId="2256622995" sldId="278"/>
            <ac:spMk id="37" creationId="{B4B28C88-B12D-D617-6860-EC42BA0D8FDE}"/>
          </ac:spMkLst>
        </pc:spChg>
        <pc:spChg chg="add mod">
          <ac:chgData name="Osvaldo Luiz Santos Pereira" userId="c308351cf5a860c7" providerId="LiveId" clId="{30D4B243-E56E-4CD9-9C49-7B140616515F}" dt="2025-09-24T01:42:03.403" v="1723"/>
          <ac:spMkLst>
            <pc:docMk/>
            <pc:sldMk cId="2256622995" sldId="278"/>
            <ac:spMk id="38" creationId="{100A2E56-A17F-2360-465E-88ECE37FD0ED}"/>
          </ac:spMkLst>
        </pc:spChg>
        <pc:spChg chg="add mod">
          <ac:chgData name="Osvaldo Luiz Santos Pereira" userId="c308351cf5a860c7" providerId="LiveId" clId="{30D4B243-E56E-4CD9-9C49-7B140616515F}" dt="2025-09-24T01:42:03.403" v="1723"/>
          <ac:spMkLst>
            <pc:docMk/>
            <pc:sldMk cId="2256622995" sldId="278"/>
            <ac:spMk id="39" creationId="{4B884373-505D-15F2-79A1-403AEFBB9FA9}"/>
          </ac:spMkLst>
        </pc:spChg>
        <pc:spChg chg="add mod">
          <ac:chgData name="Osvaldo Luiz Santos Pereira" userId="c308351cf5a860c7" providerId="LiveId" clId="{30D4B243-E56E-4CD9-9C49-7B140616515F}" dt="2025-09-24T01:42:03.403" v="1723"/>
          <ac:spMkLst>
            <pc:docMk/>
            <pc:sldMk cId="2256622995" sldId="278"/>
            <ac:spMk id="40" creationId="{A9B9043A-19E0-7AAB-0910-86E87177C2A7}"/>
          </ac:spMkLst>
        </pc:spChg>
        <pc:grpChg chg="del">
          <ac:chgData name="Osvaldo Luiz Santos Pereira" userId="c308351cf5a860c7" providerId="LiveId" clId="{30D4B243-E56E-4CD9-9C49-7B140616515F}" dt="2025-09-24T01:37:55.104" v="1676" actId="165"/>
          <ac:grpSpMkLst>
            <pc:docMk/>
            <pc:sldMk cId="2256622995" sldId="278"/>
            <ac:grpSpMk id="22" creationId="{AB057B34-4217-FA0B-F36C-5BAB00F4FB48}"/>
          </ac:grpSpMkLst>
        </pc:grpChg>
        <pc:cxnChg chg="add mod">
          <ac:chgData name="Osvaldo Luiz Santos Pereira" userId="c308351cf5a860c7" providerId="LiveId" clId="{30D4B243-E56E-4CD9-9C49-7B140616515F}" dt="2025-09-24T01:38:30.554" v="1684" actId="14100"/>
          <ac:cxnSpMkLst>
            <pc:docMk/>
            <pc:sldMk cId="2256622995" sldId="278"/>
            <ac:cxnSpMk id="7" creationId="{EA07E130-0FC7-DC10-46DE-7CA221E1A183}"/>
          </ac:cxnSpMkLst>
        </pc:cxnChg>
        <pc:cxnChg chg="add mod">
          <ac:chgData name="Osvaldo Luiz Santos Pereira" userId="c308351cf5a860c7" providerId="LiveId" clId="{30D4B243-E56E-4CD9-9C49-7B140616515F}" dt="2025-09-24T01:38:36.489" v="1687" actId="14100"/>
          <ac:cxnSpMkLst>
            <pc:docMk/>
            <pc:sldMk cId="2256622995" sldId="278"/>
            <ac:cxnSpMk id="11" creationId="{68E7A198-FAD4-E9CC-230A-51BDD805A613}"/>
          </ac:cxnSpMkLst>
        </pc:cxnChg>
        <pc:cxnChg chg="mod topLvl">
          <ac:chgData name="Osvaldo Luiz Santos Pereira" userId="c308351cf5a860c7" providerId="LiveId" clId="{30D4B243-E56E-4CD9-9C49-7B140616515F}" dt="2025-09-24T01:38:39.147" v="1688" actId="14100"/>
          <ac:cxnSpMkLst>
            <pc:docMk/>
            <pc:sldMk cId="2256622995" sldId="278"/>
            <ac:cxnSpMk id="17" creationId="{3F1DB8D3-C92E-EC0F-1086-45A5C595B5BC}"/>
          </ac:cxnSpMkLst>
        </pc:cxnChg>
        <pc:cxnChg chg="add mod">
          <ac:chgData name="Osvaldo Luiz Santos Pereira" userId="c308351cf5a860c7" providerId="LiveId" clId="{30D4B243-E56E-4CD9-9C49-7B140616515F}" dt="2025-09-24T01:40:35.739" v="1707" actId="14100"/>
          <ac:cxnSpMkLst>
            <pc:docMk/>
            <pc:sldMk cId="2256622995" sldId="278"/>
            <ac:cxnSpMk id="27" creationId="{BE7D5E2E-3289-3EB6-B971-21CAEE8E4FC2}"/>
          </ac:cxnSpMkLst>
        </pc:cxnChg>
        <pc:cxnChg chg="add mod">
          <ac:chgData name="Osvaldo Luiz Santos Pereira" userId="c308351cf5a860c7" providerId="LiveId" clId="{30D4B243-E56E-4CD9-9C49-7B140616515F}" dt="2025-09-24T01:40:07.886" v="1701" actId="14100"/>
          <ac:cxnSpMkLst>
            <pc:docMk/>
            <pc:sldMk cId="2256622995" sldId="278"/>
            <ac:cxnSpMk id="28" creationId="{186F1667-C637-99D1-8339-68BE5AB12945}"/>
          </ac:cxnSpMkLst>
        </pc:cxnChg>
        <pc:cxnChg chg="add mod">
          <ac:chgData name="Osvaldo Luiz Santos Pereira" userId="c308351cf5a860c7" providerId="LiveId" clId="{30D4B243-E56E-4CD9-9C49-7B140616515F}" dt="2025-09-24T01:40:19.310" v="1704" actId="14100"/>
          <ac:cxnSpMkLst>
            <pc:docMk/>
            <pc:sldMk cId="2256622995" sldId="278"/>
            <ac:cxnSpMk id="30" creationId="{21FEFBD8-B234-CDF4-C2AE-462F9F4B5714}"/>
          </ac:cxnSpMkLst>
        </pc:cxnChg>
        <pc:cxnChg chg="add mod">
          <ac:chgData name="Osvaldo Luiz Santos Pereira" userId="c308351cf5a860c7" providerId="LiveId" clId="{30D4B243-E56E-4CD9-9C49-7B140616515F}" dt="2025-09-24T01:40:26.990" v="1706" actId="14100"/>
          <ac:cxnSpMkLst>
            <pc:docMk/>
            <pc:sldMk cId="2256622995" sldId="278"/>
            <ac:cxnSpMk id="33" creationId="{62678DF7-266D-FBB5-A904-63C328722B5F}"/>
          </ac:cxnSpMkLst>
        </pc:cxnChg>
      </pc:sldChg>
      <pc:sldChg chg="addSp modSp add mod modTransition">
        <pc:chgData name="Osvaldo Luiz Santos Pereira" userId="c308351cf5a860c7" providerId="LiveId" clId="{30D4B243-E56E-4CD9-9C49-7B140616515F}" dt="2025-09-25T17:18:59.285" v="2422"/>
        <pc:sldMkLst>
          <pc:docMk/>
          <pc:sldMk cId="451037437" sldId="279"/>
        </pc:sldMkLst>
        <pc:spChg chg="add mod">
          <ac:chgData name="Osvaldo Luiz Santos Pereira" userId="c308351cf5a860c7" providerId="LiveId" clId="{30D4B243-E56E-4CD9-9C49-7B140616515F}" dt="2025-09-24T01:42:11.971" v="1724"/>
          <ac:spMkLst>
            <pc:docMk/>
            <pc:sldMk cId="451037437" sldId="279"/>
            <ac:spMk id="2" creationId="{9D4EF092-EBFF-7919-09A7-60C338001914}"/>
          </ac:spMkLst>
        </pc:spChg>
        <pc:spChg chg="add mod">
          <ac:chgData name="Osvaldo Luiz Santos Pereira" userId="c308351cf5a860c7" providerId="LiveId" clId="{30D4B243-E56E-4CD9-9C49-7B140616515F}" dt="2025-09-24T01:42:11.971" v="1724"/>
          <ac:spMkLst>
            <pc:docMk/>
            <pc:sldMk cId="451037437" sldId="279"/>
            <ac:spMk id="4" creationId="{EA9CD52A-380C-6E88-254B-1463C2F3E991}"/>
          </ac:spMkLst>
        </pc:spChg>
        <pc:spChg chg="add mod">
          <ac:chgData name="Osvaldo Luiz Santos Pereira" userId="c308351cf5a860c7" providerId="LiveId" clId="{30D4B243-E56E-4CD9-9C49-7B140616515F}" dt="2025-09-24T01:42:49.579" v="1732" actId="1076"/>
          <ac:spMkLst>
            <pc:docMk/>
            <pc:sldMk cId="451037437" sldId="279"/>
            <ac:spMk id="8" creationId="{259FE02C-5EC1-3E2D-867E-F6B63C58F28A}"/>
          </ac:spMkLst>
        </pc:spChg>
        <pc:spChg chg="mod">
          <ac:chgData name="Osvaldo Luiz Santos Pereira" userId="c308351cf5a860c7" providerId="LiveId" clId="{30D4B243-E56E-4CD9-9C49-7B140616515F}" dt="2025-09-24T01:44:34.442" v="1746" actId="1076"/>
          <ac:spMkLst>
            <pc:docMk/>
            <pc:sldMk cId="451037437" sldId="279"/>
            <ac:spMk id="19" creationId="{09C29014-C440-12FE-D2D9-8D8B66B8DDD4}"/>
          </ac:spMkLst>
        </pc:spChg>
        <pc:spChg chg="mod">
          <ac:chgData name="Osvaldo Luiz Santos Pereira" userId="c308351cf5a860c7" providerId="LiveId" clId="{30D4B243-E56E-4CD9-9C49-7B140616515F}" dt="2025-09-24T01:46:52.891" v="1751" actId="1076"/>
          <ac:spMkLst>
            <pc:docMk/>
            <pc:sldMk cId="451037437" sldId="279"/>
            <ac:spMk id="21" creationId="{C3CFAF66-A585-9946-E384-A998E7AF5CB4}"/>
          </ac:spMkLst>
        </pc:spChg>
        <pc:spChg chg="add mod">
          <ac:chgData name="Osvaldo Luiz Santos Pereira" userId="c308351cf5a860c7" providerId="LiveId" clId="{30D4B243-E56E-4CD9-9C49-7B140616515F}" dt="2025-09-24T01:44:44.381" v="1748" actId="571"/>
          <ac:spMkLst>
            <pc:docMk/>
            <pc:sldMk cId="451037437" sldId="279"/>
            <ac:spMk id="34" creationId="{4BB839CB-936E-1A74-899B-38D30F47F8F6}"/>
          </ac:spMkLst>
        </pc:spChg>
        <pc:spChg chg="add mod">
          <ac:chgData name="Osvaldo Luiz Santos Pereira" userId="c308351cf5a860c7" providerId="LiveId" clId="{30D4B243-E56E-4CD9-9C49-7B140616515F}" dt="2025-09-24T01:44:48.408" v="1749" actId="571"/>
          <ac:spMkLst>
            <pc:docMk/>
            <pc:sldMk cId="451037437" sldId="279"/>
            <ac:spMk id="35" creationId="{F2AE39A3-508E-7D75-F83B-66FE3D937205}"/>
          </ac:spMkLst>
        </pc:spChg>
        <pc:spChg chg="mod">
          <ac:chgData name="Osvaldo Luiz Santos Pereira" userId="c308351cf5a860c7" providerId="LiveId" clId="{30D4B243-E56E-4CD9-9C49-7B140616515F}" dt="2025-09-24T01:46:52.891" v="1751" actId="1076"/>
          <ac:spMkLst>
            <pc:docMk/>
            <pc:sldMk cId="451037437" sldId="279"/>
            <ac:spMk id="36" creationId="{EC764C52-2EE1-265F-074F-828161E71444}"/>
          </ac:spMkLst>
        </pc:spChg>
        <pc:cxnChg chg="add mod">
          <ac:chgData name="Osvaldo Luiz Santos Pereira" userId="c308351cf5a860c7" providerId="LiveId" clId="{30D4B243-E56E-4CD9-9C49-7B140616515F}" dt="2025-09-24T01:44:39.445" v="1747" actId="1076"/>
          <ac:cxnSpMkLst>
            <pc:docMk/>
            <pc:sldMk cId="451037437" sldId="279"/>
            <ac:cxnSpMk id="10" creationId="{E7AA0B35-000B-5613-19AA-858E8F25E3AF}"/>
          </ac:cxnSpMkLst>
        </pc:cxnChg>
        <pc:cxnChg chg="add mod">
          <ac:chgData name="Osvaldo Luiz Santos Pereira" userId="c308351cf5a860c7" providerId="LiveId" clId="{30D4B243-E56E-4CD9-9C49-7B140616515F}" dt="2025-09-24T01:44:39.445" v="1747" actId="1076"/>
          <ac:cxnSpMkLst>
            <pc:docMk/>
            <pc:sldMk cId="451037437" sldId="279"/>
            <ac:cxnSpMk id="26" creationId="{0259B890-1518-2422-B308-5C650F15514E}"/>
          </ac:cxnSpMkLst>
        </pc:cxnChg>
        <pc:cxnChg chg="mod">
          <ac:chgData name="Osvaldo Luiz Santos Pereira" userId="c308351cf5a860c7" providerId="LiveId" clId="{30D4B243-E56E-4CD9-9C49-7B140616515F}" dt="2025-09-24T01:46:52.891" v="1751" actId="1076"/>
          <ac:cxnSpMkLst>
            <pc:docMk/>
            <pc:sldMk cId="451037437" sldId="279"/>
            <ac:cxnSpMk id="27" creationId="{AF7219BB-5459-94E4-A03D-A24A88C847FC}"/>
          </ac:cxnSpMkLst>
        </pc:cxnChg>
        <pc:cxnChg chg="mod">
          <ac:chgData name="Osvaldo Luiz Santos Pereira" userId="c308351cf5a860c7" providerId="LiveId" clId="{30D4B243-E56E-4CD9-9C49-7B140616515F}" dt="2025-09-24T01:46:52.891" v="1751" actId="1076"/>
          <ac:cxnSpMkLst>
            <pc:docMk/>
            <pc:sldMk cId="451037437" sldId="279"/>
            <ac:cxnSpMk id="28" creationId="{B0F0889D-0558-31A4-511D-55A7DCCD77C0}"/>
          </ac:cxnSpMkLst>
        </pc:cxnChg>
      </pc:sldChg>
      <pc:sldChg chg="del">
        <pc:chgData name="Osvaldo Luiz Santos Pereira" userId="c308351cf5a860c7" providerId="LiveId" clId="{30D4B243-E56E-4CD9-9C49-7B140616515F}" dt="2025-09-16T23:33:19.779" v="771" actId="47"/>
        <pc:sldMkLst>
          <pc:docMk/>
          <pc:sldMk cId="3766197904" sldId="279"/>
        </pc:sldMkLst>
      </pc:sldChg>
      <pc:sldChg chg="addSp modSp add mod modTransition">
        <pc:chgData name="Osvaldo Luiz Santos Pereira" userId="c308351cf5a860c7" providerId="LiveId" clId="{30D4B243-E56E-4CD9-9C49-7B140616515F}" dt="2025-09-25T17:19:13.141" v="2472"/>
        <pc:sldMkLst>
          <pc:docMk/>
          <pc:sldMk cId="1240993154" sldId="280"/>
        </pc:sldMkLst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2" creationId="{5BDD6630-B967-5142-47C0-BDF675FCE21B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3" creationId="{9104E10D-C04F-35D8-C5FA-0364512C7AF0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4" creationId="{3B21EDE3-93AB-3661-576A-9CEF2E32E9DB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8" creationId="{F1A95634-ADDF-BD96-854B-7D2005A0CE34}"/>
          </ac:spMkLst>
        </pc:spChg>
        <pc:spChg chg="add mod">
          <ac:chgData name="Osvaldo Luiz Santos Pereira" userId="c308351cf5a860c7" providerId="LiveId" clId="{30D4B243-E56E-4CD9-9C49-7B140616515F}" dt="2025-09-24T01:51:05.030" v="1829" actId="1076"/>
          <ac:spMkLst>
            <pc:docMk/>
            <pc:sldMk cId="1240993154" sldId="280"/>
            <ac:spMk id="12" creationId="{F6CD8C87-BC67-0413-31AA-D5B41FB7DBF3}"/>
          </ac:spMkLst>
        </pc:spChg>
        <pc:spChg chg="add mod">
          <ac:chgData name="Osvaldo Luiz Santos Pereira" userId="c308351cf5a860c7" providerId="LiveId" clId="{30D4B243-E56E-4CD9-9C49-7B140616515F}" dt="2025-09-24T01:56:11.837" v="1907" actId="1076"/>
          <ac:spMkLst>
            <pc:docMk/>
            <pc:sldMk cId="1240993154" sldId="280"/>
            <ac:spMk id="13" creationId="{40F9F179-2B54-4EFE-534A-CB54FA3B0870}"/>
          </ac:spMkLst>
        </pc:spChg>
        <pc:spChg chg="add mod">
          <ac:chgData name="Osvaldo Luiz Santos Pereira" userId="c308351cf5a860c7" providerId="LiveId" clId="{30D4B243-E56E-4CD9-9C49-7B140616515F}" dt="2025-09-24T01:56:06.111" v="1906" actId="1582"/>
          <ac:spMkLst>
            <pc:docMk/>
            <pc:sldMk cId="1240993154" sldId="280"/>
            <ac:spMk id="16" creationId="{B5D01D80-5F42-92CE-7090-3266827BFFD2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19" creationId="{5D2594D1-ABB0-C7C9-EF52-4E4B2D17A3BA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20" creationId="{E706CD04-3713-8FA9-B058-5CDAD5EE2D6B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24" creationId="{777F0C41-3C72-4E5E-B69C-B0BED6B8812F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25" creationId="{E1333484-22C5-E638-D068-2F1A669F11FE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36" creationId="{82A2E888-0641-F577-0C5C-226AEC1E97C3}"/>
          </ac:spMkLst>
        </pc:spChg>
        <pc:spChg chg="mod">
          <ac:chgData name="Osvaldo Luiz Santos Pereira" userId="c308351cf5a860c7" providerId="LiveId" clId="{30D4B243-E56E-4CD9-9C49-7B140616515F}" dt="2025-09-24T01:47:15.936" v="1753" actId="1076"/>
          <ac:spMkLst>
            <pc:docMk/>
            <pc:sldMk cId="1240993154" sldId="280"/>
            <ac:spMk id="37" creationId="{DB875681-9333-1089-0ABD-3E48A4BC2AA2}"/>
          </ac:spMkLst>
        </pc:spChg>
      </pc:sldChg>
      <pc:sldChg chg="del">
        <pc:chgData name="Osvaldo Luiz Santos Pereira" userId="c308351cf5a860c7" providerId="LiveId" clId="{30D4B243-E56E-4CD9-9C49-7B140616515F}" dt="2025-09-24T01:32:39.503" v="1596" actId="47"/>
        <pc:sldMkLst>
          <pc:docMk/>
          <pc:sldMk cId="3355517273" sldId="280"/>
        </pc:sldMkLst>
      </pc:sldChg>
      <pc:sldChg chg="addSp delSp modSp add mod modTransition">
        <pc:chgData name="Osvaldo Luiz Santos Pereira" userId="c308351cf5a860c7" providerId="LiveId" clId="{30D4B243-E56E-4CD9-9C49-7B140616515F}" dt="2025-09-25T17:19:43.354" v="2513"/>
        <pc:sldMkLst>
          <pc:docMk/>
          <pc:sldMk cId="2309316334" sldId="281"/>
        </pc:sldMkLst>
        <pc:spChg chg="add 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2" creationId="{0248BD24-6153-91BA-1C48-A6B3DB870DA0}"/>
          </ac:spMkLst>
        </pc:spChg>
        <pc:spChg chg="add 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4" creationId="{4E90D82A-A020-6536-F94A-70CEE90B13FF}"/>
          </ac:spMkLst>
        </pc:spChg>
        <pc:spChg chg="add 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8" creationId="{2FA0B1A8-2148-1D64-B09E-5F777F358645}"/>
          </ac:spMkLst>
        </pc:spChg>
        <pc:spChg chg="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15" creationId="{2F3357C9-CC1A-0BBF-C642-292A0222DF38}"/>
          </ac:spMkLst>
        </pc:spChg>
        <pc:spChg chg="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18" creationId="{F1436D50-E22D-F7C5-B73A-EB4CFA84DAA3}"/>
          </ac:spMkLst>
        </pc:spChg>
        <pc:spChg chg="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19" creationId="{4E0A29B6-BC13-9717-99BC-CEE7746AE261}"/>
          </ac:spMkLst>
        </pc:spChg>
        <pc:spChg chg="del">
          <ac:chgData name="Osvaldo Luiz Santos Pereira" userId="c308351cf5a860c7" providerId="LiveId" clId="{30D4B243-E56E-4CD9-9C49-7B140616515F}" dt="2025-09-24T01:51:37.365" v="1832" actId="478"/>
          <ac:spMkLst>
            <pc:docMk/>
            <pc:sldMk cId="2309316334" sldId="281"/>
            <ac:spMk id="20" creationId="{AD8C30E1-73A3-2232-EC6B-64FAE6610269}"/>
          </ac:spMkLst>
        </pc:spChg>
        <pc:spChg chg="del">
          <ac:chgData name="Osvaldo Luiz Santos Pereira" userId="c308351cf5a860c7" providerId="LiveId" clId="{30D4B243-E56E-4CD9-9C49-7B140616515F}" dt="2025-09-24T01:51:37.365" v="1832" actId="478"/>
          <ac:spMkLst>
            <pc:docMk/>
            <pc:sldMk cId="2309316334" sldId="281"/>
            <ac:spMk id="21" creationId="{42EF5513-FC5F-698C-B7BD-F62120B831AA}"/>
          </ac:spMkLst>
        </pc:spChg>
        <pc:spChg chg="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24" creationId="{A026358C-C7AA-1333-1FE0-CF9DBD083646}"/>
          </ac:spMkLst>
        </pc:spChg>
        <pc:spChg chg="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25" creationId="{B477B1F6-B94E-6D76-57D7-ED98BB2387C5}"/>
          </ac:spMkLst>
        </pc:spChg>
        <pc:spChg chg="add mod">
          <ac:chgData name="Osvaldo Luiz Santos Pereira" userId="c308351cf5a860c7" providerId="LiveId" clId="{30D4B243-E56E-4CD9-9C49-7B140616515F}" dt="2025-09-24T01:55:25.476" v="1901" actId="1076"/>
          <ac:spMkLst>
            <pc:docMk/>
            <pc:sldMk cId="2309316334" sldId="281"/>
            <ac:spMk id="31" creationId="{1A92F7E7-9029-5414-3059-78624EFA19D6}"/>
          </ac:spMkLst>
        </pc:spChg>
        <pc:spChg chg="add mod">
          <ac:chgData name="Osvaldo Luiz Santos Pereira" userId="c308351cf5a860c7" providerId="LiveId" clId="{30D4B243-E56E-4CD9-9C49-7B140616515F}" dt="2025-09-24T01:56:25.321" v="1911" actId="14100"/>
          <ac:spMkLst>
            <pc:docMk/>
            <pc:sldMk cId="2309316334" sldId="281"/>
            <ac:spMk id="32" creationId="{DD949460-E439-46ED-0B95-6C477FFB7686}"/>
          </ac:spMkLst>
        </pc:spChg>
        <pc:spChg chg="del">
          <ac:chgData name="Osvaldo Luiz Santos Pereira" userId="c308351cf5a860c7" providerId="LiveId" clId="{30D4B243-E56E-4CD9-9C49-7B140616515F}" dt="2025-09-24T01:51:37.365" v="1832" actId="478"/>
          <ac:spMkLst>
            <pc:docMk/>
            <pc:sldMk cId="2309316334" sldId="281"/>
            <ac:spMk id="36" creationId="{9DE59859-3BA0-8BDF-A6B2-4793D2453AF2}"/>
          </ac:spMkLst>
        </pc:spChg>
        <pc:spChg chg="del">
          <ac:chgData name="Osvaldo Luiz Santos Pereira" userId="c308351cf5a860c7" providerId="LiveId" clId="{30D4B243-E56E-4CD9-9C49-7B140616515F}" dt="2025-09-24T01:51:37.365" v="1832" actId="478"/>
          <ac:spMkLst>
            <pc:docMk/>
            <pc:sldMk cId="2309316334" sldId="281"/>
            <ac:spMk id="37" creationId="{114EB378-C6A7-BF36-E2DE-2D0626FB477E}"/>
          </ac:spMkLst>
        </pc:spChg>
        <pc:spChg chg="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39" creationId="{06E60841-6E3B-63D1-E6CE-D54045DED0C9}"/>
          </ac:spMkLst>
        </pc:spChg>
        <pc:spChg chg="mod">
          <ac:chgData name="Osvaldo Luiz Santos Pereira" userId="c308351cf5a860c7" providerId="LiveId" clId="{30D4B243-E56E-4CD9-9C49-7B140616515F}" dt="2025-09-24T01:53:14.832" v="1845" actId="1076"/>
          <ac:spMkLst>
            <pc:docMk/>
            <pc:sldMk cId="2309316334" sldId="281"/>
            <ac:spMk id="40" creationId="{7A0CEC2E-8EBC-1BA1-7262-FA58A03D4B6A}"/>
          </ac:spMkLst>
        </pc:spChg>
        <pc:cxnChg chg="add mod">
          <ac:chgData name="Osvaldo Luiz Santos Pereira" userId="c308351cf5a860c7" providerId="LiveId" clId="{30D4B243-E56E-4CD9-9C49-7B140616515F}" dt="2025-09-24T01:52:17.615" v="1839" actId="14100"/>
          <ac:cxnSpMkLst>
            <pc:docMk/>
            <pc:sldMk cId="2309316334" sldId="281"/>
            <ac:cxnSpMk id="10" creationId="{30574A2B-E154-30CC-C0D5-97A50E872D6D}"/>
          </ac:cxnSpMkLst>
        </pc:cxnChg>
        <pc:cxnChg chg="add mod">
          <ac:chgData name="Osvaldo Luiz Santos Pereira" userId="c308351cf5a860c7" providerId="LiveId" clId="{30D4B243-E56E-4CD9-9C49-7B140616515F}" dt="2025-09-24T01:52:25.988" v="1842" actId="14100"/>
          <ac:cxnSpMkLst>
            <pc:docMk/>
            <pc:sldMk cId="2309316334" sldId="281"/>
            <ac:cxnSpMk id="16" creationId="{60E84BA7-C0A4-DE32-51C9-925ADD6AF8E0}"/>
          </ac:cxnSpMkLst>
        </pc:cxnChg>
        <pc:cxnChg chg="add mod">
          <ac:chgData name="Osvaldo Luiz Santos Pereira" userId="c308351cf5a860c7" providerId="LiveId" clId="{30D4B243-E56E-4CD9-9C49-7B140616515F}" dt="2025-09-24T01:53:00.887" v="1844" actId="14100"/>
          <ac:cxnSpMkLst>
            <pc:docMk/>
            <pc:sldMk cId="2309316334" sldId="281"/>
            <ac:cxnSpMk id="26" creationId="{AC49BB6D-B17C-E214-B9B5-FBE686D96D76}"/>
          </ac:cxnSpMkLst>
        </pc:cxnChg>
        <pc:cxnChg chg="del">
          <ac:chgData name="Osvaldo Luiz Santos Pereira" userId="c308351cf5a860c7" providerId="LiveId" clId="{30D4B243-E56E-4CD9-9C49-7B140616515F}" dt="2025-09-24T01:51:37.365" v="1832" actId="478"/>
          <ac:cxnSpMkLst>
            <pc:docMk/>
            <pc:sldMk cId="2309316334" sldId="281"/>
            <ac:cxnSpMk id="27" creationId="{F39DC53A-F4B2-87A8-EF26-947D1441B7A7}"/>
          </ac:cxnSpMkLst>
        </pc:cxnChg>
        <pc:cxnChg chg="del">
          <ac:chgData name="Osvaldo Luiz Santos Pereira" userId="c308351cf5a860c7" providerId="LiveId" clId="{30D4B243-E56E-4CD9-9C49-7B140616515F}" dt="2025-09-24T01:51:37.365" v="1832" actId="478"/>
          <ac:cxnSpMkLst>
            <pc:docMk/>
            <pc:sldMk cId="2309316334" sldId="281"/>
            <ac:cxnSpMk id="28" creationId="{A66A3D26-E760-5BD4-CDD3-E362043FC556}"/>
          </ac:cxnSpMkLst>
        </pc:cxnChg>
        <pc:cxnChg chg="del">
          <ac:chgData name="Osvaldo Luiz Santos Pereira" userId="c308351cf5a860c7" providerId="LiveId" clId="{30D4B243-E56E-4CD9-9C49-7B140616515F}" dt="2025-09-24T01:51:37.365" v="1832" actId="478"/>
          <ac:cxnSpMkLst>
            <pc:docMk/>
            <pc:sldMk cId="2309316334" sldId="281"/>
            <ac:cxnSpMk id="30" creationId="{1732078D-BC85-0136-89D3-B74868629A51}"/>
          </ac:cxnSpMkLst>
        </pc:cxnChg>
        <pc:cxnChg chg="del">
          <ac:chgData name="Osvaldo Luiz Santos Pereira" userId="c308351cf5a860c7" providerId="LiveId" clId="{30D4B243-E56E-4CD9-9C49-7B140616515F}" dt="2025-09-24T01:51:37.365" v="1832" actId="478"/>
          <ac:cxnSpMkLst>
            <pc:docMk/>
            <pc:sldMk cId="2309316334" sldId="281"/>
            <ac:cxnSpMk id="33" creationId="{1C704E98-7FDF-1E6F-E19D-A57E203BA039}"/>
          </ac:cxnSpMkLst>
        </pc:cxnChg>
      </pc:sldChg>
      <pc:sldChg chg="del">
        <pc:chgData name="Osvaldo Luiz Santos Pereira" userId="c308351cf5a860c7" providerId="LiveId" clId="{30D4B243-E56E-4CD9-9C49-7B140616515F}" dt="2025-09-24T01:32:39.824" v="1598" actId="47"/>
        <pc:sldMkLst>
          <pc:docMk/>
          <pc:sldMk cId="2482398718" sldId="281"/>
        </pc:sldMkLst>
      </pc:sldChg>
      <pc:sldChg chg="del">
        <pc:chgData name="Osvaldo Luiz Santos Pereira" userId="c308351cf5a860c7" providerId="LiveId" clId="{30D4B243-E56E-4CD9-9C49-7B140616515F}" dt="2025-09-16T23:59:19.170" v="777" actId="47"/>
        <pc:sldMkLst>
          <pc:docMk/>
          <pc:sldMk cId="710261317" sldId="282"/>
        </pc:sldMkLst>
      </pc:sldChg>
      <pc:sldChg chg="addSp delSp modSp add mod modTransition">
        <pc:chgData name="Osvaldo Luiz Santos Pereira" userId="c308351cf5a860c7" providerId="LiveId" clId="{30D4B243-E56E-4CD9-9C49-7B140616515F}" dt="2025-09-25T17:20:02.393" v="2572"/>
        <pc:sldMkLst>
          <pc:docMk/>
          <pc:sldMk cId="3761528807" sldId="282"/>
        </pc:sldMkLst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2" creationId="{DF56816F-A6CF-2172-2165-849A9F9FC7DB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3" creationId="{59DDFD16-1AFC-074D-5D08-7AF2635304A9}"/>
          </ac:spMkLst>
        </pc:spChg>
        <pc:spChg chg="add mod">
          <ac:chgData name="Osvaldo Luiz Santos Pereira" userId="c308351cf5a860c7" providerId="LiveId" clId="{30D4B243-E56E-4CD9-9C49-7B140616515F}" dt="2025-09-24T02:00:13.851" v="2005" actId="1076"/>
          <ac:spMkLst>
            <pc:docMk/>
            <pc:sldMk cId="3761528807" sldId="282"/>
            <ac:spMk id="12" creationId="{DC573DEB-AF3E-8033-6DD1-EE444AE99901}"/>
          </ac:spMkLst>
        </pc:spChg>
        <pc:spChg chg="add mod">
          <ac:chgData name="Osvaldo Luiz Santos Pereira" userId="c308351cf5a860c7" providerId="LiveId" clId="{30D4B243-E56E-4CD9-9C49-7B140616515F}" dt="2025-09-24T02:00:09.481" v="2004" actId="1076"/>
          <ac:spMkLst>
            <pc:docMk/>
            <pc:sldMk cId="3761528807" sldId="282"/>
            <ac:spMk id="13" creationId="{D03018BC-E69D-4F61-9E87-2906FA04216E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15" creationId="{5D7E0E90-8B7C-18C2-3B03-609C6735135D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18" creationId="{2BD2EAD9-4BB0-0719-D979-8456331F2FBA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19" creationId="{1B81B19B-FF6A-56E4-3881-8B7D0C9BE2FE}"/>
          </ac:spMkLst>
        </pc:spChg>
        <pc:spChg chg="add mod">
          <ac:chgData name="Osvaldo Luiz Santos Pereira" userId="c308351cf5a860c7" providerId="LiveId" clId="{30D4B243-E56E-4CD9-9C49-7B140616515F}" dt="2025-09-24T02:00:06.547" v="2003" actId="1076"/>
          <ac:spMkLst>
            <pc:docMk/>
            <pc:sldMk cId="3761528807" sldId="282"/>
            <ac:spMk id="20" creationId="{54313679-3DD1-6553-934F-7BA761E85C34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24" creationId="{E9A113F7-3A81-1125-2993-F4F779BCB301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25" creationId="{A576996C-4E4D-7EDF-4879-B43956E67087}"/>
          </ac:spMkLst>
        </pc:spChg>
        <pc:spChg chg="mod">
          <ac:chgData name="Osvaldo Luiz Santos Pereira" userId="c308351cf5a860c7" providerId="LiveId" clId="{30D4B243-E56E-4CD9-9C49-7B140616515F}" dt="2025-09-24T01:59:53.632" v="2001" actId="1076"/>
          <ac:spMkLst>
            <pc:docMk/>
            <pc:sldMk cId="3761528807" sldId="282"/>
            <ac:spMk id="31" creationId="{B38D6A2D-10B1-59B0-F4E0-053CCF5288ED}"/>
          </ac:spMkLst>
        </pc:spChg>
        <pc:spChg chg="del">
          <ac:chgData name="Osvaldo Luiz Santos Pereira" userId="c308351cf5a860c7" providerId="LiveId" clId="{30D4B243-E56E-4CD9-9C49-7B140616515F}" dt="2025-09-24T01:57:13.256" v="1915" actId="478"/>
          <ac:spMkLst>
            <pc:docMk/>
            <pc:sldMk cId="3761528807" sldId="282"/>
            <ac:spMk id="32" creationId="{0DD42774-EB8E-4DD1-1057-A26B02AB6B06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38" creationId="{20D9C240-AB24-F2DD-1196-9B83871FEA92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39" creationId="{AD8B094D-8A46-4B2C-AC2D-095302A6B110}"/>
          </ac:spMkLst>
        </pc:spChg>
        <pc:spChg chg="mod">
          <ac:chgData name="Osvaldo Luiz Santos Pereira" userId="c308351cf5a860c7" providerId="LiveId" clId="{30D4B243-E56E-4CD9-9C49-7B140616515F}" dt="2025-09-24T01:59:58.751" v="2002" actId="1076"/>
          <ac:spMkLst>
            <pc:docMk/>
            <pc:sldMk cId="3761528807" sldId="282"/>
            <ac:spMk id="40" creationId="{80C45B02-4D23-7C4A-3B68-54BB5D6C4030}"/>
          </ac:spMkLst>
        </pc:spChg>
      </pc:sldChg>
      <pc:sldChg chg="addSp delSp modSp add mod modTransition">
        <pc:chgData name="Osvaldo Luiz Santos Pereira" userId="c308351cf5a860c7" providerId="LiveId" clId="{30D4B243-E56E-4CD9-9C49-7B140616515F}" dt="2025-09-25T17:20:18.099" v="2623"/>
        <pc:sldMkLst>
          <pc:docMk/>
          <pc:sldMk cId="2324574947" sldId="283"/>
        </pc:sldMkLst>
        <pc:spChg chg="del">
          <ac:chgData name="Osvaldo Luiz Santos Pereira" userId="c308351cf5a860c7" providerId="LiveId" clId="{30D4B243-E56E-4CD9-9C49-7B140616515F}" dt="2025-09-24T02:00:55.789" v="2007" actId="478"/>
          <ac:spMkLst>
            <pc:docMk/>
            <pc:sldMk cId="2324574947" sldId="283"/>
            <ac:spMk id="2" creationId="{A7D43772-5699-D2D8-CBFD-5F1FC2CEB52A}"/>
          </ac:spMkLst>
        </pc:spChg>
        <pc:spChg chg="del">
          <ac:chgData name="Osvaldo Luiz Santos Pereira" userId="c308351cf5a860c7" providerId="LiveId" clId="{30D4B243-E56E-4CD9-9C49-7B140616515F}" dt="2025-09-24T02:00:55.789" v="2007" actId="478"/>
          <ac:spMkLst>
            <pc:docMk/>
            <pc:sldMk cId="2324574947" sldId="283"/>
            <ac:spMk id="3" creationId="{9ECE2F9B-03BF-D9F7-06E0-124ED4E0F574}"/>
          </ac:spMkLst>
        </pc:spChg>
        <pc:spChg chg="del">
          <ac:chgData name="Osvaldo Luiz Santos Pereira" userId="c308351cf5a860c7" providerId="LiveId" clId="{30D4B243-E56E-4CD9-9C49-7B140616515F}" dt="2025-09-24T02:00:55.789" v="2007" actId="478"/>
          <ac:spMkLst>
            <pc:docMk/>
            <pc:sldMk cId="2324574947" sldId="283"/>
            <ac:spMk id="8" creationId="{819F8FDE-8035-F185-EDBE-0D1174E9AA4A}"/>
          </ac:spMkLst>
        </pc:spChg>
        <pc:spChg chg="mod">
          <ac:chgData name="Osvaldo Luiz Santos Pereira" userId="c308351cf5a860c7" providerId="LiveId" clId="{30D4B243-E56E-4CD9-9C49-7B140616515F}" dt="2025-09-24T02:01:34.872" v="2017" actId="1076"/>
          <ac:spMkLst>
            <pc:docMk/>
            <pc:sldMk cId="2324574947" sldId="283"/>
            <ac:spMk id="12" creationId="{33655B4D-8BC3-ACC7-FBB0-DB1CC2D869ED}"/>
          </ac:spMkLst>
        </pc:spChg>
        <pc:spChg chg="mod">
          <ac:chgData name="Osvaldo Luiz Santos Pereira" userId="c308351cf5a860c7" providerId="LiveId" clId="{30D4B243-E56E-4CD9-9C49-7B140616515F}" dt="2025-09-24T02:01:39.576" v="2018" actId="1076"/>
          <ac:spMkLst>
            <pc:docMk/>
            <pc:sldMk cId="2324574947" sldId="283"/>
            <ac:spMk id="13" creationId="{896464EC-4E0F-8C84-453B-66444ED2DD0F}"/>
          </ac:spMkLst>
        </pc:spChg>
        <pc:spChg chg="del">
          <ac:chgData name="Osvaldo Luiz Santos Pereira" userId="c308351cf5a860c7" providerId="LiveId" clId="{30D4B243-E56E-4CD9-9C49-7B140616515F}" dt="2025-09-24T02:00:55.789" v="2007" actId="478"/>
          <ac:spMkLst>
            <pc:docMk/>
            <pc:sldMk cId="2324574947" sldId="283"/>
            <ac:spMk id="15" creationId="{1AB9F4D4-B6A0-BB4C-D42E-D7052D38C3A0}"/>
          </ac:spMkLst>
        </pc:spChg>
        <pc:spChg chg="del">
          <ac:chgData name="Osvaldo Luiz Santos Pereira" userId="c308351cf5a860c7" providerId="LiveId" clId="{30D4B243-E56E-4CD9-9C49-7B140616515F}" dt="2025-09-24T02:00:55.789" v="2007" actId="478"/>
          <ac:spMkLst>
            <pc:docMk/>
            <pc:sldMk cId="2324574947" sldId="283"/>
            <ac:spMk id="19" creationId="{BC04A8D0-A041-E351-5B77-A27EC25742FE}"/>
          </ac:spMkLst>
        </pc:spChg>
        <pc:spChg chg="mod">
          <ac:chgData name="Osvaldo Luiz Santos Pereira" userId="c308351cf5a860c7" providerId="LiveId" clId="{30D4B243-E56E-4CD9-9C49-7B140616515F}" dt="2025-09-24T02:01:25.404" v="2014" actId="1076"/>
          <ac:spMkLst>
            <pc:docMk/>
            <pc:sldMk cId="2324574947" sldId="283"/>
            <ac:spMk id="20" creationId="{24B4F5E0-C01D-48D8-D8A3-D8ADD73DC8CE}"/>
          </ac:spMkLst>
        </pc:spChg>
        <pc:spChg chg="add mod">
          <ac:chgData name="Osvaldo Luiz Santos Pereira" userId="c308351cf5a860c7" providerId="LiveId" clId="{30D4B243-E56E-4CD9-9C49-7B140616515F}" dt="2025-09-24T02:01:43.421" v="2019" actId="1076"/>
          <ac:spMkLst>
            <pc:docMk/>
            <pc:sldMk cId="2324574947" sldId="283"/>
            <ac:spMk id="21" creationId="{EA9A54B6-951E-AE2C-7B51-BFD5CDBC9DCC}"/>
          </ac:spMkLst>
        </pc:spChg>
        <pc:spChg chg="add mod">
          <ac:chgData name="Osvaldo Luiz Santos Pereira" userId="c308351cf5a860c7" providerId="LiveId" clId="{30D4B243-E56E-4CD9-9C49-7B140616515F}" dt="2025-09-24T02:02:20.028" v="2026" actId="1076"/>
          <ac:spMkLst>
            <pc:docMk/>
            <pc:sldMk cId="2324574947" sldId="283"/>
            <ac:spMk id="22" creationId="{7F063EA4-8446-ED30-6888-696CF52D6644}"/>
          </ac:spMkLst>
        </pc:spChg>
        <pc:spChg chg="add mod">
          <ac:chgData name="Osvaldo Luiz Santos Pereira" userId="c308351cf5a860c7" providerId="LiveId" clId="{30D4B243-E56E-4CD9-9C49-7B140616515F}" dt="2025-09-24T02:02:53.368" v="2044" actId="20577"/>
          <ac:spMkLst>
            <pc:docMk/>
            <pc:sldMk cId="2324574947" sldId="283"/>
            <ac:spMk id="23" creationId="{E27D4E75-B768-35F7-0495-893EADAE4324}"/>
          </ac:spMkLst>
        </pc:spChg>
        <pc:spChg chg="del">
          <ac:chgData name="Osvaldo Luiz Santos Pereira" userId="c308351cf5a860c7" providerId="LiveId" clId="{30D4B243-E56E-4CD9-9C49-7B140616515F}" dt="2025-09-24T02:00:55.789" v="2007" actId="478"/>
          <ac:spMkLst>
            <pc:docMk/>
            <pc:sldMk cId="2324574947" sldId="283"/>
            <ac:spMk id="24" creationId="{E0062C09-5EBC-ACC3-B419-8977A31937FF}"/>
          </ac:spMkLst>
        </pc:spChg>
        <pc:spChg chg="del">
          <ac:chgData name="Osvaldo Luiz Santos Pereira" userId="c308351cf5a860c7" providerId="LiveId" clId="{30D4B243-E56E-4CD9-9C49-7B140616515F}" dt="2025-09-24T02:00:55.789" v="2007" actId="478"/>
          <ac:spMkLst>
            <pc:docMk/>
            <pc:sldMk cId="2324574947" sldId="283"/>
            <ac:spMk id="25" creationId="{086917A8-2AF4-7166-DCB8-3E2BDCCC3EFB}"/>
          </ac:spMkLst>
        </pc:spChg>
        <pc:spChg chg="add mod">
          <ac:chgData name="Osvaldo Luiz Santos Pereira" userId="c308351cf5a860c7" providerId="LiveId" clId="{30D4B243-E56E-4CD9-9C49-7B140616515F}" dt="2025-09-24T02:03:07.023" v="2047" actId="14100"/>
          <ac:spMkLst>
            <pc:docMk/>
            <pc:sldMk cId="2324574947" sldId="283"/>
            <ac:spMk id="27" creationId="{1C5A008A-DF8A-BE62-1491-AB0DC34FD90B}"/>
          </ac:spMkLst>
        </pc:spChg>
        <pc:spChg chg="mod">
          <ac:chgData name="Osvaldo Luiz Santos Pereira" userId="c308351cf5a860c7" providerId="LiveId" clId="{30D4B243-E56E-4CD9-9C49-7B140616515F}" dt="2025-09-24T02:01:11.955" v="2010" actId="1076"/>
          <ac:spMkLst>
            <pc:docMk/>
            <pc:sldMk cId="2324574947" sldId="283"/>
            <ac:spMk id="31" creationId="{B1662A4B-EC67-E868-8D05-7F898D9826AA}"/>
          </ac:spMkLst>
        </pc:spChg>
        <pc:spChg chg="del">
          <ac:chgData name="Osvaldo Luiz Santos Pereira" userId="c308351cf5a860c7" providerId="LiveId" clId="{30D4B243-E56E-4CD9-9C49-7B140616515F}" dt="2025-09-24T02:00:55.789" v="2007" actId="478"/>
          <ac:spMkLst>
            <pc:docMk/>
            <pc:sldMk cId="2324574947" sldId="283"/>
            <ac:spMk id="38" creationId="{A9D1A78C-DAB6-8F69-ED7B-C0BE440F5235}"/>
          </ac:spMkLst>
        </pc:spChg>
        <pc:spChg chg="del">
          <ac:chgData name="Osvaldo Luiz Santos Pereira" userId="c308351cf5a860c7" providerId="LiveId" clId="{30D4B243-E56E-4CD9-9C49-7B140616515F}" dt="2025-09-24T02:00:55.789" v="2007" actId="478"/>
          <ac:spMkLst>
            <pc:docMk/>
            <pc:sldMk cId="2324574947" sldId="283"/>
            <ac:spMk id="39" creationId="{6248B862-BD0D-C2A9-A1D4-5B402D955ECE}"/>
          </ac:spMkLst>
        </pc:spChg>
        <pc:spChg chg="del">
          <ac:chgData name="Osvaldo Luiz Santos Pereira" userId="c308351cf5a860c7" providerId="LiveId" clId="{30D4B243-E56E-4CD9-9C49-7B140616515F}" dt="2025-09-24T02:00:55.789" v="2007" actId="478"/>
          <ac:spMkLst>
            <pc:docMk/>
            <pc:sldMk cId="2324574947" sldId="283"/>
            <ac:spMk id="40" creationId="{D4BA7865-1AC6-B5E7-BA6E-AFB382A32FEF}"/>
          </ac:spMkLst>
        </pc:spChg>
      </pc:sldChg>
      <pc:sldChg chg="del">
        <pc:chgData name="Osvaldo Luiz Santos Pereira" userId="c308351cf5a860c7" providerId="LiveId" clId="{30D4B243-E56E-4CD9-9C49-7B140616515F}" dt="2025-09-24T01:32:40.192" v="1600" actId="47"/>
        <pc:sldMkLst>
          <pc:docMk/>
          <pc:sldMk cId="4024257271" sldId="283"/>
        </pc:sldMkLst>
      </pc:sldChg>
      <pc:sldChg chg="del">
        <pc:chgData name="Osvaldo Luiz Santos Pereira" userId="c308351cf5a860c7" providerId="LiveId" clId="{30D4B243-E56E-4CD9-9C49-7B140616515F}" dt="2025-09-24T01:32:41.387" v="1606" actId="47"/>
        <pc:sldMkLst>
          <pc:docMk/>
          <pc:sldMk cId="3335286933" sldId="284"/>
        </pc:sldMkLst>
      </pc:sldChg>
      <pc:sldChg chg="add ord">
        <pc:chgData name="Osvaldo Luiz Santos Pereira" userId="c308351cf5a860c7" providerId="LiveId" clId="{30D4B243-E56E-4CD9-9C49-7B140616515F}" dt="2025-09-25T16:43:01.244" v="2224"/>
        <pc:sldMkLst>
          <pc:docMk/>
          <pc:sldMk cId="3892558984" sldId="284"/>
        </pc:sldMkLst>
      </pc:sldChg>
      <pc:sldChg chg="add">
        <pc:chgData name="Osvaldo Luiz Santos Pereira" userId="c308351cf5a860c7" providerId="LiveId" clId="{30D4B243-E56E-4CD9-9C49-7B140616515F}" dt="2025-09-25T16:43:02.845" v="2225"/>
        <pc:sldMkLst>
          <pc:docMk/>
          <pc:sldMk cId="3648648475" sldId="285"/>
        </pc:sldMkLst>
      </pc:sldChg>
      <pc:sldChg chg="del">
        <pc:chgData name="Osvaldo Luiz Santos Pereira" userId="c308351cf5a860c7" providerId="LiveId" clId="{30D4B243-E56E-4CD9-9C49-7B140616515F}" dt="2025-09-24T01:32:42.939" v="1608" actId="47"/>
        <pc:sldMkLst>
          <pc:docMk/>
          <pc:sldMk cId="4206032303" sldId="285"/>
        </pc:sldMkLst>
      </pc:sldChg>
      <pc:sldChg chg="add">
        <pc:chgData name="Osvaldo Luiz Santos Pereira" userId="c308351cf5a860c7" providerId="LiveId" clId="{30D4B243-E56E-4CD9-9C49-7B140616515F}" dt="2025-09-25T16:43:04.594" v="2226"/>
        <pc:sldMkLst>
          <pc:docMk/>
          <pc:sldMk cId="879096872" sldId="286"/>
        </pc:sldMkLst>
      </pc:sldChg>
      <pc:sldChg chg="del">
        <pc:chgData name="Osvaldo Luiz Santos Pereira" userId="c308351cf5a860c7" providerId="LiveId" clId="{30D4B243-E56E-4CD9-9C49-7B140616515F}" dt="2025-09-19T20:49:06.199" v="1535" actId="47"/>
        <pc:sldMkLst>
          <pc:docMk/>
          <pc:sldMk cId="3494459104" sldId="286"/>
        </pc:sldMkLst>
      </pc:sldChg>
      <pc:sldChg chg="addSp modSp add del mod modTransition">
        <pc:chgData name="Osvaldo Luiz Santos Pereira" userId="c308351cf5a860c7" providerId="LiveId" clId="{30D4B243-E56E-4CD9-9C49-7B140616515F}" dt="2025-09-24T01:32:39.994" v="1599" actId="47"/>
        <pc:sldMkLst>
          <pc:docMk/>
          <pc:sldMk cId="251746487" sldId="287"/>
        </pc:sldMkLst>
      </pc:sldChg>
      <pc:sldChg chg="addSp modSp add del mod">
        <pc:chgData name="Osvaldo Luiz Santos Pereira" userId="c308351cf5a860c7" providerId="LiveId" clId="{30D4B243-E56E-4CD9-9C49-7B140616515F}" dt="2025-09-09T14:13:40.546" v="378" actId="47"/>
        <pc:sldMkLst>
          <pc:docMk/>
          <pc:sldMk cId="577612122" sldId="287"/>
        </pc:sldMkLst>
      </pc:sldChg>
      <pc:sldChg chg="add">
        <pc:chgData name="Osvaldo Luiz Santos Pereira" userId="c308351cf5a860c7" providerId="LiveId" clId="{30D4B243-E56E-4CD9-9C49-7B140616515F}" dt="2025-09-25T16:43:06.507" v="2227"/>
        <pc:sldMkLst>
          <pc:docMk/>
          <pc:sldMk cId="2154294399" sldId="287"/>
        </pc:sldMkLst>
      </pc:sldChg>
      <pc:sldChg chg="addSp delSp modSp add del mod modTransition">
        <pc:chgData name="Osvaldo Luiz Santos Pereira" userId="c308351cf5a860c7" providerId="LiveId" clId="{30D4B243-E56E-4CD9-9C49-7B140616515F}" dt="2025-09-24T01:32:40.373" v="1601" actId="47"/>
        <pc:sldMkLst>
          <pc:docMk/>
          <pc:sldMk cId="30932850" sldId="288"/>
        </pc:sldMkLst>
      </pc:sldChg>
      <pc:sldChg chg="add">
        <pc:chgData name="Osvaldo Luiz Santos Pereira" userId="c308351cf5a860c7" providerId="LiveId" clId="{30D4B243-E56E-4CD9-9C49-7B140616515F}" dt="2025-09-25T16:43:07.691" v="2228"/>
        <pc:sldMkLst>
          <pc:docMk/>
          <pc:sldMk cId="3109324535" sldId="288"/>
        </pc:sldMkLst>
      </pc:sldChg>
      <pc:sldChg chg="add">
        <pc:chgData name="Osvaldo Luiz Santos Pereira" userId="c308351cf5a860c7" providerId="LiveId" clId="{30D4B243-E56E-4CD9-9C49-7B140616515F}" dt="2025-09-25T16:43:09.205" v="2229"/>
        <pc:sldMkLst>
          <pc:docMk/>
          <pc:sldMk cId="154389110" sldId="289"/>
        </pc:sldMkLst>
      </pc:sldChg>
      <pc:sldChg chg="addSp delSp modSp add del mod modTransition">
        <pc:chgData name="Osvaldo Luiz Santos Pereira" userId="c308351cf5a860c7" providerId="LiveId" clId="{30D4B243-E56E-4CD9-9C49-7B140616515F}" dt="2025-09-24T01:32:41.245" v="1605" actId="47"/>
        <pc:sldMkLst>
          <pc:docMk/>
          <pc:sldMk cId="2001477645" sldId="289"/>
        </pc:sldMkLst>
      </pc:sldChg>
      <pc:sldChg chg="add del">
        <pc:chgData name="Osvaldo Luiz Santos Pereira" userId="c308351cf5a860c7" providerId="LiveId" clId="{30D4B243-E56E-4CD9-9C49-7B140616515F}" dt="2025-09-24T01:32:40.510" v="1602" actId="47"/>
        <pc:sldMkLst>
          <pc:docMk/>
          <pc:sldMk cId="2505939146" sldId="290"/>
        </pc:sldMkLst>
      </pc:sldChg>
      <pc:sldChg chg="addSp delSp modSp add del mod modTransition">
        <pc:chgData name="Osvaldo Luiz Santos Pereira" userId="c308351cf5a860c7" providerId="LiveId" clId="{30D4B243-E56E-4CD9-9C49-7B140616515F}" dt="2025-09-24T01:32:40.716" v="1603" actId="47"/>
        <pc:sldMkLst>
          <pc:docMk/>
          <pc:sldMk cId="3661031779" sldId="291"/>
        </pc:sldMkLst>
      </pc:sldChg>
      <pc:sldChg chg="add del">
        <pc:chgData name="Osvaldo Luiz Santos Pereira" userId="c308351cf5a860c7" providerId="LiveId" clId="{30D4B243-E56E-4CD9-9C49-7B140616515F}" dt="2025-09-24T01:32:40.826" v="1604" actId="47"/>
        <pc:sldMkLst>
          <pc:docMk/>
          <pc:sldMk cId="1829042669" sldId="292"/>
        </pc:sldMkLst>
      </pc:sldChg>
      <pc:sldChg chg="delSp add del mod">
        <pc:chgData name="Osvaldo Luiz Santos Pereira" userId="c308351cf5a860c7" providerId="LiveId" clId="{30D4B243-E56E-4CD9-9C49-7B140616515F}" dt="2025-09-19T17:33:36.733" v="960" actId="47"/>
        <pc:sldMkLst>
          <pc:docMk/>
          <pc:sldMk cId="1775685747" sldId="293"/>
        </pc:sldMkLst>
      </pc:sldChg>
      <pc:sldChg chg="addSp modSp add del mod modTransition">
        <pc:chgData name="Osvaldo Luiz Santos Pereira" userId="c308351cf5a860c7" providerId="LiveId" clId="{30D4B243-E56E-4CD9-9C49-7B140616515F}" dt="2025-09-24T01:32:41.570" v="1607" actId="47"/>
        <pc:sldMkLst>
          <pc:docMk/>
          <pc:sldMk cId="1814174840" sldId="293"/>
        </pc:sldMkLst>
      </pc:sldChg>
    </pc:docChg>
  </pc:docChgLst>
  <pc:docChgLst>
    <pc:chgData name="Osvaldo Luiz Santos Pereira" userId="c308351cf5a860c7" providerId="LiveId" clId="{0ACFF002-6690-4328-8D1A-ED1B649787F2}"/>
    <pc:docChg chg="undo custSel addSld delSld modSld sldOrd">
      <pc:chgData name="Osvaldo Luiz Santos Pereira" userId="c308351cf5a860c7" providerId="LiveId" clId="{0ACFF002-6690-4328-8D1A-ED1B649787F2}" dt="2025-08-02T23:16:28.078" v="4978"/>
      <pc:docMkLst>
        <pc:docMk/>
      </pc:docMkLst>
      <pc:sldChg chg="addSp delSp modSp del mod">
        <pc:chgData name="Osvaldo Luiz Santos Pereira" userId="c308351cf5a860c7" providerId="LiveId" clId="{0ACFF002-6690-4328-8D1A-ED1B649787F2}" dt="2025-08-02T14:32:05.587" v="607" actId="47"/>
        <pc:sldMkLst>
          <pc:docMk/>
          <pc:sldMk cId="0" sldId="256"/>
        </pc:sldMkLst>
      </pc:sldChg>
      <pc:sldChg chg="addSp delSp modSp add del mod ord">
        <pc:chgData name="Osvaldo Luiz Santos Pereira" userId="c308351cf5a860c7" providerId="LiveId" clId="{0ACFF002-6690-4328-8D1A-ED1B649787F2}" dt="2025-08-02T14:28:59.948" v="295" actId="47"/>
        <pc:sldMkLst>
          <pc:docMk/>
          <pc:sldMk cId="1202337758" sldId="257"/>
        </pc:sldMkLst>
      </pc:sldChg>
      <pc:sldChg chg="addSp delSp modSp add mod ord modAnim">
        <pc:chgData name="Osvaldo Luiz Santos Pereira" userId="c308351cf5a860c7" providerId="LiveId" clId="{0ACFF002-6690-4328-8D1A-ED1B649787F2}" dt="2025-08-02T19:32:10.563" v="3634"/>
        <pc:sldMkLst>
          <pc:docMk/>
          <pc:sldMk cId="3067423610" sldId="258"/>
        </pc:sldMkLst>
      </pc:sldChg>
      <pc:sldChg chg="addSp delSp modSp add mod ord modAnim">
        <pc:chgData name="Osvaldo Luiz Santos Pereira" userId="c308351cf5a860c7" providerId="LiveId" clId="{0ACFF002-6690-4328-8D1A-ED1B649787F2}" dt="2025-08-02T19:29:52.410" v="3618"/>
        <pc:sldMkLst>
          <pc:docMk/>
          <pc:sldMk cId="916029383" sldId="259"/>
        </pc:sldMkLst>
      </pc:sldChg>
      <pc:sldChg chg="addSp delSp modSp add del mod">
        <pc:chgData name="Osvaldo Luiz Santos Pereira" userId="c308351cf5a860c7" providerId="LiveId" clId="{0ACFF002-6690-4328-8D1A-ED1B649787F2}" dt="2025-08-02T15:38:31.217" v="2088" actId="47"/>
        <pc:sldMkLst>
          <pc:docMk/>
          <pc:sldMk cId="617253732" sldId="260"/>
        </pc:sldMkLst>
      </pc:sldChg>
      <pc:sldChg chg="add del">
        <pc:chgData name="Osvaldo Luiz Santos Pereira" userId="c308351cf5a860c7" providerId="LiveId" clId="{0ACFF002-6690-4328-8D1A-ED1B649787F2}" dt="2025-08-02T14:27:51.894" v="281"/>
        <pc:sldMkLst>
          <pc:docMk/>
          <pc:sldMk cId="2172497136" sldId="260"/>
        </pc:sldMkLst>
      </pc:sldChg>
      <pc:sldChg chg="addSp delSp modSp add mod modAnim">
        <pc:chgData name="Osvaldo Luiz Santos Pereira" userId="c308351cf5a860c7" providerId="LiveId" clId="{0ACFF002-6690-4328-8D1A-ED1B649787F2}" dt="2025-08-02T19:28:43.388" v="3611"/>
        <pc:sldMkLst>
          <pc:docMk/>
          <pc:sldMk cId="3070961284" sldId="261"/>
        </pc:sldMkLst>
      </pc:sldChg>
      <pc:sldChg chg="add del">
        <pc:chgData name="Osvaldo Luiz Santos Pereira" userId="c308351cf5a860c7" providerId="LiveId" clId="{0ACFF002-6690-4328-8D1A-ED1B649787F2}" dt="2025-08-02T14:27:51.397" v="280"/>
        <pc:sldMkLst>
          <pc:docMk/>
          <pc:sldMk cId="3228979579" sldId="261"/>
        </pc:sldMkLst>
      </pc:sldChg>
      <pc:sldChg chg="addSp delSp modSp add mod ord modAnim">
        <pc:chgData name="Osvaldo Luiz Santos Pereira" userId="c308351cf5a860c7" providerId="LiveId" clId="{0ACFF002-6690-4328-8D1A-ED1B649787F2}" dt="2025-08-02T19:29:34.755" v="3615"/>
        <pc:sldMkLst>
          <pc:docMk/>
          <pc:sldMk cId="662823859" sldId="262"/>
        </pc:sldMkLst>
      </pc:sldChg>
      <pc:sldChg chg="addSp delSp modSp add mod ord modAnim">
        <pc:chgData name="Osvaldo Luiz Santos Pereira" userId="c308351cf5a860c7" providerId="LiveId" clId="{0ACFF002-6690-4328-8D1A-ED1B649787F2}" dt="2025-08-02T23:16:28.078" v="4978"/>
        <pc:sldMkLst>
          <pc:docMk/>
          <pc:sldMk cId="507282837" sldId="263"/>
        </pc:sldMkLst>
      </pc:sldChg>
      <pc:sldChg chg="addSp delSp modSp add mod ord modAnim">
        <pc:chgData name="Osvaldo Luiz Santos Pereira" userId="c308351cf5a860c7" providerId="LiveId" clId="{0ACFF002-6690-4328-8D1A-ED1B649787F2}" dt="2025-08-02T23:14:42.206" v="4973" actId="14100"/>
        <pc:sldMkLst>
          <pc:docMk/>
          <pc:sldMk cId="2247708559" sldId="264"/>
        </pc:sldMkLst>
      </pc:sldChg>
      <pc:sldChg chg="addSp delSp modSp add mod ord delAnim modAnim">
        <pc:chgData name="Osvaldo Luiz Santos Pereira" userId="c308351cf5a860c7" providerId="LiveId" clId="{0ACFF002-6690-4328-8D1A-ED1B649787F2}" dt="2025-08-02T20:16:13.876" v="4808" actId="20577"/>
        <pc:sldMkLst>
          <pc:docMk/>
          <pc:sldMk cId="4211106752" sldId="265"/>
        </pc:sldMkLst>
      </pc:sldChg>
      <pc:sldChg chg="addSp delSp modSp add mod ord modAnim">
        <pc:chgData name="Osvaldo Luiz Santos Pereira" userId="c308351cf5a860c7" providerId="LiveId" clId="{0ACFF002-6690-4328-8D1A-ED1B649787F2}" dt="2025-08-02T19:30:09.353" v="3620"/>
        <pc:sldMkLst>
          <pc:docMk/>
          <pc:sldMk cId="925325881" sldId="266"/>
        </pc:sldMkLst>
      </pc:sldChg>
      <pc:sldChg chg="addSp delSp modSp add mod modAnim">
        <pc:chgData name="Osvaldo Luiz Santos Pereira" userId="c308351cf5a860c7" providerId="LiveId" clId="{0ACFF002-6690-4328-8D1A-ED1B649787F2}" dt="2025-08-02T19:31:30.959" v="3630"/>
        <pc:sldMkLst>
          <pc:docMk/>
          <pc:sldMk cId="1289244108" sldId="267"/>
        </pc:sldMkLst>
      </pc:sldChg>
      <pc:sldChg chg="delSp modSp add del mod modAnim">
        <pc:chgData name="Osvaldo Luiz Santos Pereira" userId="c308351cf5a860c7" providerId="LiveId" clId="{0ACFF002-6690-4328-8D1A-ED1B649787F2}" dt="2025-08-02T15:56:36.453" v="2326" actId="47"/>
        <pc:sldMkLst>
          <pc:docMk/>
          <pc:sldMk cId="4244926880" sldId="267"/>
        </pc:sldMkLst>
      </pc:sldChg>
      <pc:sldChg chg="addSp delSp modSp add mod modAnim">
        <pc:chgData name="Osvaldo Luiz Santos Pereira" userId="c308351cf5a860c7" providerId="LiveId" clId="{0ACFF002-6690-4328-8D1A-ED1B649787F2}" dt="2025-08-02T19:31:23.543" v="3629"/>
        <pc:sldMkLst>
          <pc:docMk/>
          <pc:sldMk cId="89530914" sldId="268"/>
        </pc:sldMkLst>
      </pc:sldChg>
      <pc:sldChg chg="addSp delSp modSp add mod delAnim modAnim">
        <pc:chgData name="Osvaldo Luiz Santos Pereira" userId="c308351cf5a860c7" providerId="LiveId" clId="{0ACFF002-6690-4328-8D1A-ED1B649787F2}" dt="2025-08-02T19:43:36.892" v="3833"/>
        <pc:sldMkLst>
          <pc:docMk/>
          <pc:sldMk cId="3879095415" sldId="269"/>
        </pc:sldMkLst>
      </pc:sldChg>
      <pc:sldChg chg="addSp delSp modSp add mod ord delAnim modAnim">
        <pc:chgData name="Osvaldo Luiz Santos Pereira" userId="c308351cf5a860c7" providerId="LiveId" clId="{0ACFF002-6690-4328-8D1A-ED1B649787F2}" dt="2025-08-02T23:13:20.852" v="4965"/>
        <pc:sldMkLst>
          <pc:docMk/>
          <pc:sldMk cId="32095444" sldId="270"/>
        </pc:sldMkLst>
      </pc:sldChg>
      <pc:sldChg chg="delSp add del mod">
        <pc:chgData name="Osvaldo Luiz Santos Pereira" userId="c308351cf5a860c7" providerId="LiveId" clId="{0ACFF002-6690-4328-8D1A-ED1B649787F2}" dt="2025-08-02T19:49:01.759" v="3865" actId="47"/>
        <pc:sldMkLst>
          <pc:docMk/>
          <pc:sldMk cId="1451140377" sldId="271"/>
        </pc:sldMkLst>
      </pc:sldChg>
      <pc:sldChg chg="add del">
        <pc:chgData name="Osvaldo Luiz Santos Pereira" userId="c308351cf5a860c7" providerId="LiveId" clId="{0ACFF002-6690-4328-8D1A-ED1B649787F2}" dt="2025-08-02T20:11:42.314" v="4335" actId="47"/>
        <pc:sldMkLst>
          <pc:docMk/>
          <pc:sldMk cId="2851221030" sldId="271"/>
        </pc:sldMkLst>
      </pc:sldChg>
      <pc:sldChg chg="add del">
        <pc:chgData name="Osvaldo Luiz Santos Pereira" userId="c308351cf5a860c7" providerId="LiveId" clId="{0ACFF002-6690-4328-8D1A-ED1B649787F2}" dt="2025-08-02T20:11:44.546" v="4336" actId="47"/>
        <pc:sldMkLst>
          <pc:docMk/>
          <pc:sldMk cId="633056804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74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1pPr>
    <a:lvl2pPr marL="285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2pPr>
    <a:lvl3pPr marL="571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3pPr>
    <a:lvl4pPr marL="857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4pPr>
    <a:lvl5pPr marL="1143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5pPr>
    <a:lvl6pPr marL="1428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6pPr>
    <a:lvl7pPr marL="1714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7pPr>
    <a:lvl8pPr marL="2000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8pPr>
    <a:lvl9pPr marL="2286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845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0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040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172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57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8810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43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7351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4785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833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384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22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813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6.png"/><Relationship Id="rId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6.png"/><Relationship Id="rId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0947167F-9FDA-C24F-BA81-EE4FD57997AF}"/>
              </a:ext>
            </a:extLst>
          </p:cNvPr>
          <p:cNvGrpSpPr/>
          <p:nvPr/>
        </p:nvGrpSpPr>
        <p:grpSpPr>
          <a:xfrm>
            <a:off x="3076353" y="708837"/>
            <a:ext cx="3657600" cy="3211032"/>
            <a:chOff x="1247553" y="708837"/>
            <a:chExt cx="3657600" cy="3211032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13B676F8-7029-D062-A454-93542F8C4835}"/>
                </a:ext>
              </a:extLst>
            </p:cNvPr>
            <p:cNvCxnSpPr/>
            <p:nvPr/>
          </p:nvCxnSpPr>
          <p:spPr>
            <a:xfrm>
              <a:off x="1247553" y="708837"/>
              <a:ext cx="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DDD82156-242D-3578-A500-BAAF1C7DD2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7553" y="3919869"/>
              <a:ext cx="3657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B1946C1D-D140-2E1E-86CF-EB7BAF3533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7553" y="708837"/>
              <a:ext cx="365760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A00CC67E-485F-80A8-D3C8-13298EA6DEF5}"/>
              </a:ext>
            </a:extLst>
          </p:cNvPr>
          <p:cNvSpPr/>
          <p:nvPr/>
        </p:nvSpPr>
        <p:spPr>
          <a:xfrm>
            <a:off x="3076352" y="3707220"/>
            <a:ext cx="212649" cy="2126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ACC15986-178A-8352-A726-8D128A8D7516}"/>
              </a:ext>
            </a:extLst>
          </p:cNvPr>
          <p:cNvGrpSpPr/>
          <p:nvPr/>
        </p:nvGrpSpPr>
        <p:grpSpPr>
          <a:xfrm>
            <a:off x="3090527" y="1928036"/>
            <a:ext cx="1991833" cy="1991833"/>
            <a:chOff x="6464595" y="1928036"/>
            <a:chExt cx="1991833" cy="1991833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2E826EDB-6669-C230-E4EA-90B1301E9681}"/>
                </a:ext>
              </a:extLst>
            </p:cNvPr>
            <p:cNvSpPr/>
            <p:nvPr/>
          </p:nvSpPr>
          <p:spPr>
            <a:xfrm>
              <a:off x="6464595" y="1928036"/>
              <a:ext cx="1991833" cy="19918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7D3CA829-F406-EDD9-FFD1-09052B2DA802}"/>
                </a:ext>
              </a:extLst>
            </p:cNvPr>
            <p:cNvCxnSpPr>
              <a:endCxn id="3" idx="7"/>
            </p:cNvCxnSpPr>
            <p:nvPr/>
          </p:nvCxnSpPr>
          <p:spPr>
            <a:xfrm flipV="1">
              <a:off x="7556205" y="2219733"/>
              <a:ext cx="608526" cy="70421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0DD659D4-4DD4-3680-9EF6-33E347F982C2}"/>
                    </a:ext>
                  </a:extLst>
                </p:cNvPr>
                <p:cNvSpPr txBox="1"/>
                <p:nvPr/>
              </p:nvSpPr>
              <p:spPr>
                <a:xfrm>
                  <a:off x="7653360" y="2318960"/>
                  <a:ext cx="22153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pt-BR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0DD659D4-4DD4-3680-9EF6-33E347F982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3360" y="2318960"/>
                  <a:ext cx="221536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9444" r="-1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D10F2858-20E2-0A7A-B4B0-7BBC068E06AB}"/>
                  </a:ext>
                </a:extLst>
              </p:cNvPr>
              <p:cNvSpPr txBox="1"/>
              <p:nvPr/>
            </p:nvSpPr>
            <p:spPr>
              <a:xfrm>
                <a:off x="5069868" y="1850401"/>
                <a:ext cx="2479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D10F2858-20E2-0A7A-B4B0-7BBC068E0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868" y="1850401"/>
                <a:ext cx="247952" cy="369332"/>
              </a:xfrm>
              <a:prstGeom prst="rect">
                <a:avLst/>
              </a:prstGeom>
              <a:blipFill>
                <a:blip r:embed="rId3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210625D2-E14B-57F0-ED8B-B7C6A6B08FE4}"/>
                  </a:ext>
                </a:extLst>
              </p:cNvPr>
              <p:cNvSpPr txBox="1"/>
              <p:nvPr/>
            </p:nvSpPr>
            <p:spPr>
              <a:xfrm>
                <a:off x="2542282" y="2202418"/>
                <a:ext cx="2423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210625D2-E14B-57F0-ED8B-B7C6A6B08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282" y="2202418"/>
                <a:ext cx="242374" cy="369332"/>
              </a:xfrm>
              <a:prstGeom prst="rect">
                <a:avLst/>
              </a:prstGeom>
              <a:blipFill>
                <a:blip r:embed="rId4"/>
                <a:stretch>
                  <a:fillRect l="-30000" r="-27500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EBCB683-E57E-F5FA-8C9C-BE039C6E43D1}"/>
                  </a:ext>
                </a:extLst>
              </p:cNvPr>
              <p:cNvSpPr txBox="1"/>
              <p:nvPr/>
            </p:nvSpPr>
            <p:spPr>
              <a:xfrm>
                <a:off x="4546543" y="4065331"/>
                <a:ext cx="2197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EBCB683-E57E-F5FA-8C9C-BE039C6E4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543" y="4065331"/>
                <a:ext cx="219740" cy="369332"/>
              </a:xfrm>
              <a:prstGeom prst="rect">
                <a:avLst/>
              </a:prstGeom>
              <a:blipFill>
                <a:blip r:embed="rId5"/>
                <a:stretch>
                  <a:fillRect l="-19444" r="-13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96A736CD-1A30-9E7A-A9B7-DEA071CFC09E}"/>
                  </a:ext>
                </a:extLst>
              </p:cNvPr>
              <p:cNvSpPr txBox="1"/>
              <p:nvPr/>
            </p:nvSpPr>
            <p:spPr>
              <a:xfrm>
                <a:off x="2666925" y="3916443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96A736CD-1A30-9E7A-A9B7-DEA071CFC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25" y="3916443"/>
                <a:ext cx="267509" cy="369332"/>
              </a:xfrm>
              <a:prstGeom prst="rect">
                <a:avLst/>
              </a:prstGeom>
              <a:blipFill>
                <a:blip r:embed="rId6"/>
                <a:stretch>
                  <a:fillRect l="-25000" r="-27273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4CDC55CA-97C7-34A9-A2F0-89FA5AA90E4E}"/>
                  </a:ext>
                </a:extLst>
              </p:cNvPr>
              <p:cNvSpPr txBox="1"/>
              <p:nvPr/>
            </p:nvSpPr>
            <p:spPr>
              <a:xfrm>
                <a:off x="2666925" y="400611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4CDC55CA-97C7-34A9-A2F0-89FA5AA90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25" y="400611"/>
                <a:ext cx="279179" cy="369332"/>
              </a:xfrm>
              <a:prstGeom prst="rect">
                <a:avLst/>
              </a:prstGeom>
              <a:blipFill>
                <a:blip r:embed="rId7"/>
                <a:stretch>
                  <a:fillRect l="-23913" r="-2391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CE3723C9-F05D-843A-3956-4D1C451C4587}"/>
                  </a:ext>
                </a:extLst>
              </p:cNvPr>
              <p:cNvSpPr txBox="1"/>
              <p:nvPr/>
            </p:nvSpPr>
            <p:spPr>
              <a:xfrm>
                <a:off x="6820711" y="3731777"/>
                <a:ext cx="266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CE3723C9-F05D-843A-3956-4D1C451C4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711" y="3731777"/>
                <a:ext cx="266804" cy="369332"/>
              </a:xfrm>
              <a:prstGeom prst="rect">
                <a:avLst/>
              </a:prstGeom>
              <a:blipFill>
                <a:blip r:embed="rId8"/>
                <a:stretch>
                  <a:fillRect l="-27273" r="-20455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6334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1000"/>
    </mc:Choice>
    <mc:Fallback>
      <p:transition spd="slow" advClick="0" advTm="51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FBA50-A78E-FF9C-2506-03637CB6D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8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4DCFD-51FB-6154-56C4-9A0700A8B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6A09A215-ED0C-AA19-811C-FEC0BEEF108C}"/>
              </a:ext>
            </a:extLst>
          </p:cNvPr>
          <p:cNvGrpSpPr/>
          <p:nvPr/>
        </p:nvGrpSpPr>
        <p:grpSpPr>
          <a:xfrm>
            <a:off x="3076353" y="708837"/>
            <a:ext cx="3657600" cy="3211032"/>
            <a:chOff x="1247553" y="708837"/>
            <a:chExt cx="3657600" cy="3211032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E163D6CD-9810-9D59-C52A-8D26B5B1224B}"/>
                </a:ext>
              </a:extLst>
            </p:cNvPr>
            <p:cNvCxnSpPr/>
            <p:nvPr/>
          </p:nvCxnSpPr>
          <p:spPr>
            <a:xfrm>
              <a:off x="1247553" y="708837"/>
              <a:ext cx="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4A7EA7CE-04A5-04F4-7E9C-00CA841AB6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7553" y="3919869"/>
              <a:ext cx="3657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C584E1D4-C778-36B0-E5EF-783C573CEC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7553" y="708837"/>
              <a:ext cx="365760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DDCCD546-9717-B9FE-C563-F20717056426}"/>
              </a:ext>
            </a:extLst>
          </p:cNvPr>
          <p:cNvSpPr/>
          <p:nvPr/>
        </p:nvSpPr>
        <p:spPr>
          <a:xfrm>
            <a:off x="3076352" y="3707220"/>
            <a:ext cx="212649" cy="2126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82A14F9C-8497-3E80-A064-275B2C793E65}"/>
              </a:ext>
            </a:extLst>
          </p:cNvPr>
          <p:cNvSpPr/>
          <p:nvPr/>
        </p:nvSpPr>
        <p:spPr>
          <a:xfrm>
            <a:off x="3090527" y="1928036"/>
            <a:ext cx="1991833" cy="1991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3F1DB8D3-C92E-EC0F-1086-45A5C595B5BC}"/>
              </a:ext>
            </a:extLst>
          </p:cNvPr>
          <p:cNvCxnSpPr>
            <a:cxnSpLocks/>
            <a:endCxn id="3" idx="7"/>
          </p:cNvCxnSpPr>
          <p:nvPr/>
        </p:nvCxnSpPr>
        <p:spPr>
          <a:xfrm flipV="1">
            <a:off x="4086443" y="2219733"/>
            <a:ext cx="704220" cy="7215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1F0DCEE8-6943-481F-9301-B95000B4F770}"/>
                  </a:ext>
                </a:extLst>
              </p:cNvPr>
              <p:cNvSpPr txBox="1"/>
              <p:nvPr/>
            </p:nvSpPr>
            <p:spPr>
              <a:xfrm>
                <a:off x="4168524" y="2202418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1F0DCEE8-6943-481F-9301-B95000B4F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524" y="2202418"/>
                <a:ext cx="221536" cy="369332"/>
              </a:xfrm>
              <a:prstGeom prst="rect">
                <a:avLst/>
              </a:prstGeom>
              <a:blipFill>
                <a:blip r:embed="rId2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63E0F698-B44E-FADA-0C7B-123AA047CBCB}"/>
                  </a:ext>
                </a:extLst>
              </p:cNvPr>
              <p:cNvSpPr txBox="1"/>
              <p:nvPr/>
            </p:nvSpPr>
            <p:spPr>
              <a:xfrm>
                <a:off x="5069868" y="1850401"/>
                <a:ext cx="2479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63E0F698-B44E-FADA-0C7B-123AA047C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868" y="1850401"/>
                <a:ext cx="247952" cy="369332"/>
              </a:xfrm>
              <a:prstGeom prst="rect">
                <a:avLst/>
              </a:prstGeom>
              <a:blipFill>
                <a:blip r:embed="rId3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1754F96A-1B3C-BE14-366B-7804978AD353}"/>
                  </a:ext>
                </a:extLst>
              </p:cNvPr>
              <p:cNvSpPr txBox="1"/>
              <p:nvPr/>
            </p:nvSpPr>
            <p:spPr>
              <a:xfrm>
                <a:off x="1934790" y="1558704"/>
                <a:ext cx="7610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1754F96A-1B3C-BE14-366B-7804978AD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790" y="1558704"/>
                <a:ext cx="761042" cy="369332"/>
              </a:xfrm>
              <a:prstGeom prst="rect">
                <a:avLst/>
              </a:prstGeom>
              <a:blipFill>
                <a:blip r:embed="rId4"/>
                <a:stretch>
                  <a:fillRect l="-9600" r="-4800"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D48CDC79-4AF3-0BE3-1AD4-CA1EAAFF1F4C}"/>
                  </a:ext>
                </a:extLst>
              </p:cNvPr>
              <p:cNvSpPr txBox="1"/>
              <p:nvPr/>
            </p:nvSpPr>
            <p:spPr>
              <a:xfrm>
                <a:off x="5193844" y="4220369"/>
                <a:ext cx="7384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D48CDC79-4AF3-0BE3-1AD4-CA1EAAFF1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844" y="4220369"/>
                <a:ext cx="738407" cy="369332"/>
              </a:xfrm>
              <a:prstGeom prst="rect">
                <a:avLst/>
              </a:prstGeom>
              <a:blipFill>
                <a:blip r:embed="rId5"/>
                <a:stretch>
                  <a:fillRect l="-4959" r="-49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A07E130-0FC7-DC10-46DE-7CA221E1A183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3090527" y="2923953"/>
            <a:ext cx="969433" cy="1731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68E7A198-FAD4-E9CC-230A-51BDD805A613}"/>
              </a:ext>
            </a:extLst>
          </p:cNvPr>
          <p:cNvCxnSpPr>
            <a:cxnSpLocks/>
            <a:endCxn id="3" idx="4"/>
          </p:cNvCxnSpPr>
          <p:nvPr/>
        </p:nvCxnSpPr>
        <p:spPr>
          <a:xfrm>
            <a:off x="4074133" y="2970905"/>
            <a:ext cx="12311" cy="9489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682BF9F6-1978-C089-5EFF-C42AB49A1CAA}"/>
                  </a:ext>
                </a:extLst>
              </p:cNvPr>
              <p:cNvSpPr txBox="1"/>
              <p:nvPr/>
            </p:nvSpPr>
            <p:spPr>
              <a:xfrm>
                <a:off x="3406635" y="2563278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682BF9F6-1978-C089-5EFF-C42AB49A1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635" y="2563278"/>
                <a:ext cx="221536" cy="369332"/>
              </a:xfrm>
              <a:prstGeom prst="rect">
                <a:avLst/>
              </a:prstGeom>
              <a:blipFill>
                <a:blip r:embed="rId6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5EA67CEF-EC00-75D9-5D7D-4E277FA9D8BF}"/>
                  </a:ext>
                </a:extLst>
              </p:cNvPr>
              <p:cNvSpPr txBox="1"/>
              <p:nvPr/>
            </p:nvSpPr>
            <p:spPr>
              <a:xfrm>
                <a:off x="4100617" y="3153916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5EA67CEF-EC00-75D9-5D7D-4E277FA9D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617" y="3153916"/>
                <a:ext cx="221536" cy="369332"/>
              </a:xfrm>
              <a:prstGeom prst="rect">
                <a:avLst/>
              </a:prstGeom>
              <a:blipFill>
                <a:blip r:embed="rId7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BE7D5E2E-3289-3EB6-B971-21CAEE8E4FC2}"/>
              </a:ext>
            </a:extLst>
          </p:cNvPr>
          <p:cNvCxnSpPr>
            <a:cxnSpLocks/>
          </p:cNvCxnSpPr>
          <p:nvPr/>
        </p:nvCxnSpPr>
        <p:spPr>
          <a:xfrm>
            <a:off x="3090527" y="4210493"/>
            <a:ext cx="995917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186F1667-C637-99D1-8339-68BE5AB12945}"/>
              </a:ext>
            </a:extLst>
          </p:cNvPr>
          <p:cNvCxnSpPr>
            <a:cxnSpLocks/>
          </p:cNvCxnSpPr>
          <p:nvPr/>
        </p:nvCxnSpPr>
        <p:spPr>
          <a:xfrm>
            <a:off x="4098754" y="4210493"/>
            <a:ext cx="2691906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21FEFBD8-B234-CDF4-C2AE-462F9F4B5714}"/>
              </a:ext>
            </a:extLst>
          </p:cNvPr>
          <p:cNvCxnSpPr>
            <a:cxnSpLocks/>
          </p:cNvCxnSpPr>
          <p:nvPr/>
        </p:nvCxnSpPr>
        <p:spPr>
          <a:xfrm>
            <a:off x="2880843" y="2923952"/>
            <a:ext cx="0" cy="995917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62678DF7-266D-FBB5-A904-63C328722B5F}"/>
              </a:ext>
            </a:extLst>
          </p:cNvPr>
          <p:cNvCxnSpPr>
            <a:cxnSpLocks/>
          </p:cNvCxnSpPr>
          <p:nvPr/>
        </p:nvCxnSpPr>
        <p:spPr>
          <a:xfrm>
            <a:off x="2880843" y="708837"/>
            <a:ext cx="0" cy="2215115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8634C10D-DAC5-8BA1-DFB8-86E78410DC10}"/>
                  </a:ext>
                </a:extLst>
              </p:cNvPr>
              <p:cNvSpPr txBox="1"/>
              <p:nvPr/>
            </p:nvSpPr>
            <p:spPr>
              <a:xfrm>
                <a:off x="3464475" y="4219959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8634C10D-DAC5-8BA1-DFB8-86E78410D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475" y="4219959"/>
                <a:ext cx="221536" cy="369332"/>
              </a:xfrm>
              <a:prstGeom prst="rect">
                <a:avLst/>
              </a:prstGeom>
              <a:blipFill>
                <a:blip r:embed="rId8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B4B28C88-B12D-D617-6860-EC42BA0D8FDE}"/>
                  </a:ext>
                </a:extLst>
              </p:cNvPr>
              <p:cNvSpPr txBox="1"/>
              <p:nvPr/>
            </p:nvSpPr>
            <p:spPr>
              <a:xfrm>
                <a:off x="2382843" y="3153916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B4B28C88-B12D-D617-6860-EC42BA0D8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843" y="3153916"/>
                <a:ext cx="221536" cy="369332"/>
              </a:xfrm>
              <a:prstGeom prst="rect">
                <a:avLst/>
              </a:prstGeom>
              <a:blipFill>
                <a:blip r:embed="rId9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100A2E56-A17F-2360-465E-88ECE37FD0ED}"/>
                  </a:ext>
                </a:extLst>
              </p:cNvPr>
              <p:cNvSpPr txBox="1"/>
              <p:nvPr/>
            </p:nvSpPr>
            <p:spPr>
              <a:xfrm>
                <a:off x="2666925" y="3916443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100A2E56-A17F-2360-465E-88ECE37FD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25" y="3916443"/>
                <a:ext cx="267509" cy="369332"/>
              </a:xfrm>
              <a:prstGeom prst="rect">
                <a:avLst/>
              </a:prstGeom>
              <a:blipFill>
                <a:blip r:embed="rId10"/>
                <a:stretch>
                  <a:fillRect l="-25000" r="-27273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4B884373-505D-15F2-79A1-403AEFBB9FA9}"/>
                  </a:ext>
                </a:extLst>
              </p:cNvPr>
              <p:cNvSpPr txBox="1"/>
              <p:nvPr/>
            </p:nvSpPr>
            <p:spPr>
              <a:xfrm>
                <a:off x="2666925" y="400611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4B884373-505D-15F2-79A1-403AEFBB9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25" y="400611"/>
                <a:ext cx="279179" cy="369332"/>
              </a:xfrm>
              <a:prstGeom prst="rect">
                <a:avLst/>
              </a:prstGeom>
              <a:blipFill>
                <a:blip r:embed="rId11"/>
                <a:stretch>
                  <a:fillRect l="-23913" r="-2391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A9B9043A-19E0-7AAB-0910-86E87177C2A7}"/>
                  </a:ext>
                </a:extLst>
              </p:cNvPr>
              <p:cNvSpPr txBox="1"/>
              <p:nvPr/>
            </p:nvSpPr>
            <p:spPr>
              <a:xfrm>
                <a:off x="6820711" y="3731777"/>
                <a:ext cx="266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A9B9043A-19E0-7AAB-0910-86E87177C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711" y="3731777"/>
                <a:ext cx="266804" cy="369332"/>
              </a:xfrm>
              <a:prstGeom prst="rect">
                <a:avLst/>
              </a:prstGeom>
              <a:blipFill>
                <a:blip r:embed="rId12"/>
                <a:stretch>
                  <a:fillRect l="-27273" r="-20455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6622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0"/>
    </mc:Choice>
    <mc:Fallback>
      <p:transition spd="slow" advClick="0" advTm="70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6D315-7A36-5684-E618-5A3B81F9B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9324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11053-9B1A-66D3-1712-27745534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6EC52A2-2A52-3915-5D83-D9C2136674AC}"/>
              </a:ext>
            </a:extLst>
          </p:cNvPr>
          <p:cNvGrpSpPr/>
          <p:nvPr/>
        </p:nvGrpSpPr>
        <p:grpSpPr>
          <a:xfrm>
            <a:off x="3076353" y="708837"/>
            <a:ext cx="3657600" cy="3211032"/>
            <a:chOff x="1247553" y="708837"/>
            <a:chExt cx="3657600" cy="3211032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BFCD203F-3BAA-47E3-99B7-6790F372BBBF}"/>
                </a:ext>
              </a:extLst>
            </p:cNvPr>
            <p:cNvCxnSpPr/>
            <p:nvPr/>
          </p:nvCxnSpPr>
          <p:spPr>
            <a:xfrm>
              <a:off x="1247553" y="708837"/>
              <a:ext cx="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53590CB2-3E24-7A92-8D8A-12E466EAA5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7553" y="3919869"/>
              <a:ext cx="3657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6446CF18-53BE-91FD-FFBD-D715B3B2FA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7553" y="708837"/>
              <a:ext cx="365760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A5D4E1FB-6DC7-AA2D-6B32-1A2F7F9B0269}"/>
              </a:ext>
            </a:extLst>
          </p:cNvPr>
          <p:cNvSpPr/>
          <p:nvPr/>
        </p:nvSpPr>
        <p:spPr>
          <a:xfrm>
            <a:off x="3076352" y="3707220"/>
            <a:ext cx="212649" cy="2126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4C6F90B-3F5A-F31D-6906-62AD2BDFF5A3}"/>
              </a:ext>
            </a:extLst>
          </p:cNvPr>
          <p:cNvSpPr/>
          <p:nvPr/>
        </p:nvSpPr>
        <p:spPr>
          <a:xfrm>
            <a:off x="3090527" y="1928036"/>
            <a:ext cx="1991833" cy="1991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EF47EEBA-868E-38C7-4AB9-D3A66B7FB7B7}"/>
              </a:ext>
            </a:extLst>
          </p:cNvPr>
          <p:cNvCxnSpPr>
            <a:cxnSpLocks/>
            <a:endCxn id="3" idx="7"/>
          </p:cNvCxnSpPr>
          <p:nvPr/>
        </p:nvCxnSpPr>
        <p:spPr>
          <a:xfrm flipV="1">
            <a:off x="4086443" y="2219733"/>
            <a:ext cx="704220" cy="7215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6B54194-1A34-9C08-2DC7-B2E655332CBF}"/>
                  </a:ext>
                </a:extLst>
              </p:cNvPr>
              <p:cNvSpPr txBox="1"/>
              <p:nvPr/>
            </p:nvSpPr>
            <p:spPr>
              <a:xfrm>
                <a:off x="4168524" y="2202418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6B54194-1A34-9C08-2DC7-B2E655332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524" y="2202418"/>
                <a:ext cx="221536" cy="369332"/>
              </a:xfrm>
              <a:prstGeom prst="rect">
                <a:avLst/>
              </a:prstGeom>
              <a:blipFill>
                <a:blip r:embed="rId2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09C29014-C440-12FE-D2D9-8D8B66B8DDD4}"/>
                  </a:ext>
                </a:extLst>
              </p:cNvPr>
              <p:cNvSpPr txBox="1"/>
              <p:nvPr/>
            </p:nvSpPr>
            <p:spPr>
              <a:xfrm>
                <a:off x="4812535" y="1897199"/>
                <a:ext cx="2479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09C29014-C440-12FE-D2D9-8D8B66B8D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535" y="1897199"/>
                <a:ext cx="247952" cy="369332"/>
              </a:xfrm>
              <a:prstGeom prst="rect">
                <a:avLst/>
              </a:prstGeom>
              <a:blipFill>
                <a:blip r:embed="rId3"/>
                <a:stretch>
                  <a:fillRect l="-14634" r="-146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43927030-DF0C-2C20-9591-1BEE318B509D}"/>
                  </a:ext>
                </a:extLst>
              </p:cNvPr>
              <p:cNvSpPr txBox="1"/>
              <p:nvPr/>
            </p:nvSpPr>
            <p:spPr>
              <a:xfrm>
                <a:off x="1934790" y="1558704"/>
                <a:ext cx="7610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43927030-DF0C-2C20-9591-1BEE318B5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790" y="1558704"/>
                <a:ext cx="761042" cy="369332"/>
              </a:xfrm>
              <a:prstGeom prst="rect">
                <a:avLst/>
              </a:prstGeom>
              <a:blipFill>
                <a:blip r:embed="rId4"/>
                <a:stretch>
                  <a:fillRect l="-9600" r="-4800"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C3CFAF66-A585-9946-E384-A998E7AF5CB4}"/>
                  </a:ext>
                </a:extLst>
              </p:cNvPr>
              <p:cNvSpPr txBox="1"/>
              <p:nvPr/>
            </p:nvSpPr>
            <p:spPr>
              <a:xfrm>
                <a:off x="5193844" y="4220369"/>
                <a:ext cx="7384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C3CFAF66-A585-9946-E384-A998E7AF5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844" y="4220369"/>
                <a:ext cx="738407" cy="369332"/>
              </a:xfrm>
              <a:prstGeom prst="rect">
                <a:avLst/>
              </a:prstGeom>
              <a:blipFill>
                <a:blip r:embed="rId5"/>
                <a:stretch>
                  <a:fillRect l="-4959" r="-49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D4E8B8D-4363-F0C9-C816-BA049A8827D2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3090527" y="2923953"/>
            <a:ext cx="969433" cy="1731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BBBCE362-E94B-F566-CF1C-93D92819792A}"/>
              </a:ext>
            </a:extLst>
          </p:cNvPr>
          <p:cNvCxnSpPr>
            <a:cxnSpLocks/>
            <a:endCxn id="3" idx="4"/>
          </p:cNvCxnSpPr>
          <p:nvPr/>
        </p:nvCxnSpPr>
        <p:spPr>
          <a:xfrm>
            <a:off x="4074133" y="2970905"/>
            <a:ext cx="12311" cy="9489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2AA7BEE-2B2C-E747-84CA-44283576CBA4}"/>
                  </a:ext>
                </a:extLst>
              </p:cNvPr>
              <p:cNvSpPr txBox="1"/>
              <p:nvPr/>
            </p:nvSpPr>
            <p:spPr>
              <a:xfrm>
                <a:off x="3406635" y="2563278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2AA7BEE-2B2C-E747-84CA-44283576C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635" y="2563278"/>
                <a:ext cx="221536" cy="369332"/>
              </a:xfrm>
              <a:prstGeom prst="rect">
                <a:avLst/>
              </a:prstGeom>
              <a:blipFill>
                <a:blip r:embed="rId6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47B94A36-B695-99E0-6A14-143EA24FD72F}"/>
                  </a:ext>
                </a:extLst>
              </p:cNvPr>
              <p:cNvSpPr txBox="1"/>
              <p:nvPr/>
            </p:nvSpPr>
            <p:spPr>
              <a:xfrm>
                <a:off x="4100617" y="3153916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47B94A36-B695-99E0-6A14-143EA24FD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617" y="3153916"/>
                <a:ext cx="221536" cy="369332"/>
              </a:xfrm>
              <a:prstGeom prst="rect">
                <a:avLst/>
              </a:prstGeom>
              <a:blipFill>
                <a:blip r:embed="rId7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AF7219BB-5459-94E4-A03D-A24A88C847FC}"/>
              </a:ext>
            </a:extLst>
          </p:cNvPr>
          <p:cNvCxnSpPr>
            <a:cxnSpLocks/>
          </p:cNvCxnSpPr>
          <p:nvPr/>
        </p:nvCxnSpPr>
        <p:spPr>
          <a:xfrm>
            <a:off x="3090527" y="4210493"/>
            <a:ext cx="995917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B0F0889D-0558-31A4-511D-55A7DCCD77C0}"/>
              </a:ext>
            </a:extLst>
          </p:cNvPr>
          <p:cNvCxnSpPr>
            <a:cxnSpLocks/>
          </p:cNvCxnSpPr>
          <p:nvPr/>
        </p:nvCxnSpPr>
        <p:spPr>
          <a:xfrm>
            <a:off x="4098754" y="4210493"/>
            <a:ext cx="2691906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6CCF1F83-9C68-23A6-9D10-36600408C5FE}"/>
              </a:ext>
            </a:extLst>
          </p:cNvPr>
          <p:cNvCxnSpPr>
            <a:cxnSpLocks/>
          </p:cNvCxnSpPr>
          <p:nvPr/>
        </p:nvCxnSpPr>
        <p:spPr>
          <a:xfrm>
            <a:off x="2880843" y="2923952"/>
            <a:ext cx="0" cy="995917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56A087B4-E10C-5197-C57C-116A9B05BEF3}"/>
              </a:ext>
            </a:extLst>
          </p:cNvPr>
          <p:cNvCxnSpPr>
            <a:cxnSpLocks/>
          </p:cNvCxnSpPr>
          <p:nvPr/>
        </p:nvCxnSpPr>
        <p:spPr>
          <a:xfrm>
            <a:off x="2880843" y="708837"/>
            <a:ext cx="0" cy="2215115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EC764C52-2EE1-265F-074F-828161E71444}"/>
                  </a:ext>
                </a:extLst>
              </p:cNvPr>
              <p:cNvSpPr txBox="1"/>
              <p:nvPr/>
            </p:nvSpPr>
            <p:spPr>
              <a:xfrm>
                <a:off x="3464475" y="4219959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EC764C52-2EE1-265F-074F-828161E71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475" y="4219959"/>
                <a:ext cx="221536" cy="369332"/>
              </a:xfrm>
              <a:prstGeom prst="rect">
                <a:avLst/>
              </a:prstGeom>
              <a:blipFill>
                <a:blip r:embed="rId8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7D4D1581-B3C3-EEDB-CC39-59BD2D4A4D3C}"/>
                  </a:ext>
                </a:extLst>
              </p:cNvPr>
              <p:cNvSpPr txBox="1"/>
              <p:nvPr/>
            </p:nvSpPr>
            <p:spPr>
              <a:xfrm>
                <a:off x="2382843" y="3153916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7D4D1581-B3C3-EEDB-CC39-59BD2D4A4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843" y="3153916"/>
                <a:ext cx="221536" cy="369332"/>
              </a:xfrm>
              <a:prstGeom prst="rect">
                <a:avLst/>
              </a:prstGeom>
              <a:blipFill>
                <a:blip r:embed="rId9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9D4EF092-EBFF-7919-09A7-60C338001914}"/>
                  </a:ext>
                </a:extLst>
              </p:cNvPr>
              <p:cNvSpPr txBox="1"/>
              <p:nvPr/>
            </p:nvSpPr>
            <p:spPr>
              <a:xfrm>
                <a:off x="2666925" y="3916443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9D4EF092-EBFF-7919-09A7-60C338001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25" y="3916443"/>
                <a:ext cx="267509" cy="369332"/>
              </a:xfrm>
              <a:prstGeom prst="rect">
                <a:avLst/>
              </a:prstGeom>
              <a:blipFill>
                <a:blip r:embed="rId10"/>
                <a:stretch>
                  <a:fillRect l="-25000" r="-27273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A9CD52A-380C-6E88-254B-1463C2F3E991}"/>
                  </a:ext>
                </a:extLst>
              </p:cNvPr>
              <p:cNvSpPr txBox="1"/>
              <p:nvPr/>
            </p:nvSpPr>
            <p:spPr>
              <a:xfrm>
                <a:off x="2666925" y="400611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A9CD52A-380C-6E88-254B-1463C2F3E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25" y="400611"/>
                <a:ext cx="279179" cy="369332"/>
              </a:xfrm>
              <a:prstGeom prst="rect">
                <a:avLst/>
              </a:prstGeom>
              <a:blipFill>
                <a:blip r:embed="rId11"/>
                <a:stretch>
                  <a:fillRect l="-23913" r="-2391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59FE02C-5EC1-3E2D-867E-F6B63C58F28A}"/>
                  </a:ext>
                </a:extLst>
              </p:cNvPr>
              <p:cNvSpPr txBox="1"/>
              <p:nvPr/>
            </p:nvSpPr>
            <p:spPr>
              <a:xfrm>
                <a:off x="6822616" y="3851037"/>
                <a:ext cx="266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59FE02C-5EC1-3E2D-867E-F6B63C58F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2616" y="3851037"/>
                <a:ext cx="266804" cy="369332"/>
              </a:xfrm>
              <a:prstGeom prst="rect">
                <a:avLst/>
              </a:prstGeom>
              <a:blipFill>
                <a:blip r:embed="rId12"/>
                <a:stretch>
                  <a:fillRect l="-25000" r="-2272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E7AA0B35-000B-5613-19AA-858E8F25E3AF}"/>
              </a:ext>
            </a:extLst>
          </p:cNvPr>
          <p:cNvCxnSpPr>
            <a:cxnSpLocks/>
          </p:cNvCxnSpPr>
          <p:nvPr/>
        </p:nvCxnSpPr>
        <p:spPr>
          <a:xfrm>
            <a:off x="5288891" y="1874579"/>
            <a:ext cx="1951405" cy="1648669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0259B890-1518-2422-B308-5C650F15514E}"/>
              </a:ext>
            </a:extLst>
          </p:cNvPr>
          <p:cNvCxnSpPr>
            <a:cxnSpLocks/>
          </p:cNvCxnSpPr>
          <p:nvPr/>
        </p:nvCxnSpPr>
        <p:spPr>
          <a:xfrm>
            <a:off x="3464475" y="303107"/>
            <a:ext cx="1815562" cy="1572671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4BB839CB-936E-1A74-899B-38D30F47F8F6}"/>
                  </a:ext>
                </a:extLst>
              </p:cNvPr>
              <p:cNvSpPr txBox="1"/>
              <p:nvPr/>
            </p:nvSpPr>
            <p:spPr>
              <a:xfrm>
                <a:off x="6351013" y="2274994"/>
                <a:ext cx="7384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4BB839CB-936E-1A74-899B-38D30F47F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013" y="2274994"/>
                <a:ext cx="738407" cy="369332"/>
              </a:xfrm>
              <a:prstGeom prst="rect">
                <a:avLst/>
              </a:prstGeom>
              <a:blipFill>
                <a:blip r:embed="rId13"/>
                <a:stretch>
                  <a:fillRect l="-5785" r="-41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F2AE39A3-508E-7D75-F83B-66FE3D937205}"/>
                  </a:ext>
                </a:extLst>
              </p:cNvPr>
              <p:cNvSpPr txBox="1"/>
              <p:nvPr/>
            </p:nvSpPr>
            <p:spPr>
              <a:xfrm>
                <a:off x="4410142" y="567896"/>
                <a:ext cx="7610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F2AE39A3-508E-7D75-F83B-66FE3D937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142" y="567896"/>
                <a:ext cx="761042" cy="369332"/>
              </a:xfrm>
              <a:prstGeom prst="rect">
                <a:avLst/>
              </a:prstGeom>
              <a:blipFill>
                <a:blip r:embed="rId14"/>
                <a:stretch>
                  <a:fillRect l="-9600" r="-4800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1037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5000"/>
    </mc:Choice>
    <mc:Fallback>
      <p:transition spd="slow" advClick="0" advTm="7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7382A-C448-ACB9-044B-8630CCC13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294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DEEE2-A0F1-D618-EFBA-5446E07DB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7FCA9A81-1A59-FD21-74B4-AA3C73AC17EB}"/>
              </a:ext>
            </a:extLst>
          </p:cNvPr>
          <p:cNvGrpSpPr/>
          <p:nvPr/>
        </p:nvGrpSpPr>
        <p:grpSpPr>
          <a:xfrm>
            <a:off x="1317657" y="962237"/>
            <a:ext cx="3657600" cy="3211032"/>
            <a:chOff x="1247553" y="708837"/>
            <a:chExt cx="3657600" cy="3211032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7C6FB133-D771-3FB4-1813-002A160C25B1}"/>
                </a:ext>
              </a:extLst>
            </p:cNvPr>
            <p:cNvCxnSpPr/>
            <p:nvPr/>
          </p:nvCxnSpPr>
          <p:spPr>
            <a:xfrm>
              <a:off x="1247553" y="708837"/>
              <a:ext cx="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CCC852C2-FC15-E6D6-2E22-8F5C293BFE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7553" y="3919869"/>
              <a:ext cx="3657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080A1CAC-1177-55D4-27DC-E814070FB9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7553" y="708837"/>
              <a:ext cx="365760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976CFA20-2256-ABD1-37EB-C6AEBF607C4C}"/>
              </a:ext>
            </a:extLst>
          </p:cNvPr>
          <p:cNvSpPr/>
          <p:nvPr/>
        </p:nvSpPr>
        <p:spPr>
          <a:xfrm>
            <a:off x="1317656" y="3960620"/>
            <a:ext cx="212649" cy="2126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104E10D-C04F-35D8-C5FA-0364512C7AF0}"/>
              </a:ext>
            </a:extLst>
          </p:cNvPr>
          <p:cNvSpPr/>
          <p:nvPr/>
        </p:nvSpPr>
        <p:spPr>
          <a:xfrm>
            <a:off x="1331831" y="2181436"/>
            <a:ext cx="1991833" cy="1991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4E586925-0D8C-7DAA-9EB9-EBE407C73D14}"/>
              </a:ext>
            </a:extLst>
          </p:cNvPr>
          <p:cNvCxnSpPr>
            <a:cxnSpLocks/>
            <a:endCxn id="3" idx="7"/>
          </p:cNvCxnSpPr>
          <p:nvPr/>
        </p:nvCxnSpPr>
        <p:spPr>
          <a:xfrm flipV="1">
            <a:off x="2327747" y="2473133"/>
            <a:ext cx="704220" cy="7215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AAEB760C-5B59-7823-4EDA-0BE2F161EA58}"/>
                  </a:ext>
                </a:extLst>
              </p:cNvPr>
              <p:cNvSpPr txBox="1"/>
              <p:nvPr/>
            </p:nvSpPr>
            <p:spPr>
              <a:xfrm>
                <a:off x="2409828" y="2455818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AAEB760C-5B59-7823-4EDA-0BE2F161E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9828" y="2455818"/>
                <a:ext cx="221536" cy="369332"/>
              </a:xfrm>
              <a:prstGeom prst="rect">
                <a:avLst/>
              </a:prstGeom>
              <a:blipFill>
                <a:blip r:embed="rId2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5D2594D1-ABB0-C7C9-EF52-4E4B2D17A3BA}"/>
                  </a:ext>
                </a:extLst>
              </p:cNvPr>
              <p:cNvSpPr txBox="1"/>
              <p:nvPr/>
            </p:nvSpPr>
            <p:spPr>
              <a:xfrm>
                <a:off x="3053839" y="2150599"/>
                <a:ext cx="2479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5D2594D1-ABB0-C7C9-EF52-4E4B2D17A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839" y="2150599"/>
                <a:ext cx="247952" cy="369332"/>
              </a:xfrm>
              <a:prstGeom prst="rect">
                <a:avLst/>
              </a:prstGeom>
              <a:blipFill>
                <a:blip r:embed="rId3"/>
                <a:stretch>
                  <a:fillRect l="-17073" r="-121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E706CD04-3713-8FA9-B058-5CDAD5EE2D6B}"/>
                  </a:ext>
                </a:extLst>
              </p:cNvPr>
              <p:cNvSpPr txBox="1"/>
              <p:nvPr/>
            </p:nvSpPr>
            <p:spPr>
              <a:xfrm>
                <a:off x="176094" y="1812104"/>
                <a:ext cx="7610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E706CD04-3713-8FA9-B058-5CDAD5EE2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94" y="1812104"/>
                <a:ext cx="761042" cy="369332"/>
              </a:xfrm>
              <a:prstGeom prst="rect">
                <a:avLst/>
              </a:prstGeom>
              <a:blipFill>
                <a:blip r:embed="rId4"/>
                <a:stretch>
                  <a:fillRect l="-9600" r="-4000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550B556D-6B25-1263-C9D1-6CCCA74717F6}"/>
                  </a:ext>
                </a:extLst>
              </p:cNvPr>
              <p:cNvSpPr txBox="1"/>
              <p:nvPr/>
            </p:nvSpPr>
            <p:spPr>
              <a:xfrm>
                <a:off x="3435148" y="4473769"/>
                <a:ext cx="7384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550B556D-6B25-1263-C9D1-6CCCA7471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148" y="4473769"/>
                <a:ext cx="738407" cy="369332"/>
              </a:xfrm>
              <a:prstGeom prst="rect">
                <a:avLst/>
              </a:prstGeom>
              <a:blipFill>
                <a:blip r:embed="rId5"/>
                <a:stretch>
                  <a:fillRect l="-5785" r="-41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4301A61A-C37C-EAA1-A925-8DB8F78740B0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1331831" y="3177353"/>
            <a:ext cx="969433" cy="1731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2CDC3FFF-933A-1258-D018-5577B084B665}"/>
              </a:ext>
            </a:extLst>
          </p:cNvPr>
          <p:cNvCxnSpPr>
            <a:cxnSpLocks/>
            <a:endCxn id="3" idx="4"/>
          </p:cNvCxnSpPr>
          <p:nvPr/>
        </p:nvCxnSpPr>
        <p:spPr>
          <a:xfrm>
            <a:off x="2315437" y="3224305"/>
            <a:ext cx="12311" cy="9489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777F0C41-3C72-4E5E-B69C-B0BED6B8812F}"/>
                  </a:ext>
                </a:extLst>
              </p:cNvPr>
              <p:cNvSpPr txBox="1"/>
              <p:nvPr/>
            </p:nvSpPr>
            <p:spPr>
              <a:xfrm>
                <a:off x="1647939" y="2816678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777F0C41-3C72-4E5E-B69C-B0BED6B88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939" y="2816678"/>
                <a:ext cx="221536" cy="369332"/>
              </a:xfrm>
              <a:prstGeom prst="rect">
                <a:avLst/>
              </a:prstGeom>
              <a:blipFill>
                <a:blip r:embed="rId6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E1333484-22C5-E638-D068-2F1A669F11FE}"/>
                  </a:ext>
                </a:extLst>
              </p:cNvPr>
              <p:cNvSpPr txBox="1"/>
              <p:nvPr/>
            </p:nvSpPr>
            <p:spPr>
              <a:xfrm>
                <a:off x="2341921" y="3407316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E1333484-22C5-E638-D068-2F1A669F1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921" y="3407316"/>
                <a:ext cx="221536" cy="369332"/>
              </a:xfrm>
              <a:prstGeom prst="rect">
                <a:avLst/>
              </a:prstGeom>
              <a:blipFill>
                <a:blip r:embed="rId7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81B37B04-3C1C-73B9-365D-13A274F33203}"/>
              </a:ext>
            </a:extLst>
          </p:cNvPr>
          <p:cNvCxnSpPr>
            <a:cxnSpLocks/>
          </p:cNvCxnSpPr>
          <p:nvPr/>
        </p:nvCxnSpPr>
        <p:spPr>
          <a:xfrm>
            <a:off x="1331831" y="4463893"/>
            <a:ext cx="995917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BFFB2D69-69EA-1C8D-1028-1A4A650E13A9}"/>
              </a:ext>
            </a:extLst>
          </p:cNvPr>
          <p:cNvCxnSpPr>
            <a:cxnSpLocks/>
          </p:cNvCxnSpPr>
          <p:nvPr/>
        </p:nvCxnSpPr>
        <p:spPr>
          <a:xfrm>
            <a:off x="2340058" y="4463893"/>
            <a:ext cx="2691906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134542C1-47DB-83FA-F5DF-0985AE4CFD5A}"/>
              </a:ext>
            </a:extLst>
          </p:cNvPr>
          <p:cNvCxnSpPr>
            <a:cxnSpLocks/>
          </p:cNvCxnSpPr>
          <p:nvPr/>
        </p:nvCxnSpPr>
        <p:spPr>
          <a:xfrm>
            <a:off x="1122147" y="3177352"/>
            <a:ext cx="0" cy="995917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040ACB1E-4922-1D81-6EE2-210C621EE178}"/>
              </a:ext>
            </a:extLst>
          </p:cNvPr>
          <p:cNvCxnSpPr>
            <a:cxnSpLocks/>
          </p:cNvCxnSpPr>
          <p:nvPr/>
        </p:nvCxnSpPr>
        <p:spPr>
          <a:xfrm>
            <a:off x="1122147" y="962237"/>
            <a:ext cx="0" cy="2215115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82A2E888-0641-F577-0C5C-226AEC1E97C3}"/>
                  </a:ext>
                </a:extLst>
              </p:cNvPr>
              <p:cNvSpPr txBox="1"/>
              <p:nvPr/>
            </p:nvSpPr>
            <p:spPr>
              <a:xfrm>
                <a:off x="1705779" y="4473359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82A2E888-0641-F577-0C5C-226AEC1E9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779" y="4473359"/>
                <a:ext cx="221536" cy="369332"/>
              </a:xfrm>
              <a:prstGeom prst="rect">
                <a:avLst/>
              </a:prstGeom>
              <a:blipFill>
                <a:blip r:embed="rId8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DB875681-9333-1089-0ABD-3E48A4BC2AA2}"/>
                  </a:ext>
                </a:extLst>
              </p:cNvPr>
              <p:cNvSpPr txBox="1"/>
              <p:nvPr/>
            </p:nvSpPr>
            <p:spPr>
              <a:xfrm>
                <a:off x="624147" y="3407316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DB875681-9333-1089-0ABD-3E48A4BC2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47" y="3407316"/>
                <a:ext cx="221536" cy="369332"/>
              </a:xfrm>
              <a:prstGeom prst="rect">
                <a:avLst/>
              </a:prstGeom>
              <a:blipFill>
                <a:blip r:embed="rId9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5BDD6630-B967-5142-47C0-BDF675FCE21B}"/>
                  </a:ext>
                </a:extLst>
              </p:cNvPr>
              <p:cNvSpPr txBox="1"/>
              <p:nvPr/>
            </p:nvSpPr>
            <p:spPr>
              <a:xfrm>
                <a:off x="908229" y="4169843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5BDD6630-B967-5142-47C0-BDF675FCE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229" y="4169843"/>
                <a:ext cx="267509" cy="369332"/>
              </a:xfrm>
              <a:prstGeom prst="rect">
                <a:avLst/>
              </a:prstGeom>
              <a:blipFill>
                <a:blip r:embed="rId10"/>
                <a:stretch>
                  <a:fillRect l="-27273" r="-25000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B21EDE3-93AB-3661-576A-9CEF2E32E9DB}"/>
                  </a:ext>
                </a:extLst>
              </p:cNvPr>
              <p:cNvSpPr txBox="1"/>
              <p:nvPr/>
            </p:nvSpPr>
            <p:spPr>
              <a:xfrm>
                <a:off x="908229" y="654011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B21EDE3-93AB-3661-576A-9CEF2E32E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229" y="654011"/>
                <a:ext cx="279179" cy="369332"/>
              </a:xfrm>
              <a:prstGeom prst="rect">
                <a:avLst/>
              </a:prstGeom>
              <a:blipFill>
                <a:blip r:embed="rId11"/>
                <a:stretch>
                  <a:fillRect l="-26087" r="-21739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1A95634-ADDF-BD96-854B-7D2005A0CE34}"/>
                  </a:ext>
                </a:extLst>
              </p:cNvPr>
              <p:cNvSpPr txBox="1"/>
              <p:nvPr/>
            </p:nvSpPr>
            <p:spPr>
              <a:xfrm>
                <a:off x="5063920" y="4104437"/>
                <a:ext cx="266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1A95634-ADDF-BD96-854B-7D2005A0C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920" y="4104437"/>
                <a:ext cx="266804" cy="369332"/>
              </a:xfrm>
              <a:prstGeom prst="rect">
                <a:avLst/>
              </a:prstGeom>
              <a:blipFill>
                <a:blip r:embed="rId12"/>
                <a:stretch>
                  <a:fillRect l="-27907" r="-23256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7A2F3D3-3840-8F61-591A-7E8AA00FA405}"/>
              </a:ext>
            </a:extLst>
          </p:cNvPr>
          <p:cNvCxnSpPr>
            <a:cxnSpLocks/>
          </p:cNvCxnSpPr>
          <p:nvPr/>
        </p:nvCxnSpPr>
        <p:spPr>
          <a:xfrm>
            <a:off x="3530195" y="2127979"/>
            <a:ext cx="1951405" cy="1648669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B988F546-2FDD-FC72-693F-EB1BC7617C4C}"/>
              </a:ext>
            </a:extLst>
          </p:cNvPr>
          <p:cNvCxnSpPr>
            <a:cxnSpLocks/>
          </p:cNvCxnSpPr>
          <p:nvPr/>
        </p:nvCxnSpPr>
        <p:spPr>
          <a:xfrm>
            <a:off x="1705779" y="556507"/>
            <a:ext cx="1815562" cy="1572671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952A4A84-D9BF-0850-E9EA-155FEE064B8F}"/>
                  </a:ext>
                </a:extLst>
              </p:cNvPr>
              <p:cNvSpPr txBox="1"/>
              <p:nvPr/>
            </p:nvSpPr>
            <p:spPr>
              <a:xfrm>
                <a:off x="4592317" y="2528394"/>
                <a:ext cx="7384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952A4A84-D9BF-0850-E9EA-155FEE064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317" y="2528394"/>
                <a:ext cx="738407" cy="369332"/>
              </a:xfrm>
              <a:prstGeom prst="rect">
                <a:avLst/>
              </a:prstGeom>
              <a:blipFill>
                <a:blip r:embed="rId13"/>
                <a:stretch>
                  <a:fillRect l="-4959" r="-49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BC7FD5EE-3B7D-61F8-E3D9-551A0A69688B}"/>
                  </a:ext>
                </a:extLst>
              </p:cNvPr>
              <p:cNvSpPr txBox="1"/>
              <p:nvPr/>
            </p:nvSpPr>
            <p:spPr>
              <a:xfrm>
                <a:off x="2651446" y="821296"/>
                <a:ext cx="7610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BC7FD5EE-3B7D-61F8-E3D9-551A0A696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446" y="821296"/>
                <a:ext cx="761042" cy="369332"/>
              </a:xfrm>
              <a:prstGeom prst="rect">
                <a:avLst/>
              </a:prstGeom>
              <a:blipFill>
                <a:blip r:embed="rId14"/>
                <a:stretch>
                  <a:fillRect l="-9600" r="-4000"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F6CD8C87-BC67-0413-31AA-D5B41FB7DBF3}"/>
                  </a:ext>
                </a:extLst>
              </p:cNvPr>
              <p:cNvSpPr txBox="1"/>
              <p:nvPr/>
            </p:nvSpPr>
            <p:spPr>
              <a:xfrm>
                <a:off x="5976438" y="1092571"/>
                <a:ext cx="28160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pt-BR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  <m:r>
                        <a:rPr lang="pt-BR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m:rPr>
                          <m:sty m:val="p"/>
                        </m:rPr>
                        <a:rPr lang="pt-BR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pt-BR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pt-BR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pt-BR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F6CD8C87-BC67-0413-31AA-D5B41FB7D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438" y="1092571"/>
                <a:ext cx="2816092" cy="369332"/>
              </a:xfrm>
              <a:prstGeom prst="rect">
                <a:avLst/>
              </a:prstGeom>
              <a:blipFill>
                <a:blip r:embed="rId15"/>
                <a:stretch>
                  <a:fillRect l="-866" r="-3680"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0F9F179-2B54-4EFE-534A-CB54FA3B0870}"/>
                  </a:ext>
                </a:extLst>
              </p:cNvPr>
              <p:cNvSpPr txBox="1"/>
              <p:nvPr/>
            </p:nvSpPr>
            <p:spPr>
              <a:xfrm>
                <a:off x="6543722" y="2069794"/>
                <a:ext cx="2208682" cy="698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0F9F179-2B54-4EFE-534A-CB54FA3B0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722" y="2069794"/>
                <a:ext cx="2208682" cy="69884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ângulo 15">
            <a:extLst>
              <a:ext uri="{FF2B5EF4-FFF2-40B4-BE49-F238E27FC236}">
                <a16:creationId xmlns:a16="http://schemas.microsoft.com/office/drawing/2014/main" id="{B5D01D80-5F42-92CE-7090-3266827BFFD2}"/>
              </a:ext>
            </a:extLst>
          </p:cNvPr>
          <p:cNvSpPr/>
          <p:nvPr/>
        </p:nvSpPr>
        <p:spPr>
          <a:xfrm>
            <a:off x="6400800" y="1913860"/>
            <a:ext cx="2567106" cy="98386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0993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1000"/>
    </mc:Choice>
    <mc:Fallback>
      <p:transition spd="slow" advClick="0" advTm="51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222D-DD7B-EACC-BA4B-AB350B873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09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C6522-0F3F-BB6E-9E35-A09D19D3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9B5344DA-8C7D-A42F-FB7B-0EE0A6BAEE70}"/>
              </a:ext>
            </a:extLst>
          </p:cNvPr>
          <p:cNvGrpSpPr/>
          <p:nvPr/>
        </p:nvGrpSpPr>
        <p:grpSpPr>
          <a:xfrm>
            <a:off x="3076353" y="400611"/>
            <a:ext cx="3657600" cy="3211032"/>
            <a:chOff x="1247553" y="708837"/>
            <a:chExt cx="3657600" cy="3211032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CE958FD4-1DB5-AFC5-EFC4-8DC13A895FFD}"/>
                </a:ext>
              </a:extLst>
            </p:cNvPr>
            <p:cNvCxnSpPr/>
            <p:nvPr/>
          </p:nvCxnSpPr>
          <p:spPr>
            <a:xfrm>
              <a:off x="1247553" y="708837"/>
              <a:ext cx="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90FC65EC-2A6E-F4C9-0AC1-98384D517F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7553" y="3919869"/>
              <a:ext cx="3657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91FEC38F-FA0F-0B06-1CA6-03604D9BE9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7553" y="708837"/>
              <a:ext cx="365760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2F3357C9-CC1A-0BBF-C642-292A0222DF38}"/>
              </a:ext>
            </a:extLst>
          </p:cNvPr>
          <p:cNvSpPr/>
          <p:nvPr/>
        </p:nvSpPr>
        <p:spPr>
          <a:xfrm>
            <a:off x="3076352" y="3398994"/>
            <a:ext cx="212649" cy="2126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59894285-FC74-122E-09ED-E1EB77027790}"/>
              </a:ext>
            </a:extLst>
          </p:cNvPr>
          <p:cNvSpPr/>
          <p:nvPr/>
        </p:nvSpPr>
        <p:spPr>
          <a:xfrm>
            <a:off x="3090527" y="1619810"/>
            <a:ext cx="1991833" cy="1991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CED3C414-70B7-E522-BD2B-CFCC9AAF6F8A}"/>
              </a:ext>
            </a:extLst>
          </p:cNvPr>
          <p:cNvCxnSpPr>
            <a:cxnSpLocks/>
            <a:endCxn id="3" idx="7"/>
          </p:cNvCxnSpPr>
          <p:nvPr/>
        </p:nvCxnSpPr>
        <p:spPr>
          <a:xfrm flipV="1">
            <a:off x="4086443" y="1911507"/>
            <a:ext cx="704220" cy="7215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F1436D50-E22D-F7C5-B73A-EB4CFA84DAA3}"/>
                  </a:ext>
                </a:extLst>
              </p:cNvPr>
              <p:cNvSpPr txBox="1"/>
              <p:nvPr/>
            </p:nvSpPr>
            <p:spPr>
              <a:xfrm>
                <a:off x="4168524" y="1894192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F1436D50-E22D-F7C5-B73A-EB4CFA84D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524" y="1894192"/>
                <a:ext cx="221536" cy="369332"/>
              </a:xfrm>
              <a:prstGeom prst="rect">
                <a:avLst/>
              </a:prstGeom>
              <a:blipFill>
                <a:blip r:embed="rId2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4E0A29B6-BC13-9717-99BC-CEE7746AE261}"/>
                  </a:ext>
                </a:extLst>
              </p:cNvPr>
              <p:cNvSpPr txBox="1"/>
              <p:nvPr/>
            </p:nvSpPr>
            <p:spPr>
              <a:xfrm>
                <a:off x="5069868" y="1542175"/>
                <a:ext cx="2479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4E0A29B6-BC13-9717-99BC-CEE7746AE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868" y="1542175"/>
                <a:ext cx="247952" cy="369332"/>
              </a:xfrm>
              <a:prstGeom prst="rect">
                <a:avLst/>
              </a:prstGeom>
              <a:blipFill>
                <a:blip r:embed="rId3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7BB3A90-96E2-6BD1-E559-4307397EF51D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3090527" y="2615727"/>
            <a:ext cx="969433" cy="1731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296C5A5-4629-FA15-3ECA-6A23A9975455}"/>
              </a:ext>
            </a:extLst>
          </p:cNvPr>
          <p:cNvCxnSpPr>
            <a:cxnSpLocks/>
            <a:endCxn id="3" idx="4"/>
          </p:cNvCxnSpPr>
          <p:nvPr/>
        </p:nvCxnSpPr>
        <p:spPr>
          <a:xfrm>
            <a:off x="4074133" y="2662679"/>
            <a:ext cx="12311" cy="9489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A026358C-C7AA-1333-1FE0-CF9DBD083646}"/>
                  </a:ext>
                </a:extLst>
              </p:cNvPr>
              <p:cNvSpPr txBox="1"/>
              <p:nvPr/>
            </p:nvSpPr>
            <p:spPr>
              <a:xfrm>
                <a:off x="3406635" y="2255052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A026358C-C7AA-1333-1FE0-CF9DBD083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635" y="2255052"/>
                <a:ext cx="221536" cy="369332"/>
              </a:xfrm>
              <a:prstGeom prst="rect">
                <a:avLst/>
              </a:prstGeom>
              <a:blipFill>
                <a:blip r:embed="rId4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B477B1F6-B94E-6D76-57D7-ED98BB2387C5}"/>
                  </a:ext>
                </a:extLst>
              </p:cNvPr>
              <p:cNvSpPr txBox="1"/>
              <p:nvPr/>
            </p:nvSpPr>
            <p:spPr>
              <a:xfrm>
                <a:off x="4100617" y="2845690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B477B1F6-B94E-6D76-57D7-ED98BB238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617" y="2845690"/>
                <a:ext cx="221536" cy="369332"/>
              </a:xfrm>
              <a:prstGeom prst="rect">
                <a:avLst/>
              </a:prstGeom>
              <a:blipFill>
                <a:blip r:embed="rId5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B1E656DA-9309-6FD7-3FD0-FD6D71992A28}"/>
                  </a:ext>
                </a:extLst>
              </p:cNvPr>
              <p:cNvSpPr txBox="1"/>
              <p:nvPr/>
            </p:nvSpPr>
            <p:spPr>
              <a:xfrm>
                <a:off x="2666925" y="3608217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B1E656DA-9309-6FD7-3FD0-FD6D71992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25" y="3608217"/>
                <a:ext cx="267509" cy="369332"/>
              </a:xfrm>
              <a:prstGeom prst="rect">
                <a:avLst/>
              </a:prstGeom>
              <a:blipFill>
                <a:blip r:embed="rId6"/>
                <a:stretch>
                  <a:fillRect l="-25000" r="-2727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06E60841-6E3B-63D1-E6CE-D54045DED0C9}"/>
                  </a:ext>
                </a:extLst>
              </p:cNvPr>
              <p:cNvSpPr txBox="1"/>
              <p:nvPr/>
            </p:nvSpPr>
            <p:spPr>
              <a:xfrm>
                <a:off x="2666925" y="92385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06E60841-6E3B-63D1-E6CE-D54045DED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25" y="92385"/>
                <a:ext cx="279179" cy="369332"/>
              </a:xfrm>
              <a:prstGeom prst="rect">
                <a:avLst/>
              </a:prstGeom>
              <a:blipFill>
                <a:blip r:embed="rId7"/>
                <a:stretch>
                  <a:fillRect l="-23913" r="-23913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7A0CEC2E-8EBC-1BA1-7262-FA58A03D4B6A}"/>
                  </a:ext>
                </a:extLst>
              </p:cNvPr>
              <p:cNvSpPr txBox="1"/>
              <p:nvPr/>
            </p:nvSpPr>
            <p:spPr>
              <a:xfrm>
                <a:off x="6820711" y="3423551"/>
                <a:ext cx="266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7A0CEC2E-8EBC-1BA1-7262-FA58A03D4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711" y="3423551"/>
                <a:ext cx="266804" cy="369332"/>
              </a:xfrm>
              <a:prstGeom prst="rect">
                <a:avLst/>
              </a:prstGeom>
              <a:blipFill>
                <a:blip r:embed="rId8"/>
                <a:stretch>
                  <a:fillRect l="-27273" r="-20455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0248BD24-6153-91BA-1C48-A6B3DB870DA0}"/>
                  </a:ext>
                </a:extLst>
              </p:cNvPr>
              <p:cNvSpPr txBox="1"/>
              <p:nvPr/>
            </p:nvSpPr>
            <p:spPr>
              <a:xfrm>
                <a:off x="2542282" y="1894192"/>
                <a:ext cx="2423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0248BD24-6153-91BA-1C48-A6B3DB870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282" y="1894192"/>
                <a:ext cx="242374" cy="369332"/>
              </a:xfrm>
              <a:prstGeom prst="rect">
                <a:avLst/>
              </a:prstGeom>
              <a:blipFill>
                <a:blip r:embed="rId9"/>
                <a:stretch>
                  <a:fillRect l="-30000" r="-27500"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4E90D82A-A020-6536-F94A-70CEE90B13FF}"/>
                  </a:ext>
                </a:extLst>
              </p:cNvPr>
              <p:cNvSpPr txBox="1"/>
              <p:nvPr/>
            </p:nvSpPr>
            <p:spPr>
              <a:xfrm>
                <a:off x="4546543" y="3757105"/>
                <a:ext cx="2197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4E90D82A-A020-6536-F94A-70CEE90B1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543" y="3757105"/>
                <a:ext cx="219740" cy="369332"/>
              </a:xfrm>
              <a:prstGeom prst="rect">
                <a:avLst/>
              </a:prstGeom>
              <a:blipFill>
                <a:blip r:embed="rId10"/>
                <a:stretch>
                  <a:fillRect l="-19444" r="-13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FA0B1A8-2148-1D64-B09E-5F777F358645}"/>
                  </a:ext>
                </a:extLst>
              </p:cNvPr>
              <p:cNvSpPr txBox="1"/>
              <p:nvPr/>
            </p:nvSpPr>
            <p:spPr>
              <a:xfrm>
                <a:off x="4059960" y="2540422"/>
                <a:ext cx="2848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FA0B1A8-2148-1D64-B09E-5F777F358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960" y="2540422"/>
                <a:ext cx="284822" cy="369332"/>
              </a:xfrm>
              <a:prstGeom prst="rect">
                <a:avLst/>
              </a:prstGeom>
              <a:blipFill>
                <a:blip r:embed="rId11"/>
                <a:stretch>
                  <a:fillRect l="-23404" r="-23404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0574A2B-E154-30CC-C0D5-97A50E872D6D}"/>
              </a:ext>
            </a:extLst>
          </p:cNvPr>
          <p:cNvCxnSpPr>
            <a:cxnSpLocks/>
          </p:cNvCxnSpPr>
          <p:nvPr/>
        </p:nvCxnSpPr>
        <p:spPr>
          <a:xfrm>
            <a:off x="4051504" y="2624384"/>
            <a:ext cx="2682449" cy="9872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60E84BA7-C0A4-DE32-51C9-925ADD6AF8E0}"/>
              </a:ext>
            </a:extLst>
          </p:cNvPr>
          <p:cNvCxnSpPr>
            <a:cxnSpLocks/>
          </p:cNvCxnSpPr>
          <p:nvPr/>
        </p:nvCxnSpPr>
        <p:spPr>
          <a:xfrm>
            <a:off x="3107517" y="438946"/>
            <a:ext cx="966616" cy="21767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AC49BB6D-B17C-E214-B9B5-FBE686D96D76}"/>
              </a:ext>
            </a:extLst>
          </p:cNvPr>
          <p:cNvCxnSpPr>
            <a:cxnSpLocks/>
          </p:cNvCxnSpPr>
          <p:nvPr/>
        </p:nvCxnSpPr>
        <p:spPr>
          <a:xfrm flipV="1">
            <a:off x="3053724" y="2633041"/>
            <a:ext cx="1013323" cy="9959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1A92F7E7-9029-5414-3059-78624EFA19D6}"/>
                  </a:ext>
                </a:extLst>
              </p:cNvPr>
              <p:cNvSpPr txBox="1"/>
              <p:nvPr/>
            </p:nvSpPr>
            <p:spPr>
              <a:xfrm>
                <a:off x="1745436" y="4440208"/>
                <a:ext cx="651251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𝐴𝐵𝐶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1A92F7E7-9029-5414-3059-78624EFA1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436" y="4440208"/>
                <a:ext cx="6512517" cy="369332"/>
              </a:xfrm>
              <a:prstGeom prst="rect">
                <a:avLst/>
              </a:prstGeom>
              <a:blipFill>
                <a:blip r:embed="rId12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tângulo 31">
            <a:extLst>
              <a:ext uri="{FF2B5EF4-FFF2-40B4-BE49-F238E27FC236}">
                <a16:creationId xmlns:a16="http://schemas.microsoft.com/office/drawing/2014/main" id="{DD949460-E439-46ED-0B95-6C477FFB7686}"/>
              </a:ext>
            </a:extLst>
          </p:cNvPr>
          <p:cNvSpPr/>
          <p:nvPr/>
        </p:nvSpPr>
        <p:spPr>
          <a:xfrm>
            <a:off x="2688190" y="4394910"/>
            <a:ext cx="4710374" cy="57874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9316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2000"/>
    </mc:Choice>
    <mc:Fallback>
      <p:transition spd="slow" advClick="0" advTm="4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3B853-CB0E-5E90-C87F-D959C592D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19F41-66FB-C341-394C-A6C9F9544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62859EB2-8753-6441-BB61-36359160B2AF}"/>
              </a:ext>
            </a:extLst>
          </p:cNvPr>
          <p:cNvGrpSpPr/>
          <p:nvPr/>
        </p:nvGrpSpPr>
        <p:grpSpPr>
          <a:xfrm>
            <a:off x="1320356" y="400611"/>
            <a:ext cx="3657600" cy="3211032"/>
            <a:chOff x="1247553" y="708837"/>
            <a:chExt cx="3657600" cy="3211032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166BAB12-F3AB-2DB6-267A-184DC5841285}"/>
                </a:ext>
              </a:extLst>
            </p:cNvPr>
            <p:cNvCxnSpPr/>
            <p:nvPr/>
          </p:nvCxnSpPr>
          <p:spPr>
            <a:xfrm>
              <a:off x="1247553" y="708837"/>
              <a:ext cx="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9CE1DE24-DD46-5B41-207A-0371C67F4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7553" y="3919869"/>
              <a:ext cx="3657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618EDB6F-6A7A-2884-5A48-B4186D869F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7553" y="708837"/>
              <a:ext cx="3657600" cy="3211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5D7E0E90-8B7C-18C2-3B03-609C6735135D}"/>
              </a:ext>
            </a:extLst>
          </p:cNvPr>
          <p:cNvSpPr/>
          <p:nvPr/>
        </p:nvSpPr>
        <p:spPr>
          <a:xfrm>
            <a:off x="1320355" y="3398994"/>
            <a:ext cx="212649" cy="2126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59DDFD16-1AFC-074D-5D08-7AF2635304A9}"/>
              </a:ext>
            </a:extLst>
          </p:cNvPr>
          <p:cNvSpPr/>
          <p:nvPr/>
        </p:nvSpPr>
        <p:spPr>
          <a:xfrm>
            <a:off x="1334530" y="1619810"/>
            <a:ext cx="1991833" cy="1991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A91D2B0F-48A4-128B-A570-FD44752D7E81}"/>
              </a:ext>
            </a:extLst>
          </p:cNvPr>
          <p:cNvCxnSpPr>
            <a:cxnSpLocks/>
            <a:endCxn id="3" idx="7"/>
          </p:cNvCxnSpPr>
          <p:nvPr/>
        </p:nvCxnSpPr>
        <p:spPr>
          <a:xfrm flipV="1">
            <a:off x="2330446" y="1911507"/>
            <a:ext cx="704220" cy="7215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2BD2EAD9-4BB0-0719-D979-8456331F2FBA}"/>
                  </a:ext>
                </a:extLst>
              </p:cNvPr>
              <p:cNvSpPr txBox="1"/>
              <p:nvPr/>
            </p:nvSpPr>
            <p:spPr>
              <a:xfrm>
                <a:off x="2412527" y="1894192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2BD2EAD9-4BB0-0719-D979-8456331F2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527" y="1894192"/>
                <a:ext cx="221536" cy="369332"/>
              </a:xfrm>
              <a:prstGeom prst="rect">
                <a:avLst/>
              </a:prstGeom>
              <a:blipFill>
                <a:blip r:embed="rId2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1B81B19B-FF6A-56E4-3881-8B7D0C9BE2FE}"/>
                  </a:ext>
                </a:extLst>
              </p:cNvPr>
              <p:cNvSpPr txBox="1"/>
              <p:nvPr/>
            </p:nvSpPr>
            <p:spPr>
              <a:xfrm>
                <a:off x="3313871" y="1542175"/>
                <a:ext cx="24795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1B81B19B-FF6A-56E4-3881-8B7D0C9BE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871" y="1542175"/>
                <a:ext cx="247952" cy="369332"/>
              </a:xfrm>
              <a:prstGeom prst="rect">
                <a:avLst/>
              </a:prstGeom>
              <a:blipFill>
                <a:blip r:embed="rId3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9034C88-7EE4-A4DE-212E-6AB821990956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1334530" y="2615727"/>
            <a:ext cx="969433" cy="1731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53BB290E-CA63-0C58-10DB-2CE6062D722B}"/>
              </a:ext>
            </a:extLst>
          </p:cNvPr>
          <p:cNvCxnSpPr>
            <a:cxnSpLocks/>
            <a:endCxn id="3" idx="4"/>
          </p:cNvCxnSpPr>
          <p:nvPr/>
        </p:nvCxnSpPr>
        <p:spPr>
          <a:xfrm>
            <a:off x="2318136" y="2662679"/>
            <a:ext cx="12311" cy="9489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E9A113F7-3A81-1125-2993-F4F779BCB301}"/>
                  </a:ext>
                </a:extLst>
              </p:cNvPr>
              <p:cNvSpPr txBox="1"/>
              <p:nvPr/>
            </p:nvSpPr>
            <p:spPr>
              <a:xfrm>
                <a:off x="1650638" y="2255052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E9A113F7-3A81-1125-2993-F4F779BCB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638" y="2255052"/>
                <a:ext cx="221536" cy="369332"/>
              </a:xfrm>
              <a:prstGeom prst="rect">
                <a:avLst/>
              </a:prstGeom>
              <a:blipFill>
                <a:blip r:embed="rId4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A576996C-4E4D-7EDF-4879-B43956E67087}"/>
                  </a:ext>
                </a:extLst>
              </p:cNvPr>
              <p:cNvSpPr txBox="1"/>
              <p:nvPr/>
            </p:nvSpPr>
            <p:spPr>
              <a:xfrm>
                <a:off x="2344620" y="2845690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A576996C-4E4D-7EDF-4879-B43956E67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620" y="2845690"/>
                <a:ext cx="221536" cy="369332"/>
              </a:xfrm>
              <a:prstGeom prst="rect">
                <a:avLst/>
              </a:prstGeom>
              <a:blipFill>
                <a:blip r:embed="rId5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20D9C240-AB24-F2DD-1196-9B83871FEA92}"/>
                  </a:ext>
                </a:extLst>
              </p:cNvPr>
              <p:cNvSpPr txBox="1"/>
              <p:nvPr/>
            </p:nvSpPr>
            <p:spPr>
              <a:xfrm>
                <a:off x="910928" y="3608217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20D9C240-AB24-F2DD-1196-9B83871FE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28" y="3608217"/>
                <a:ext cx="267509" cy="369332"/>
              </a:xfrm>
              <a:prstGeom prst="rect">
                <a:avLst/>
              </a:prstGeom>
              <a:blipFill>
                <a:blip r:embed="rId6"/>
                <a:stretch>
                  <a:fillRect l="-25000" r="-2727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AD8B094D-8A46-4B2C-AC2D-095302A6B110}"/>
                  </a:ext>
                </a:extLst>
              </p:cNvPr>
              <p:cNvSpPr txBox="1"/>
              <p:nvPr/>
            </p:nvSpPr>
            <p:spPr>
              <a:xfrm>
                <a:off x="910928" y="92385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AD8B094D-8A46-4B2C-AC2D-095302A6B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28" y="92385"/>
                <a:ext cx="279179" cy="369332"/>
              </a:xfrm>
              <a:prstGeom prst="rect">
                <a:avLst/>
              </a:prstGeom>
              <a:blipFill>
                <a:blip r:embed="rId7"/>
                <a:stretch>
                  <a:fillRect l="-23913" r="-23913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80C45B02-4D23-7C4A-3B68-54BB5D6C4030}"/>
                  </a:ext>
                </a:extLst>
              </p:cNvPr>
              <p:cNvSpPr txBox="1"/>
              <p:nvPr/>
            </p:nvSpPr>
            <p:spPr>
              <a:xfrm>
                <a:off x="5064714" y="3423551"/>
                <a:ext cx="266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80C45B02-4D23-7C4A-3B68-54BB5D6C4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714" y="3423551"/>
                <a:ext cx="266804" cy="369332"/>
              </a:xfrm>
              <a:prstGeom prst="rect">
                <a:avLst/>
              </a:prstGeom>
              <a:blipFill>
                <a:blip r:embed="rId8"/>
                <a:stretch>
                  <a:fillRect l="-27273" r="-20455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F56816F-A6CF-2172-2165-849A9F9FC7DB}"/>
                  </a:ext>
                </a:extLst>
              </p:cNvPr>
              <p:cNvSpPr txBox="1"/>
              <p:nvPr/>
            </p:nvSpPr>
            <p:spPr>
              <a:xfrm>
                <a:off x="786285" y="1894192"/>
                <a:ext cx="2423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F56816F-A6CF-2172-2165-849A9F9FC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285" y="1894192"/>
                <a:ext cx="242374" cy="369332"/>
              </a:xfrm>
              <a:prstGeom prst="rect">
                <a:avLst/>
              </a:prstGeom>
              <a:blipFill>
                <a:blip r:embed="rId9"/>
                <a:stretch>
                  <a:fillRect l="-30000" r="-27500"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CE258AB3-6924-E55C-9283-AB17D650732D}"/>
                  </a:ext>
                </a:extLst>
              </p:cNvPr>
              <p:cNvSpPr txBox="1"/>
              <p:nvPr/>
            </p:nvSpPr>
            <p:spPr>
              <a:xfrm>
                <a:off x="2790546" y="3757105"/>
                <a:ext cx="2197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CE258AB3-6924-E55C-9283-AB17D6507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546" y="3757105"/>
                <a:ext cx="219740" cy="369332"/>
              </a:xfrm>
              <a:prstGeom prst="rect">
                <a:avLst/>
              </a:prstGeom>
              <a:blipFill>
                <a:blip r:embed="rId10"/>
                <a:stretch>
                  <a:fillRect l="-19444" r="-13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D2CD5B2A-2FF4-4641-04A4-D9141637DE6A}"/>
                  </a:ext>
                </a:extLst>
              </p:cNvPr>
              <p:cNvSpPr txBox="1"/>
              <p:nvPr/>
            </p:nvSpPr>
            <p:spPr>
              <a:xfrm>
                <a:off x="2303963" y="2540422"/>
                <a:ext cx="2848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D2CD5B2A-2FF4-4641-04A4-D9141637D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963" y="2540422"/>
                <a:ext cx="284822" cy="369332"/>
              </a:xfrm>
              <a:prstGeom prst="rect">
                <a:avLst/>
              </a:prstGeom>
              <a:blipFill>
                <a:blip r:embed="rId11"/>
                <a:stretch>
                  <a:fillRect l="-25532" r="-2127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EB67208-F98C-BDF4-94AF-627336274D4A}"/>
              </a:ext>
            </a:extLst>
          </p:cNvPr>
          <p:cNvCxnSpPr>
            <a:cxnSpLocks/>
          </p:cNvCxnSpPr>
          <p:nvPr/>
        </p:nvCxnSpPr>
        <p:spPr>
          <a:xfrm>
            <a:off x="2295507" y="2624384"/>
            <a:ext cx="2682449" cy="9872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D419B881-1659-70F1-97A2-6FAAA3AEEE0F}"/>
              </a:ext>
            </a:extLst>
          </p:cNvPr>
          <p:cNvCxnSpPr>
            <a:cxnSpLocks/>
          </p:cNvCxnSpPr>
          <p:nvPr/>
        </p:nvCxnSpPr>
        <p:spPr>
          <a:xfrm>
            <a:off x="1351520" y="438946"/>
            <a:ext cx="966616" cy="21767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31F97A27-87DB-E75F-C3BA-7FE53F5DE04D}"/>
              </a:ext>
            </a:extLst>
          </p:cNvPr>
          <p:cNvCxnSpPr>
            <a:cxnSpLocks/>
          </p:cNvCxnSpPr>
          <p:nvPr/>
        </p:nvCxnSpPr>
        <p:spPr>
          <a:xfrm flipV="1">
            <a:off x="1297727" y="2633041"/>
            <a:ext cx="1013323" cy="9959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B38D6A2D-10B1-59B0-F4E0-053CCF5288ED}"/>
                  </a:ext>
                </a:extLst>
              </p:cNvPr>
              <p:cNvSpPr txBox="1"/>
              <p:nvPr/>
            </p:nvSpPr>
            <p:spPr>
              <a:xfrm>
                <a:off x="6537176" y="525115"/>
                <a:ext cx="1635718" cy="5299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𝐴𝐵𝐶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𝑏𝑐</m:t>
                        </m:r>
                      </m:num>
                      <m:den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pt-BR" sz="24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B38D6A2D-10B1-59B0-F4E0-053CCF528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176" y="525115"/>
                <a:ext cx="1635718" cy="5299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DC573DEB-AF3E-8033-6DD1-EE444AE99901}"/>
                  </a:ext>
                </a:extLst>
              </p:cNvPr>
              <p:cNvSpPr txBox="1"/>
              <p:nvPr/>
            </p:nvSpPr>
            <p:spPr>
              <a:xfrm>
                <a:off x="6464385" y="1542175"/>
                <a:ext cx="1550656" cy="6301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𝑟𝑐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DC573DEB-AF3E-8033-6DD1-EE444AE99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385" y="1542175"/>
                <a:ext cx="1550656" cy="6301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D03018BC-E69D-4F61-9E87-2906FA04216E}"/>
                  </a:ext>
                </a:extLst>
              </p:cNvPr>
              <p:cNvSpPr txBox="1"/>
              <p:nvPr/>
            </p:nvSpPr>
            <p:spPr>
              <a:xfrm>
                <a:off x="6102395" y="2633041"/>
                <a:ext cx="2309113" cy="6301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𝑟𝑎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D03018BC-E69D-4F61-9E87-2906FA042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395" y="2633041"/>
                <a:ext cx="2309113" cy="63010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4313679-3DD1-6553-934F-7BA761E85C34}"/>
                  </a:ext>
                </a:extLst>
              </p:cNvPr>
              <p:cNvSpPr txBox="1"/>
              <p:nvPr/>
            </p:nvSpPr>
            <p:spPr>
              <a:xfrm>
                <a:off x="5681119" y="3676352"/>
                <a:ext cx="3117188" cy="6988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𝑟𝑏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4313679-3DD1-6553-934F-7BA761E85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119" y="3676352"/>
                <a:ext cx="3117188" cy="69884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528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0"/>
    </mc:Choice>
    <mc:Fallback>
      <p:transition spd="slow" advClick="0" advTm="60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B31AC-C004-246F-E2F9-18B74C92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255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2D27D-4D7D-8EA3-179E-18E71565D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B1662A4B-EC67-E868-8D05-7F898D9826AA}"/>
                  </a:ext>
                </a:extLst>
              </p:cNvPr>
              <p:cNvSpPr txBox="1"/>
              <p:nvPr/>
            </p:nvSpPr>
            <p:spPr>
              <a:xfrm>
                <a:off x="419911" y="191962"/>
                <a:ext cx="1635718" cy="5299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𝐴𝐵𝐶</m:t>
                        </m:r>
                      </m:sub>
                    </m:sSub>
                    <m:r>
                      <a:rPr lang="pt-B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𝑏𝑐</m:t>
                        </m:r>
                      </m:num>
                      <m:den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pt-BR" sz="24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B1662A4B-EC67-E868-8D05-7F898D982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11" y="191962"/>
                <a:ext cx="1635718" cy="529953"/>
              </a:xfrm>
              <a:prstGeom prst="rect">
                <a:avLst/>
              </a:prstGeom>
              <a:blipFill>
                <a:blip r:embed="rId2"/>
                <a:stretch>
                  <a:fillRect l="-3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33655B4D-8BC3-ACC7-FBB0-DB1CC2D869ED}"/>
                  </a:ext>
                </a:extLst>
              </p:cNvPr>
              <p:cNvSpPr txBox="1"/>
              <p:nvPr/>
            </p:nvSpPr>
            <p:spPr>
              <a:xfrm>
                <a:off x="2835139" y="141883"/>
                <a:ext cx="1550656" cy="6301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𝑟𝑐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33655B4D-8BC3-ACC7-FBB0-DB1CC2D86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139" y="141883"/>
                <a:ext cx="1550656" cy="6301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896464EC-4E0F-8C84-453B-66444ED2DD0F}"/>
                  </a:ext>
                </a:extLst>
              </p:cNvPr>
              <p:cNvSpPr txBox="1"/>
              <p:nvPr/>
            </p:nvSpPr>
            <p:spPr>
              <a:xfrm>
                <a:off x="4683355" y="216482"/>
                <a:ext cx="2309113" cy="6301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𝑟𝑎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896464EC-4E0F-8C84-453B-66444ED2D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355" y="216482"/>
                <a:ext cx="2309113" cy="6301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24B4F5E0-C01D-48D8-D8A3-D8ADD73DC8CE}"/>
                  </a:ext>
                </a:extLst>
              </p:cNvPr>
              <p:cNvSpPr txBox="1"/>
              <p:nvPr/>
            </p:nvSpPr>
            <p:spPr>
              <a:xfrm>
                <a:off x="6992468" y="147745"/>
                <a:ext cx="2309113" cy="6988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𝑟𝑏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24B4F5E0-C01D-48D8-D8A3-D8ADD73DC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468" y="147745"/>
                <a:ext cx="2309113" cy="6988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EA9A54B6-951E-AE2C-7B51-BFD5CDBC9DCC}"/>
                  </a:ext>
                </a:extLst>
              </p:cNvPr>
              <p:cNvSpPr txBox="1"/>
              <p:nvPr/>
            </p:nvSpPr>
            <p:spPr>
              <a:xfrm>
                <a:off x="944450" y="1354019"/>
                <a:ext cx="651251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𝐴𝐵𝐶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EA9A54B6-951E-AE2C-7B51-BFD5CDBC9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50" y="1354019"/>
                <a:ext cx="6512517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7F063EA4-8446-ED30-6888-696CF52D6644}"/>
                  </a:ext>
                </a:extLst>
              </p:cNvPr>
              <p:cNvSpPr txBox="1"/>
              <p:nvPr/>
            </p:nvSpPr>
            <p:spPr>
              <a:xfrm>
                <a:off x="2340800" y="2348507"/>
                <a:ext cx="4089990" cy="6988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𝑏𝑐</m:t>
                          </m:r>
                        </m:num>
                        <m:den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𝑟𝑐</m:t>
                          </m:r>
                        </m:num>
                        <m:den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𝑟𝑎</m:t>
                          </m:r>
                        </m:num>
                        <m:den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𝑟𝑏</m:t>
                          </m:r>
                        </m:num>
                        <m:den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7F063EA4-8446-ED30-6888-696CF52D6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800" y="2348507"/>
                <a:ext cx="4089990" cy="6988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E27D4E75-B768-35F7-0495-893EADAE4324}"/>
                  </a:ext>
                </a:extLst>
              </p:cNvPr>
              <p:cNvSpPr txBox="1"/>
              <p:nvPr/>
            </p:nvSpPr>
            <p:spPr>
              <a:xfrm>
                <a:off x="2340800" y="3787446"/>
                <a:ext cx="4089990" cy="707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E27D4E75-B768-35F7-0495-893EADAE4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800" y="3787446"/>
                <a:ext cx="4089990" cy="7074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tângulo 26">
            <a:extLst>
              <a:ext uri="{FF2B5EF4-FFF2-40B4-BE49-F238E27FC236}">
                <a16:creationId xmlns:a16="http://schemas.microsoft.com/office/drawing/2014/main" id="{1C5A008A-DF8A-BE62-1491-AB0DC34FD90B}"/>
              </a:ext>
            </a:extLst>
          </p:cNvPr>
          <p:cNvSpPr/>
          <p:nvPr/>
        </p:nvSpPr>
        <p:spPr>
          <a:xfrm>
            <a:off x="3168502" y="3672509"/>
            <a:ext cx="2567106" cy="103417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457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2000"/>
    </mc:Choice>
    <mc:Fallback>
      <p:transition spd="slow" advClick="0" advTm="5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8B061-CB29-A336-8DBD-DD8E34C22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516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A51AB-D8B7-27FA-4DEA-361C8CA67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444BF745-E781-00E4-8752-39ACFE88F6AC}"/>
                  </a:ext>
                </a:extLst>
              </p:cNvPr>
              <p:cNvSpPr txBox="1"/>
              <p:nvPr/>
            </p:nvSpPr>
            <p:spPr>
              <a:xfrm>
                <a:off x="1219199" y="285790"/>
                <a:ext cx="2567627" cy="707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444BF745-E781-00E4-8752-39ACFE88F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199" y="285790"/>
                <a:ext cx="2567627" cy="7074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589BCCE4-88E3-65BC-4AF0-1E178EE3D056}"/>
                  </a:ext>
                </a:extLst>
              </p:cNvPr>
              <p:cNvSpPr txBox="1"/>
              <p:nvPr/>
            </p:nvSpPr>
            <p:spPr>
              <a:xfrm>
                <a:off x="5263595" y="233905"/>
                <a:ext cx="1857110" cy="698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589BCCE4-88E3-65BC-4AF0-1E178EE3D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595" y="233905"/>
                <a:ext cx="1857110" cy="6988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F26B93DB-065A-29B9-71C2-2BA94A477ED3}"/>
                  </a:ext>
                </a:extLst>
              </p:cNvPr>
              <p:cNvSpPr txBox="1"/>
              <p:nvPr/>
            </p:nvSpPr>
            <p:spPr>
              <a:xfrm>
                <a:off x="528542" y="1533343"/>
                <a:ext cx="4089990" cy="707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F26B93DB-065A-29B9-71C2-2BA94A477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42" y="1533343"/>
                <a:ext cx="4089990" cy="7074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EE7D03E-F8C2-433F-CA6D-0B93B2FED598}"/>
                  </a:ext>
                </a:extLst>
              </p:cNvPr>
              <p:cNvSpPr txBox="1"/>
              <p:nvPr/>
            </p:nvSpPr>
            <p:spPr>
              <a:xfrm>
                <a:off x="595424" y="2718054"/>
                <a:ext cx="432082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⇒2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EE7D03E-F8C2-433F-CA6D-0B93B2FED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4" y="2718054"/>
                <a:ext cx="4320820" cy="369332"/>
              </a:xfrm>
              <a:prstGeom prst="rect">
                <a:avLst/>
              </a:prstGeom>
              <a:blipFill>
                <a:blip r:embed="rId5"/>
                <a:stretch>
                  <a:fillRect l="-424" r="-1695" b="-3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03A32C9-5F75-4BDA-65B6-ACE0D83AD0EE}"/>
                  </a:ext>
                </a:extLst>
              </p:cNvPr>
              <p:cNvSpPr txBox="1"/>
              <p:nvPr/>
            </p:nvSpPr>
            <p:spPr>
              <a:xfrm>
                <a:off x="195410" y="3567866"/>
                <a:ext cx="46246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⇒2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𝑏𝑐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03A32C9-5F75-4BDA-65B6-ACE0D83A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10" y="3567866"/>
                <a:ext cx="46246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28B5329-7DD9-2D74-05AB-3E71FF3327A6}"/>
                  </a:ext>
                </a:extLst>
              </p:cNvPr>
              <p:cNvSpPr txBox="1"/>
              <p:nvPr/>
            </p:nvSpPr>
            <p:spPr>
              <a:xfrm>
                <a:off x="190670" y="4409797"/>
                <a:ext cx="286441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28B5329-7DD9-2D74-05AB-3E71FF332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70" y="4409797"/>
                <a:ext cx="2864418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ângulo 7">
            <a:extLst>
              <a:ext uri="{FF2B5EF4-FFF2-40B4-BE49-F238E27FC236}">
                <a16:creationId xmlns:a16="http://schemas.microsoft.com/office/drawing/2014/main" id="{49FEA767-62B0-BF4E-70DA-3A819654A113}"/>
              </a:ext>
            </a:extLst>
          </p:cNvPr>
          <p:cNvSpPr/>
          <p:nvPr/>
        </p:nvSpPr>
        <p:spPr>
          <a:xfrm>
            <a:off x="389860" y="4300295"/>
            <a:ext cx="2567106" cy="58833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0455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6000"/>
    </mc:Choice>
    <mc:Fallback>
      <p:transition spd="slow" advClick="0" advTm="26000"/>
    </mc:Fallback>
  </mc:AlternateContent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3066</TotalTime>
  <Words>190</Words>
  <Application>Microsoft Office PowerPoint</Application>
  <PresentationFormat>Apresentação na tela (16:9)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Calibri</vt:lpstr>
      <vt:lpstr>Arial</vt:lpstr>
      <vt:lpstr>Cambria Math</vt:lpstr>
      <vt:lpstr>Calibri Light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Osvaldo Luiz Santos Pereira</dc:creator>
  <cp:lastModifiedBy>Osvaldo Luiz Santos Pereira</cp:lastModifiedBy>
  <cp:revision>1</cp:revision>
  <dcterms:created xsi:type="dcterms:W3CDTF">2025-07-15T20:33:43Z</dcterms:created>
  <dcterms:modified xsi:type="dcterms:W3CDTF">2025-09-25T17:20:52Z</dcterms:modified>
</cp:coreProperties>
</file>