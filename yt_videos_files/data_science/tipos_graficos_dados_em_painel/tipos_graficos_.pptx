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68" r:id="rId5"/>
    <p:sldId id="266" r:id="rId6"/>
    <p:sldId id="269" r:id="rId7"/>
    <p:sldId id="261" r:id="rId8"/>
    <p:sldId id="270" r:id="rId9"/>
    <p:sldId id="258" r:id="rId10"/>
    <p:sldId id="271" r:id="rId11"/>
    <p:sldId id="259" r:id="rId12"/>
    <p:sldId id="272" r:id="rId13"/>
    <p:sldId id="260" r:id="rId14"/>
    <p:sldId id="273" r:id="rId15"/>
    <p:sldId id="262" r:id="rId16"/>
    <p:sldId id="274" r:id="rId17"/>
    <p:sldId id="265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0D4B243-E56E-4CD9-9C49-7B140616515F}"/>
    <pc:docChg chg="undo custSel addSld delSld modSld sldOrd">
      <pc:chgData name="Osvaldo Luiz Santos Pereira" userId="c308351cf5a860c7" providerId="LiveId" clId="{30D4B243-E56E-4CD9-9C49-7B140616515F}" dt="2025-11-13T21:08:38.656" v="1458" actId="729"/>
      <pc:docMkLst>
        <pc:docMk/>
      </pc:docMkLst>
      <pc:sldChg chg="addSp delSp modSp new mod modTransition setBg chgLayout">
        <pc:chgData name="Osvaldo Luiz Santos Pereira" userId="c308351cf5a860c7" providerId="LiveId" clId="{30D4B243-E56E-4CD9-9C49-7B140616515F}" dt="2025-10-20T00:56:05.332" v="1220"/>
        <pc:sldMkLst>
          <pc:docMk/>
          <pc:sldMk cId="1299430659" sldId="256"/>
        </pc:sldMkLst>
      </pc:sldChg>
      <pc:sldChg chg="addSp delSp modSp add mod modTransition">
        <pc:chgData name="Osvaldo Luiz Santos Pereira" userId="c308351cf5a860c7" providerId="LiveId" clId="{30D4B243-E56E-4CD9-9C49-7B140616515F}" dt="2025-10-20T00:56:01.327" v="1219"/>
        <pc:sldMkLst>
          <pc:docMk/>
          <pc:sldMk cId="1245819754" sldId="257"/>
        </pc:sldMkLst>
        <pc:spChg chg="add mod">
          <ac:chgData name="Osvaldo Luiz Santos Pereira" userId="c308351cf5a860c7" providerId="LiveId" clId="{30D4B243-E56E-4CD9-9C49-7B140616515F}" dt="2025-10-20T00:22:16.801" v="1064" actId="14100"/>
          <ac:spMkLst>
            <pc:docMk/>
            <pc:sldMk cId="1245819754" sldId="257"/>
            <ac:spMk id="5" creationId="{3AC31DFD-E29A-C3FB-DDAD-85265B2399E8}"/>
          </ac:spMkLst>
        </pc:spChg>
      </pc:sldChg>
      <pc:sldChg chg="addSp delSp modSp add mod modTransition">
        <pc:chgData name="Osvaldo Luiz Santos Pereira" userId="c308351cf5a860c7" providerId="LiveId" clId="{30D4B243-E56E-4CD9-9C49-7B140616515F}" dt="2025-10-20T00:59:13.897" v="1262"/>
        <pc:sldMkLst>
          <pc:docMk/>
          <pc:sldMk cId="256487419" sldId="258"/>
        </pc:sldMkLst>
      </pc:sldChg>
      <pc:sldChg chg="addSp delSp modSp add mod modTransition">
        <pc:chgData name="Osvaldo Luiz Santos Pereira" userId="c308351cf5a860c7" providerId="LiveId" clId="{30D4B243-E56E-4CD9-9C49-7B140616515F}" dt="2025-10-20T01:10:53.269" v="1292"/>
        <pc:sldMkLst>
          <pc:docMk/>
          <pc:sldMk cId="3843013887" sldId="259"/>
        </pc:sldMkLst>
      </pc:sldChg>
      <pc:sldChg chg="addSp delSp modSp add mod modTransition">
        <pc:chgData name="Osvaldo Luiz Santos Pereira" userId="c308351cf5a860c7" providerId="LiveId" clId="{30D4B243-E56E-4CD9-9C49-7B140616515F}" dt="2025-10-20T01:14:58.140" v="1314"/>
        <pc:sldMkLst>
          <pc:docMk/>
          <pc:sldMk cId="1128949925" sldId="260"/>
        </pc:sldMkLst>
      </pc:sldChg>
      <pc:sldChg chg="addSp delSp modSp add mod modTransition">
        <pc:chgData name="Osvaldo Luiz Santos Pereira" userId="c308351cf5a860c7" providerId="LiveId" clId="{30D4B243-E56E-4CD9-9C49-7B140616515F}" dt="2025-10-20T00:55:53.349" v="1216"/>
        <pc:sldMkLst>
          <pc:docMk/>
          <pc:sldMk cId="4070352078" sldId="261"/>
        </pc:sldMkLst>
      </pc:sldChg>
      <pc:sldChg chg="addSp delSp modSp add mod modTransition">
        <pc:chgData name="Osvaldo Luiz Santos Pereira" userId="c308351cf5a860c7" providerId="LiveId" clId="{30D4B243-E56E-4CD9-9C49-7B140616515F}" dt="2025-10-20T01:20:54.888" v="1340"/>
        <pc:sldMkLst>
          <pc:docMk/>
          <pc:sldMk cId="3388248474" sldId="262"/>
        </pc:sldMkLst>
      </pc:sldChg>
      <pc:sldChg chg="addSp delSp modSp add mod modTransition">
        <pc:chgData name="Osvaldo Luiz Santos Pereira" userId="c308351cf5a860c7" providerId="LiveId" clId="{30D4B243-E56E-4CD9-9C49-7B140616515F}" dt="2025-10-20T01:48:56.334" v="1450"/>
        <pc:sldMkLst>
          <pc:docMk/>
          <pc:sldMk cId="3139375880" sldId="265"/>
        </pc:sldMkLst>
      </pc:sldChg>
      <pc:sldChg chg="delSp modSp add mod modTransition">
        <pc:chgData name="Osvaldo Luiz Santos Pereira" userId="c308351cf5a860c7" providerId="LiveId" clId="{30D4B243-E56E-4CD9-9C49-7B140616515F}" dt="2025-10-20T01:47:08.517" v="1449"/>
        <pc:sldMkLst>
          <pc:docMk/>
          <pc:sldMk cId="2292153838" sldId="266"/>
        </pc:sldMkLst>
      </pc:sldChg>
      <pc:sldChg chg="delSp add mod ord modTransition modShow">
        <pc:chgData name="Osvaldo Luiz Santos Pereira" userId="c308351cf5a860c7" providerId="LiveId" clId="{30D4B243-E56E-4CD9-9C49-7B140616515F}" dt="2025-11-13T21:08:21.142" v="1451" actId="729"/>
        <pc:sldMkLst>
          <pc:docMk/>
          <pc:sldMk cId="3376684924" sldId="267"/>
        </pc:sldMkLst>
      </pc:sldChg>
      <pc:sldChg chg="add mod modTransition modShow">
        <pc:chgData name="Osvaldo Luiz Santos Pereira" userId="c308351cf5a860c7" providerId="LiveId" clId="{30D4B243-E56E-4CD9-9C49-7B140616515F}" dt="2025-11-13T21:08:23.512" v="1452" actId="729"/>
        <pc:sldMkLst>
          <pc:docMk/>
          <pc:sldMk cId="3515265297" sldId="268"/>
        </pc:sldMkLst>
      </pc:sldChg>
      <pc:sldChg chg="add mod modTransition modShow">
        <pc:chgData name="Osvaldo Luiz Santos Pereira" userId="c308351cf5a860c7" providerId="LiveId" clId="{30D4B243-E56E-4CD9-9C49-7B140616515F}" dt="2025-11-13T21:08:26.434" v="1453" actId="729"/>
        <pc:sldMkLst>
          <pc:docMk/>
          <pc:sldMk cId="4097557262" sldId="269"/>
        </pc:sldMkLst>
      </pc:sldChg>
      <pc:sldChg chg="add mod modTransition modShow">
        <pc:chgData name="Osvaldo Luiz Santos Pereira" userId="c308351cf5a860c7" providerId="LiveId" clId="{30D4B243-E56E-4CD9-9C49-7B140616515F}" dt="2025-11-13T21:08:29.125" v="1454" actId="729"/>
        <pc:sldMkLst>
          <pc:docMk/>
          <pc:sldMk cId="4201275597" sldId="270"/>
        </pc:sldMkLst>
      </pc:sldChg>
      <pc:sldChg chg="add mod modTransition modShow">
        <pc:chgData name="Osvaldo Luiz Santos Pereira" userId="c308351cf5a860c7" providerId="LiveId" clId="{30D4B243-E56E-4CD9-9C49-7B140616515F}" dt="2025-11-13T21:08:31.414" v="1455" actId="729"/>
        <pc:sldMkLst>
          <pc:docMk/>
          <pc:sldMk cId="1725158136" sldId="271"/>
        </pc:sldMkLst>
      </pc:sldChg>
      <pc:sldChg chg="add mod modTransition modShow">
        <pc:chgData name="Osvaldo Luiz Santos Pereira" userId="c308351cf5a860c7" providerId="LiveId" clId="{30D4B243-E56E-4CD9-9C49-7B140616515F}" dt="2025-11-13T21:08:33.980" v="1456" actId="729"/>
        <pc:sldMkLst>
          <pc:docMk/>
          <pc:sldMk cId="1037305948" sldId="272"/>
        </pc:sldMkLst>
      </pc:sldChg>
      <pc:sldChg chg="add mod modTransition modShow">
        <pc:chgData name="Osvaldo Luiz Santos Pereira" userId="c308351cf5a860c7" providerId="LiveId" clId="{30D4B243-E56E-4CD9-9C49-7B140616515F}" dt="2025-11-13T21:08:36.296" v="1457" actId="729"/>
        <pc:sldMkLst>
          <pc:docMk/>
          <pc:sldMk cId="3295379984" sldId="273"/>
        </pc:sldMkLst>
      </pc:sldChg>
      <pc:sldChg chg="add mod modTransition modShow">
        <pc:chgData name="Osvaldo Luiz Santos Pereira" userId="c308351cf5a860c7" providerId="LiveId" clId="{30D4B243-E56E-4CD9-9C49-7B140616515F}" dt="2025-11-13T21:08:38.656" v="1458" actId="729"/>
        <pc:sldMkLst>
          <pc:docMk/>
          <pc:sldMk cId="4283967503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BF21B-E58C-A4B5-8D57-24522B60F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4EBC44-55F5-B601-A261-F0DD3FC2E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0F8965-95FF-9AD0-7D61-A1177C5D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65DDBB-B4E3-D13F-A896-31F62513B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182B0A-16BB-23F2-8893-F6154BD81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669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F6329-F8DA-1759-2287-4DED959A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CB9713-1C10-6372-AA1A-617B2BE42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9BA819-99BE-2D0C-60A1-A2328DD4D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5B28C1-C5D8-40D5-FB0C-C303D3E1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78CE7B-0573-5BDD-2F68-3C0C5CA6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1760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5820B-A9F4-8858-0585-2400A1AA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B75447-4D2E-3DEA-50D0-0EABC4FBD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0F36D2-F991-DB4E-08DB-6EE7A344D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A7760C-091A-630B-6289-C0409309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77EF76-ECE2-5841-C0FB-609E0B63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1205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40542-5F9E-FF28-5B59-CB8F7838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8AEAAF-FF5B-6065-0C92-5402A4240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B4016C-9E56-16B9-92A2-7CC834BB5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D475E0-CAC8-B824-9CFF-6DF869575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5B4F13-EF62-1BCE-B45C-7BD6D346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649570-D89A-65DB-EF12-5FFD2583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95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C6000-166E-6713-3045-68AEDF0A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651F94-60B7-3DBC-00EA-956E46CD4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EB4A83-158D-6314-E824-84B994609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0A5541-98AF-0BE8-7F22-F3E1CB7A0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38BE20E-0E9B-AE00-F081-BEF012D37C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0EED40D-9E16-BEE2-E9D4-78441B7C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FDF51D9-6023-6B20-E9BC-218128BAE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19CC3D-52A4-D595-F564-AC5F062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8691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A7FB9-1680-D6EC-C966-77760EC9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7EA026B-2E33-D8A5-8DA8-23D632218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14ECB35-C74A-2206-0B16-F33E70FF7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663E41-280A-351B-755A-25B7D2E6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554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C2AE1E-5276-A587-64F0-A91156D9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C8D618-F91B-8475-060A-120BC90C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5C9714-071B-7A4D-40ED-297BEDC8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69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83656-9D28-5FBD-968C-90C093468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49D0BE-986C-B9F0-7371-A104145B2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6AFD15-71C6-5461-AF46-C43BF9A17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97F889-03A3-96B8-6BBB-6BD09976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849792-93F3-9994-AB6A-2C7E2702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21D4C0-6D1B-9D6D-2ECA-E5DB56A1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723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4B753-3282-4E22-B656-B27A25BA7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2CAD74-0790-9B68-EFF7-3E7755B74F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9172F2-33EA-B254-4BD1-04A81CDD2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DDD9BB-D5C6-94B7-FC26-C5A3D77EC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C5DEAD-DDA2-08B3-4AAA-D7FBB647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17D5EC-2D0E-DE6D-5DB2-3C1B2B38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991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63552-2CB5-1D15-DB32-4B8835FE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8FFDD8-7E35-638A-0F84-4E1CEBDDA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D0D539-7725-8260-29BD-C41B86C95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9961E4-1274-F0DA-55F3-D1DBAE5A8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1C03C1-DFEF-AEA2-832F-0676C505E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599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5D9D02-BE07-F934-3C22-7BB8D1427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604AA5-63F2-655F-26FB-018E9DDEA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9AE882-41C6-DCB6-93C9-146FC9167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D57C0-3AD9-4F8B-9EBF-CA138C11E07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B62999-FF70-6327-552F-C5AC745F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42A06F-2E4A-056E-6DA5-C9DB0587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958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225304D-704B-EC4D-84F2-2EEAE0488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5F0DFD-1CD2-F672-6774-F776A4631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8A98BA-DE71-3DA7-A1AC-CFB27D550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D57C0-3AD9-4F8B-9EBF-CA138C11E07F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D94F9D-94A3-4EE1-7E45-CAE4761B9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657C1B-FFA7-246B-18BF-9A22B7DBF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8D7B7-9FBC-490E-A761-B5FA252B4E5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839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7964710-F61B-7DFD-EECF-DABF8EC3D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/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Tipos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visualizações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marL="0" indent="0" algn="r"/>
            <a:r>
              <a:rPr lang="en-US" sz="48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Dados </a:t>
            </a:r>
            <a:r>
              <a:rPr lang="en-US" sz="4800" i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</a:t>
            </a:r>
            <a:r>
              <a:rPr lang="en-US" sz="48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i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painel</a:t>
            </a:r>
            <a:r>
              <a:rPr lang="en-US" sz="48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sz="4800" i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longitudinais</a:t>
            </a:r>
            <a:r>
              <a:rPr lang="en-US" sz="48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3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8000"/>
    </mc:Choice>
    <mc:Fallback xmlns="">
      <p:transition spd="slow" advClick="0" advTm="38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6FCF30-9613-73FD-CFE9-AAA18BB4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6849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81296-74D0-69B3-6275-BA160FC6B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CAD1B48-1CCD-3410-54AE-2B293AA54B0D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Tipos de Gráficos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EFA0535-225E-6ABC-8D29-B4FA9A82849E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C31DFD-E29A-C3FB-DDAD-85265B2399E8}"/>
              </a:ext>
            </a:extLst>
          </p:cNvPr>
          <p:cNvSpPr txBox="1"/>
          <p:nvPr/>
        </p:nvSpPr>
        <p:spPr>
          <a:xfrm>
            <a:off x="580101" y="1229032"/>
            <a:ext cx="109039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Três tipos de produtos (Produto A, Produto B, Produto C)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Valores de unidades vendidas mensalmente por produto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Período: Jan-2024 : Dez-2024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Cinco tipos de gráficos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Dados em painel (longitudinal)</a:t>
            </a:r>
          </a:p>
        </p:txBody>
      </p:sp>
    </p:spTree>
    <p:extLst>
      <p:ext uri="{BB962C8B-B14F-4D97-AF65-F5344CB8AC3E}">
        <p14:creationId xmlns:p14="http://schemas.microsoft.com/office/powerpoint/2010/main" val="124581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7000"/>
    </mc:Choice>
    <mc:Fallback xmlns="">
      <p:transition spd="slow" advClick="0" advTm="27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C3ABC1-CC5F-C10B-A788-FF29DD384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5265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2BFD3-8E31-1710-E30C-00111E3B8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E10093A-34BD-F18D-0D3C-299581B2E2D9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Considerações e Dicas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B681D37-575E-A309-83C7-EA6DB652AA89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4156CD-32AF-0A65-B2E2-8AEB03D97A43}"/>
              </a:ext>
            </a:extLst>
          </p:cNvPr>
          <p:cNvSpPr txBox="1"/>
          <p:nvPr/>
        </p:nvSpPr>
        <p:spPr>
          <a:xfrm>
            <a:off x="580102" y="1229032"/>
            <a:ext cx="106974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Não existe receita de bolo para escolha de visualizações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Adequar o </a:t>
            </a:r>
            <a:r>
              <a:rPr lang="pt-BR" sz="2800" dirty="0" err="1">
                <a:latin typeface="Verdana Pro" panose="020F0502020204030204" pitchFamily="34" charset="0"/>
              </a:rPr>
              <a:t>storytelling</a:t>
            </a:r>
            <a:r>
              <a:rPr lang="pt-BR" sz="2800" dirty="0">
                <a:latin typeface="Verdana Pro" panose="020F0502020204030204" pitchFamily="34" charset="0"/>
              </a:rPr>
              <a:t> ao interlocutor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Escolher gráficos simples de fácil visualização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Ser direto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2800" dirty="0">
              <a:latin typeface="Verdana Pro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>
                <a:latin typeface="Verdana Pro" panose="020F0502020204030204" pitchFamily="34" charset="0"/>
              </a:rPr>
              <a:t>Gráficos legíveis</a:t>
            </a:r>
          </a:p>
        </p:txBody>
      </p:sp>
    </p:spTree>
    <p:extLst>
      <p:ext uri="{BB962C8B-B14F-4D97-AF65-F5344CB8AC3E}">
        <p14:creationId xmlns:p14="http://schemas.microsoft.com/office/powerpoint/2010/main" val="229215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4000"/>
    </mc:Choice>
    <mc:Fallback xmlns="">
      <p:transition spd="slow" advClick="0" advTm="44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889B50-6927-E63D-D9E2-8732FE778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557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5DD7-4DF9-89E4-0007-F1CC82842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8FBE0CD-FCFD-607F-91AB-B4133AB715F7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Gráfico de Barras por mês do ano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092473-3AE2-45F1-8893-6AE52215B89F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A87B83-178B-7173-9257-F93D27B57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59" y="1115630"/>
            <a:ext cx="10809145" cy="505402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E28CB23-C067-B0DC-9A24-77E7E2425C52}"/>
              </a:ext>
            </a:extLst>
          </p:cNvPr>
          <p:cNvSpPr/>
          <p:nvPr/>
        </p:nvSpPr>
        <p:spPr>
          <a:xfrm>
            <a:off x="395057" y="1061884"/>
            <a:ext cx="10840048" cy="5117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35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89F68D-5E58-7B0F-3856-99B761A60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275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EFEDA-EC08-BF56-6E8D-B5EE6B50A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A23BBEB-BA66-4E41-37DE-30DF8BB4B780}"/>
              </a:ext>
            </a:extLst>
          </p:cNvPr>
          <p:cNvSpPr txBox="1"/>
          <p:nvPr/>
        </p:nvSpPr>
        <p:spPr>
          <a:xfrm>
            <a:off x="395055" y="111308"/>
            <a:ext cx="11639629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64135" marR="2926080" lvl="0" indent="0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defRPr>
            </a:lvl1pPr>
          </a:lstStyle>
          <a:p>
            <a:r>
              <a:rPr lang="pt-BR" dirty="0"/>
              <a:t>Gráfico de Barras Empilhado por mês do ano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E3CA3F2-6FD2-1B3E-58CB-A346E3D4E848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88DE27F-80EF-5CCF-A1BF-0B7786FDDB1E}"/>
              </a:ext>
            </a:extLst>
          </p:cNvPr>
          <p:cNvSpPr/>
          <p:nvPr/>
        </p:nvSpPr>
        <p:spPr>
          <a:xfrm>
            <a:off x="395057" y="1061884"/>
            <a:ext cx="10840048" cy="5117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A8707A-84F7-F1C3-3C86-754D16AA1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32" y="1091380"/>
            <a:ext cx="10815241" cy="50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3000"/>
    </mc:Choice>
    <mc:Fallback xmlns="">
      <p:transition spd="slow" advClick="0" advTm="3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34FDEF-100C-A53F-E08C-6C4D8E917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158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F1B7B-FD13-A680-8CFA-BBA87B5C4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CB1C8C9-FDC5-F385-0303-73852D41552E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Gráfico de Barras por produto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724CE7C-EE4C-7F24-C492-06DE561CE891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2995ED6-EF67-DDF3-43FA-D8FB9E759402}"/>
              </a:ext>
            </a:extLst>
          </p:cNvPr>
          <p:cNvSpPr/>
          <p:nvPr/>
        </p:nvSpPr>
        <p:spPr>
          <a:xfrm>
            <a:off x="395057" y="1061884"/>
            <a:ext cx="10840048" cy="5117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E538203-2CD3-30FD-E471-EA1DAFCCB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64" y="1105798"/>
            <a:ext cx="10815241" cy="50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1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9000"/>
    </mc:Choice>
    <mc:Fallback xmlns="">
      <p:transition spd="slow" advClick="0" advTm="29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F0DC80-B0D3-0CB7-90C1-E201BC28C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305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43B07-A787-FB61-7526-9E4D95C7B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D8FD104-C1D9-1C99-2D0E-85F986547760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Gráfico de Área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EFBA015-331C-501D-A828-EE4B7CB306A1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43794ED-11C6-B603-2C16-1E7AE446A0F3}"/>
              </a:ext>
            </a:extLst>
          </p:cNvPr>
          <p:cNvSpPr/>
          <p:nvPr/>
        </p:nvSpPr>
        <p:spPr>
          <a:xfrm>
            <a:off x="395057" y="1061884"/>
            <a:ext cx="10840048" cy="5117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6054F13-A45D-773D-B056-425D43A21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00" y="1093673"/>
            <a:ext cx="10815241" cy="50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0"/>
    </mc:Choice>
    <mc:Fallback xmlns="">
      <p:transition spd="slow" advClick="0" advTm="20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57716B-EB3B-7162-2585-1C219A6E9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379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9E2C9-C5D2-641B-5BDC-99DE3B54A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898E421-D648-7210-0B59-B68D65A40304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Gráfico de linha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AA7A275-922F-794D-4EDA-59BCCFF14BF5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42FF6DB-6413-4A96-8CC9-A03DF75DE4CC}"/>
              </a:ext>
            </a:extLst>
          </p:cNvPr>
          <p:cNvSpPr/>
          <p:nvPr/>
        </p:nvSpPr>
        <p:spPr>
          <a:xfrm>
            <a:off x="395057" y="1061884"/>
            <a:ext cx="10840048" cy="5117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B99C76F-09F3-871E-20BA-0523ABDB6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00" y="1091380"/>
            <a:ext cx="10815241" cy="50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4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4000"/>
    </mc:Choice>
    <mc:Fallback xmlns="">
      <p:transition spd="slow" advClick="0" advTm="24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8EE0D3-97DD-B90C-5C1F-BE45396F6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967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1E59-D535-2E8F-F11A-954D67885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6018420-D5E1-B610-BB4F-3F141FB2C0A2}"/>
              </a:ext>
            </a:extLst>
          </p:cNvPr>
          <p:cNvSpPr txBox="1"/>
          <p:nvPr/>
        </p:nvSpPr>
        <p:spPr>
          <a:xfrm>
            <a:off x="395056" y="111308"/>
            <a:ext cx="9682198" cy="56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135" marR="292608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Mapa de Calor (</a:t>
            </a:r>
            <a:r>
              <a:rPr lang="pt-BR" sz="28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Heatmap</a:t>
            </a:r>
            <a:r>
              <a:rPr lang="pt-BR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 ExtraBold" panose="00000900000000000000" pitchFamily="2" charset="0"/>
              </a:rPr>
              <a:t>)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72BE9CE-3F8A-2F2D-1298-4E925D560CF0}"/>
              </a:ext>
            </a:extLst>
          </p:cNvPr>
          <p:cNvSpPr/>
          <p:nvPr/>
        </p:nvSpPr>
        <p:spPr>
          <a:xfrm>
            <a:off x="0" y="678516"/>
            <a:ext cx="8804165" cy="12773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A3EC5D8-8929-FD78-A0C5-681672FC9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56" y="1424795"/>
            <a:ext cx="10742138" cy="221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7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4000"/>
    </mc:Choice>
    <mc:Fallback xmlns="">
      <p:transition spd="slow" advClick="0" advTm="64000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107</Words>
  <Application>Microsoft Office PowerPoint</Application>
  <PresentationFormat>Widescreen</PresentationFormat>
  <Paragraphs>28</Paragraphs>
  <Slides>17</Slides>
  <Notes>0</Notes>
  <HiddenSlides>8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Courier New</vt:lpstr>
      <vt:lpstr>Montserrat ExtraBold</vt:lpstr>
      <vt:lpstr>Verdana Pro</vt:lpstr>
      <vt:lpstr>Tema do Office</vt:lpstr>
      <vt:lpstr>Tipos de visualizações  Dados em painel (longitudinais)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2025-10-12T01:00:28Z</dcterms:created>
  <dcterms:modified xsi:type="dcterms:W3CDTF">2025-11-13T21:08:38Z</dcterms:modified>
</cp:coreProperties>
</file>