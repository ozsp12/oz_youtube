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6" r:id="rId1"/>
  </p:sldMasterIdLst>
  <p:notesMasterIdLst>
    <p:notesMasterId r:id="rId33"/>
  </p:notesMasterIdLst>
  <p:sldIdLst>
    <p:sldId id="261" r:id="rId2"/>
    <p:sldId id="297" r:id="rId3"/>
    <p:sldId id="275" r:id="rId4"/>
    <p:sldId id="298" r:id="rId5"/>
    <p:sldId id="276" r:id="rId6"/>
    <p:sldId id="299" r:id="rId7"/>
    <p:sldId id="280" r:id="rId8"/>
    <p:sldId id="300" r:id="rId9"/>
    <p:sldId id="277" r:id="rId10"/>
    <p:sldId id="301" r:id="rId11"/>
    <p:sldId id="281" r:id="rId12"/>
    <p:sldId id="302" r:id="rId13"/>
    <p:sldId id="278" r:id="rId14"/>
    <p:sldId id="303" r:id="rId15"/>
    <p:sldId id="284" r:id="rId16"/>
    <p:sldId id="304" r:id="rId17"/>
    <p:sldId id="286" r:id="rId18"/>
    <p:sldId id="305" r:id="rId19"/>
    <p:sldId id="285" r:id="rId20"/>
    <p:sldId id="306" r:id="rId21"/>
    <p:sldId id="287" r:id="rId22"/>
    <p:sldId id="307" r:id="rId23"/>
    <p:sldId id="279" r:id="rId24"/>
    <p:sldId id="308" r:id="rId25"/>
    <p:sldId id="290" r:id="rId26"/>
    <p:sldId id="309" r:id="rId27"/>
    <p:sldId id="292" r:id="rId28"/>
    <p:sldId id="310" r:id="rId29"/>
    <p:sldId id="296" r:id="rId30"/>
    <p:sldId id="311" r:id="rId31"/>
    <p:sldId id="295" r:id="rId32"/>
  </p:sldIdLst>
  <p:sldSz cx="9144000" cy="5143500" type="screen16x9"/>
  <p:notesSz cx="8229600" cy="14630400"/>
  <p:embeddedFontLst>
    <p:embeddedFont>
      <p:font typeface="Cambria Math" panose="02040503050406030204" pitchFamily="18" charset="0"/>
      <p:regular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83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3EF59E56-4CCE-4FE5-AF5F-969E092DDC67}"/>
    <pc:docChg chg="undo custSel modSld">
      <pc:chgData name="Osvaldo Luiz Santos Pereira" userId="c308351cf5a860c7" providerId="LiveId" clId="{3EF59E56-4CCE-4FE5-AF5F-969E092DDC67}" dt="2026-04-21T01:13:49.455" v="1" actId="207"/>
      <pc:docMkLst>
        <pc:docMk/>
      </pc:docMkLst>
      <pc:sldChg chg="modSp mod">
        <pc:chgData name="Osvaldo Luiz Santos Pereira" userId="c308351cf5a860c7" providerId="LiveId" clId="{3EF59E56-4CCE-4FE5-AF5F-969E092DDC67}" dt="2026-04-21T01:13:49.455" v="1" actId="207"/>
        <pc:sldMkLst>
          <pc:docMk/>
          <pc:sldMk cId="1211566810" sldId="279"/>
        </pc:sldMkLst>
        <pc:spChg chg="mod">
          <ac:chgData name="Osvaldo Luiz Santos Pereira" userId="c308351cf5a860c7" providerId="LiveId" clId="{3EF59E56-4CCE-4FE5-AF5F-969E092DDC67}" dt="2026-04-21T01:13:49.455" v="1" actId="207"/>
          <ac:spMkLst>
            <pc:docMk/>
            <pc:sldMk cId="1211566810" sldId="279"/>
            <ac:spMk id="2" creationId="{33486368-DBA8-9A3D-995B-28DCB84E1A1E}"/>
          </ac:spMkLst>
        </pc:spChg>
        <pc:spChg chg="mod">
          <ac:chgData name="Osvaldo Luiz Santos Pereira" userId="c308351cf5a860c7" providerId="LiveId" clId="{3EF59E56-4CCE-4FE5-AF5F-969E092DDC67}" dt="2026-04-21T01:13:49.455" v="1" actId="207"/>
          <ac:spMkLst>
            <pc:docMk/>
            <pc:sldMk cId="1211566810" sldId="279"/>
            <ac:spMk id="3" creationId="{9B170911-3619-4497-3C33-057310942A02}"/>
          </ac:spMkLst>
        </pc:spChg>
        <pc:spChg chg="mod">
          <ac:chgData name="Osvaldo Luiz Santos Pereira" userId="c308351cf5a860c7" providerId="LiveId" clId="{3EF59E56-4CCE-4FE5-AF5F-969E092DDC67}" dt="2026-04-21T01:13:49.455" v="1" actId="207"/>
          <ac:spMkLst>
            <pc:docMk/>
            <pc:sldMk cId="1211566810" sldId="279"/>
            <ac:spMk id="4" creationId="{F741AF66-968E-F7AF-7727-A3DB625417CC}"/>
          </ac:spMkLst>
        </pc:spChg>
        <pc:spChg chg="mod">
          <ac:chgData name="Osvaldo Luiz Santos Pereira" userId="c308351cf5a860c7" providerId="LiveId" clId="{3EF59E56-4CCE-4FE5-AF5F-969E092DDC67}" dt="2026-04-21T01:13:08.848" v="0" actId="207"/>
          <ac:spMkLst>
            <pc:docMk/>
            <pc:sldMk cId="1211566810" sldId="279"/>
            <ac:spMk id="5" creationId="{BC6B2594-525C-0431-7A0E-B13D70DBAAE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745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1pPr>
    <a:lvl2pPr marL="2857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2pPr>
    <a:lvl3pPr marL="5715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3pPr>
    <a:lvl4pPr marL="8572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4pPr>
    <a:lvl5pPr marL="11430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5pPr>
    <a:lvl6pPr marL="14287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6pPr>
    <a:lvl7pPr marL="17145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7pPr>
    <a:lvl8pPr marL="20002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8pPr>
    <a:lvl9pPr marL="22860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C848B-6728-34F9-8CAE-E9329C4AF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174697-91E1-FEB7-A649-F2ABB37E3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6A6ACD-3663-5C33-17E1-A14FC876F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382A5-F85D-F60C-6B21-53B78E87FF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98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11E9F-2206-48FE-85FB-737E7BCE2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46D0D0-F1B4-202D-BB20-CE87FB66E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9F4B28-B303-C7E6-A688-64AE3CA04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4C5DD-1348-1837-B73A-CAB93F79A4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4764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D6090-C83B-5989-5213-C4D628F86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227805-4EFB-AF34-A1D0-8DB456009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00E256-A017-460B-E03E-EF67A4BD1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34398-51F9-5066-307D-8CAEB28585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92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5D185-3FE7-93D0-B4E0-46B4D2481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041B4D-DB3E-40EB-0B9C-7F1879A635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41DB7C-86A8-766A-8C53-773098E29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909D23-D817-06BF-F2F2-EAE314535D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0611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318D1-A5E0-24FC-4D37-4B1D67CA9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740134-E8B6-F083-66E5-74D67EAB61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C7840F-0ECB-AD8D-B510-3A3897F56A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4E856-2CA5-0DF0-9C90-8AD51F6CB5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0016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8767F-CB49-6BB4-A264-63F775434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5B3B8F-910C-AF4B-3E1B-2AE4E675A3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38989-C92B-9B49-8EC0-0EA244873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1F827-D75B-F38F-C6D8-40E81BFFBA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4223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63B79-9780-AC43-7B44-B1B533AA6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CD9800-94D2-DDBB-9B47-731730C70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5B6B00-58C3-3733-BF74-23F6D77893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C6768-AF2A-B37F-28E7-AA7F8D3F2D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2207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2CF5A-C5E9-1F0B-B402-A7A5145FC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75C1B3-F65E-BA2E-73C5-F840438887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09C55C-C21B-D76E-FC68-1EDF8BC4E4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C9A00-22B9-3018-1834-F8066475F0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8147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4C187-FAA1-0C2D-E383-44C5C1132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90B2B3-B02B-102C-0E95-9FCA2B2D6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8F394C-D038-C972-D8A4-B57B46F8D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FB2C56-EC36-7510-324F-6EE4CD8111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0114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6E1D1-7366-25AA-3EBB-1A0E788B6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551B45-0A1C-6E4E-5447-5BE4485C3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4A2B73-9ED8-BC49-5FAE-F2BC19327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6CF96-5DBD-3BC3-215E-211F0CA057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688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F5362-CFAA-2725-6B78-D0B61D64B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E518A4-7A2B-EB37-9762-1E087BACF8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C3EE50-A29C-A00C-6F87-0E159B55BF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42FE6-B8FC-68F9-D5A9-C884082FAF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296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1E1D9-1B6A-2455-A765-FA41BC59D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961F9F-6633-DCAA-D04D-A26136F2C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9E9CC5-0D41-5547-6A98-C851B7382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39B2D2-8FC0-7288-5CAA-0C6700AA89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5994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EB5CF-53A0-16CC-A967-0222A1B19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E43A95-87F0-E62E-9A1A-996E7896F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F759A1-499D-579A-820D-5A645F9DE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393D2-571E-D690-4027-65F75EDEE0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6465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CDC97-9355-467F-EE52-7813DD6A6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7BB2C8-3A64-BBE0-84AB-99FD01E4AF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BF0E78-7CD8-3D9D-43FB-833B17BBD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CEE25-7A90-E7B1-79BF-5EEE4CB4D3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7439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F2F9C-D6DF-2212-1D16-FF84D124C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DE5F1-F059-85F9-182E-09D92B2DEE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708227-FE8E-969E-ECF9-F82DB1BA73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A89C9-5D5E-9E67-C08A-A39CD6A154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5697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3D92F-26B2-9E9F-193A-5D1E49077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BBE082-4109-1674-A16C-281543FB27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463145-1C9C-6CA7-6481-75B8255C82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0BA68-4D06-28C0-6542-EAEA388357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881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6845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30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00408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9172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579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88104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4341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73511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47853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58334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3844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225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813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image" Target="../media/image26.png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75.png"/><Relationship Id="rId7" Type="http://schemas.openxmlformats.org/officeDocument/2006/relationships/image" Target="../media/image68.png"/><Relationship Id="rId12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4.png"/><Relationship Id="rId3" Type="http://schemas.openxmlformats.org/officeDocument/2006/relationships/image" Target="../media/image73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75.png"/><Relationship Id="rId9" Type="http://schemas.openxmlformats.org/officeDocument/2006/relationships/image" Target="../media/image6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4.png"/><Relationship Id="rId3" Type="http://schemas.openxmlformats.org/officeDocument/2006/relationships/image" Target="../media/image75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77.png"/><Relationship Id="rId9" Type="http://schemas.openxmlformats.org/officeDocument/2006/relationships/image" Target="../media/image69.png"/><Relationship Id="rId14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8C7F6-7AF9-3B05-5431-20DCECD00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9C7FC28-1190-494E-4763-E7D858FB69F4}"/>
              </a:ext>
            </a:extLst>
          </p:cNvPr>
          <p:cNvSpPr txBox="1"/>
          <p:nvPr/>
        </p:nvSpPr>
        <p:spPr>
          <a:xfrm>
            <a:off x="171455" y="127591"/>
            <a:ext cx="6853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err="1">
                <a:solidFill>
                  <a:schemeClr val="bg1"/>
                </a:solidFill>
              </a:rPr>
              <a:t>Pythagoras</a:t>
            </a:r>
            <a:r>
              <a:rPr lang="pt-BR" sz="2400" dirty="0">
                <a:solidFill>
                  <a:schemeClr val="bg1"/>
                </a:solidFill>
              </a:rPr>
              <a:t> </a:t>
            </a:r>
            <a:r>
              <a:rPr lang="pt-BR" sz="2400" dirty="0" err="1">
                <a:solidFill>
                  <a:schemeClr val="bg1"/>
                </a:solidFill>
              </a:rPr>
              <a:t>and</a:t>
            </a:r>
            <a:r>
              <a:rPr lang="pt-BR" sz="2400" dirty="0">
                <a:solidFill>
                  <a:schemeClr val="bg1"/>
                </a:solidFill>
              </a:rPr>
              <a:t> </a:t>
            </a:r>
            <a:r>
              <a:rPr lang="pt-BR" sz="2400" dirty="0" err="1">
                <a:solidFill>
                  <a:schemeClr val="bg1"/>
                </a:solidFill>
              </a:rPr>
              <a:t>the</a:t>
            </a:r>
            <a:r>
              <a:rPr lang="pt-BR" sz="2400" dirty="0">
                <a:solidFill>
                  <a:schemeClr val="bg1"/>
                </a:solidFill>
              </a:rPr>
              <a:t> Atwood machine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85159C70-05EB-CAA6-C395-63C77A56C1F8}"/>
              </a:ext>
            </a:extLst>
          </p:cNvPr>
          <p:cNvSpPr/>
          <p:nvPr/>
        </p:nvSpPr>
        <p:spPr>
          <a:xfrm>
            <a:off x="2169042" y="1039201"/>
            <a:ext cx="425303" cy="4253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7DA316AB-BAA7-5460-68D9-50E8EB61DEED}"/>
              </a:ext>
            </a:extLst>
          </p:cNvPr>
          <p:cNvSpPr/>
          <p:nvPr/>
        </p:nvSpPr>
        <p:spPr>
          <a:xfrm>
            <a:off x="5890437" y="1039201"/>
            <a:ext cx="425303" cy="4253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C1B78A89-261C-84A1-8B43-F71274B6C134}"/>
              </a:ext>
            </a:extLst>
          </p:cNvPr>
          <p:cNvCxnSpPr>
            <a:stCxn id="3" idx="2"/>
          </p:cNvCxnSpPr>
          <p:nvPr/>
        </p:nvCxnSpPr>
        <p:spPr>
          <a:xfrm>
            <a:off x="2169042" y="1251853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46ABBA3F-0B8A-2C99-8B75-2A0BBED318AB}"/>
              </a:ext>
            </a:extLst>
          </p:cNvPr>
          <p:cNvCxnSpPr/>
          <p:nvPr/>
        </p:nvCxnSpPr>
        <p:spPr>
          <a:xfrm>
            <a:off x="4352261" y="1833099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8AC3A1E8-26FF-2562-78C5-935AC4B2A34C}"/>
              </a:ext>
            </a:extLst>
          </p:cNvPr>
          <p:cNvCxnSpPr/>
          <p:nvPr/>
        </p:nvCxnSpPr>
        <p:spPr>
          <a:xfrm>
            <a:off x="6315740" y="1202233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003D5C11-F8F1-5C54-71BE-B51DEB007D6A}"/>
              </a:ext>
            </a:extLst>
          </p:cNvPr>
          <p:cNvCxnSpPr>
            <a:cxnSpLocks/>
            <a:stCxn id="3" idx="7"/>
          </p:cNvCxnSpPr>
          <p:nvPr/>
        </p:nvCxnSpPr>
        <p:spPr>
          <a:xfrm>
            <a:off x="2532061" y="1101485"/>
            <a:ext cx="1820200" cy="73161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59C59807-4E47-58F9-70A4-A7CCB98E5673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4352261" y="1101485"/>
            <a:ext cx="1600460" cy="73161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5F6F35A3-2A3C-785D-8E0E-74F0C7C975FB}"/>
              </a:ext>
            </a:extLst>
          </p:cNvPr>
          <p:cNvSpPr/>
          <p:nvPr/>
        </p:nvSpPr>
        <p:spPr>
          <a:xfrm>
            <a:off x="2289544" y="1159703"/>
            <a:ext cx="184298" cy="18429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66EBEAD5-F7E2-7375-D07C-102AE2A354FA}"/>
              </a:ext>
            </a:extLst>
          </p:cNvPr>
          <p:cNvSpPr/>
          <p:nvPr/>
        </p:nvSpPr>
        <p:spPr>
          <a:xfrm>
            <a:off x="6010939" y="1159703"/>
            <a:ext cx="184298" cy="18429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36A1AB9A-B8B7-795C-7C74-5A7237210127}"/>
              </a:ext>
            </a:extLst>
          </p:cNvPr>
          <p:cNvSpPr/>
          <p:nvPr/>
        </p:nvSpPr>
        <p:spPr>
          <a:xfrm>
            <a:off x="1880568" y="2886475"/>
            <a:ext cx="576948" cy="792521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2585F84F-2598-4A82-672F-01618A37F5FD}"/>
              </a:ext>
            </a:extLst>
          </p:cNvPr>
          <p:cNvSpPr/>
          <p:nvPr/>
        </p:nvSpPr>
        <p:spPr>
          <a:xfrm>
            <a:off x="4063787" y="3465066"/>
            <a:ext cx="576948" cy="1340849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67432275-45BB-6215-453A-8F09ECF7F132}"/>
              </a:ext>
            </a:extLst>
          </p:cNvPr>
          <p:cNvSpPr/>
          <p:nvPr/>
        </p:nvSpPr>
        <p:spPr>
          <a:xfrm>
            <a:off x="6027266" y="2832558"/>
            <a:ext cx="576948" cy="792521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2E39E416-92FD-F392-63D5-F9685C78336D}"/>
                  </a:ext>
                </a:extLst>
              </p:cNvPr>
              <p:cNvSpPr txBox="1"/>
              <p:nvPr/>
            </p:nvSpPr>
            <p:spPr>
              <a:xfrm>
                <a:off x="6134857" y="3080749"/>
                <a:ext cx="3617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2E39E416-92FD-F392-63D5-F9685C783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857" y="3080749"/>
                <a:ext cx="361766" cy="276999"/>
              </a:xfrm>
              <a:prstGeom prst="rect">
                <a:avLst/>
              </a:prstGeom>
              <a:blipFill>
                <a:blip r:embed="rId3"/>
                <a:stretch>
                  <a:fillRect l="-15000" r="-1667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BF90C718-1BFA-6BF2-1855-5326CE42286B}"/>
                  </a:ext>
                </a:extLst>
              </p:cNvPr>
              <p:cNvSpPr txBox="1"/>
              <p:nvPr/>
            </p:nvSpPr>
            <p:spPr>
              <a:xfrm>
                <a:off x="4224405" y="3996990"/>
                <a:ext cx="2557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BF90C718-1BFA-6BF2-1855-5326CE422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4405" y="3996990"/>
                <a:ext cx="255711" cy="276999"/>
              </a:xfrm>
              <a:prstGeom prst="rect">
                <a:avLst/>
              </a:prstGeom>
              <a:blipFill>
                <a:blip r:embed="rId4"/>
                <a:stretch>
                  <a:fillRect l="-23810" r="-1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E8010F78-8F9C-DC24-EB8C-0284266A2BAE}"/>
                  </a:ext>
                </a:extLst>
              </p:cNvPr>
              <p:cNvSpPr txBox="1"/>
              <p:nvPr/>
            </p:nvSpPr>
            <p:spPr>
              <a:xfrm>
                <a:off x="1968663" y="3106314"/>
                <a:ext cx="3419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E8010F78-8F9C-DC24-EB8C-0284266A2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8663" y="3106314"/>
                <a:ext cx="341953" cy="276999"/>
              </a:xfrm>
              <a:prstGeom prst="rect">
                <a:avLst/>
              </a:prstGeom>
              <a:blipFill>
                <a:blip r:embed="rId5"/>
                <a:stretch>
                  <a:fillRect l="-16071" r="-5357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28D2F8B3-42BB-7E86-B972-48DC539A0609}"/>
              </a:ext>
            </a:extLst>
          </p:cNvPr>
          <p:cNvCxnSpPr>
            <a:cxnSpLocks/>
          </p:cNvCxnSpPr>
          <p:nvPr/>
        </p:nvCxnSpPr>
        <p:spPr>
          <a:xfrm>
            <a:off x="2381694" y="1039201"/>
            <a:ext cx="3721395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7192C8C0-B2D6-2361-3403-C2C43DDCFD9C}"/>
                  </a:ext>
                </a:extLst>
              </p:cNvPr>
              <p:cNvSpPr txBox="1"/>
              <p:nvPr/>
            </p:nvSpPr>
            <p:spPr>
              <a:xfrm>
                <a:off x="4242391" y="692664"/>
                <a:ext cx="2199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7192C8C0-B2D6-2361-3403-C2C43DDCF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2391" y="692664"/>
                <a:ext cx="219932" cy="276999"/>
              </a:xfrm>
              <a:prstGeom prst="rect">
                <a:avLst/>
              </a:prstGeom>
              <a:blipFill>
                <a:blip r:embed="rId6"/>
                <a:stretch>
                  <a:fillRect l="-27778" r="-19444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0961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1000"/>
    </mc:Choice>
    <mc:Fallback xmlns="">
      <p:transition spd="slow" advClick="0" advTm="31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E10FC-8831-0D88-F4FA-4CED1F9F3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992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732FF95-10DB-340D-B41C-DE8CC8117835}"/>
              </a:ext>
            </a:extLst>
          </p:cNvPr>
          <p:cNvSpPr/>
          <p:nvPr/>
        </p:nvSpPr>
        <p:spPr>
          <a:xfrm>
            <a:off x="2169042" y="1099933"/>
            <a:ext cx="425303" cy="4253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F26AF4D-6733-6390-17E0-4793526CD92A}"/>
              </a:ext>
            </a:extLst>
          </p:cNvPr>
          <p:cNvSpPr/>
          <p:nvPr/>
        </p:nvSpPr>
        <p:spPr>
          <a:xfrm>
            <a:off x="5890437" y="1099933"/>
            <a:ext cx="425303" cy="4253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AC425302-2A61-EA6E-A23F-FF06F0F3A876}"/>
              </a:ext>
            </a:extLst>
          </p:cNvPr>
          <p:cNvCxnSpPr>
            <a:stCxn id="2" idx="2"/>
          </p:cNvCxnSpPr>
          <p:nvPr/>
        </p:nvCxnSpPr>
        <p:spPr>
          <a:xfrm>
            <a:off x="2169042" y="1312585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9208270B-DC2E-E04B-554F-52D29E1DFF03}"/>
              </a:ext>
            </a:extLst>
          </p:cNvPr>
          <p:cNvCxnSpPr/>
          <p:nvPr/>
        </p:nvCxnSpPr>
        <p:spPr>
          <a:xfrm>
            <a:off x="4352261" y="1893831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5276236C-5386-ADB5-BCE4-22EA8A8A8BA1}"/>
              </a:ext>
            </a:extLst>
          </p:cNvPr>
          <p:cNvCxnSpPr/>
          <p:nvPr/>
        </p:nvCxnSpPr>
        <p:spPr>
          <a:xfrm>
            <a:off x="6315740" y="1262965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6CE9B1A7-325C-91C3-ADF1-07C02029148B}"/>
              </a:ext>
            </a:extLst>
          </p:cNvPr>
          <p:cNvCxnSpPr>
            <a:cxnSpLocks/>
            <a:stCxn id="2" idx="7"/>
          </p:cNvCxnSpPr>
          <p:nvPr/>
        </p:nvCxnSpPr>
        <p:spPr>
          <a:xfrm>
            <a:off x="2532061" y="1162217"/>
            <a:ext cx="1820200" cy="73161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CF11AA60-12FD-96A8-C3F1-B1E69B7B6564}"/>
              </a:ext>
            </a:extLst>
          </p:cNvPr>
          <p:cNvCxnSpPr>
            <a:cxnSpLocks/>
            <a:endCxn id="3" idx="1"/>
          </p:cNvCxnSpPr>
          <p:nvPr/>
        </p:nvCxnSpPr>
        <p:spPr>
          <a:xfrm flipV="1">
            <a:off x="4352261" y="1162217"/>
            <a:ext cx="1600460" cy="73161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8EC9E6DA-652C-6F5B-9068-3B6BF54C674B}"/>
              </a:ext>
            </a:extLst>
          </p:cNvPr>
          <p:cNvSpPr/>
          <p:nvPr/>
        </p:nvSpPr>
        <p:spPr>
          <a:xfrm>
            <a:off x="2289544" y="1220435"/>
            <a:ext cx="184298" cy="18429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F75C864-BAAD-D4CE-D8B3-258E87D367F8}"/>
              </a:ext>
            </a:extLst>
          </p:cNvPr>
          <p:cNvSpPr/>
          <p:nvPr/>
        </p:nvSpPr>
        <p:spPr>
          <a:xfrm>
            <a:off x="6010939" y="1220435"/>
            <a:ext cx="184298" cy="18429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3C01396-AE82-DE57-9059-D520890C4379}"/>
              </a:ext>
            </a:extLst>
          </p:cNvPr>
          <p:cNvSpPr/>
          <p:nvPr/>
        </p:nvSpPr>
        <p:spPr>
          <a:xfrm>
            <a:off x="1880568" y="2947207"/>
            <a:ext cx="576948" cy="792521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1B51677-F05B-D471-7DAC-003DFD8B82A9}"/>
              </a:ext>
            </a:extLst>
          </p:cNvPr>
          <p:cNvSpPr/>
          <p:nvPr/>
        </p:nvSpPr>
        <p:spPr>
          <a:xfrm>
            <a:off x="4063787" y="3525798"/>
            <a:ext cx="576948" cy="1340849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CE266EC-81A4-85ED-61CF-F2269FB40405}"/>
              </a:ext>
            </a:extLst>
          </p:cNvPr>
          <p:cNvSpPr/>
          <p:nvPr/>
        </p:nvSpPr>
        <p:spPr>
          <a:xfrm>
            <a:off x="6027266" y="2893290"/>
            <a:ext cx="576948" cy="792521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64F9213B-8B63-72FC-DC48-C0ECD174D5F2}"/>
                  </a:ext>
                </a:extLst>
              </p:cNvPr>
              <p:cNvSpPr txBox="1"/>
              <p:nvPr/>
            </p:nvSpPr>
            <p:spPr>
              <a:xfrm>
                <a:off x="6134857" y="3141481"/>
                <a:ext cx="3617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64F9213B-8B63-72FC-DC48-C0ECD174D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857" y="3141481"/>
                <a:ext cx="361766" cy="276999"/>
              </a:xfrm>
              <a:prstGeom prst="rect">
                <a:avLst/>
              </a:prstGeom>
              <a:blipFill>
                <a:blip r:embed="rId2"/>
                <a:stretch>
                  <a:fillRect l="-15000" r="-1667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70852D36-37BF-6F69-0DF0-5BE9140A3200}"/>
                  </a:ext>
                </a:extLst>
              </p:cNvPr>
              <p:cNvSpPr txBox="1"/>
              <p:nvPr/>
            </p:nvSpPr>
            <p:spPr>
              <a:xfrm>
                <a:off x="4224405" y="4057722"/>
                <a:ext cx="2557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70852D36-37BF-6F69-0DF0-5BE9140A3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4405" y="4057722"/>
                <a:ext cx="255711" cy="276999"/>
              </a:xfrm>
              <a:prstGeom prst="rect">
                <a:avLst/>
              </a:prstGeom>
              <a:blipFill>
                <a:blip r:embed="rId3"/>
                <a:stretch>
                  <a:fillRect l="-23810" r="-1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E9A41C97-F1D0-5598-3FF7-6760620DC416}"/>
                  </a:ext>
                </a:extLst>
              </p:cNvPr>
              <p:cNvSpPr txBox="1"/>
              <p:nvPr/>
            </p:nvSpPr>
            <p:spPr>
              <a:xfrm>
                <a:off x="1968663" y="3167046"/>
                <a:ext cx="3419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E9A41C97-F1D0-5598-3FF7-6760620DC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8663" y="3167046"/>
                <a:ext cx="341953" cy="276999"/>
              </a:xfrm>
              <a:prstGeom prst="rect">
                <a:avLst/>
              </a:prstGeom>
              <a:blipFill>
                <a:blip r:embed="rId4"/>
                <a:stretch>
                  <a:fillRect l="-16071" r="-5357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7D5B1D54-EA23-FEB5-4CBD-F1CC65C90E6F}"/>
              </a:ext>
            </a:extLst>
          </p:cNvPr>
          <p:cNvCxnSpPr>
            <a:cxnSpLocks/>
          </p:cNvCxnSpPr>
          <p:nvPr/>
        </p:nvCxnSpPr>
        <p:spPr>
          <a:xfrm>
            <a:off x="2381694" y="1099933"/>
            <a:ext cx="3721395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166BB28F-3AFB-B467-55AA-1174AE856003}"/>
              </a:ext>
            </a:extLst>
          </p:cNvPr>
          <p:cNvCxnSpPr>
            <a:cxnSpLocks/>
          </p:cNvCxnSpPr>
          <p:nvPr/>
        </p:nvCxnSpPr>
        <p:spPr>
          <a:xfrm>
            <a:off x="2381694" y="1893831"/>
            <a:ext cx="3721395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F17FEA64-C9C9-22F8-AEA5-4971C2F5D3BF}"/>
                  </a:ext>
                </a:extLst>
              </p:cNvPr>
              <p:cNvSpPr txBox="1"/>
              <p:nvPr/>
            </p:nvSpPr>
            <p:spPr>
              <a:xfrm>
                <a:off x="3551010" y="1616832"/>
                <a:ext cx="2800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F17FEA64-C9C9-22F8-AEA5-4971C2F5D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010" y="1616832"/>
                <a:ext cx="280012" cy="276999"/>
              </a:xfrm>
              <a:prstGeom prst="rect">
                <a:avLst/>
              </a:prstGeom>
              <a:blipFill>
                <a:blip r:embed="rId5"/>
                <a:stretch>
                  <a:fillRect l="-22222" r="-6667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0E3EE27C-07A4-582C-0493-1F4ACFAF2557}"/>
                  </a:ext>
                </a:extLst>
              </p:cNvPr>
              <p:cNvSpPr txBox="1"/>
              <p:nvPr/>
            </p:nvSpPr>
            <p:spPr>
              <a:xfrm>
                <a:off x="4807656" y="1616832"/>
                <a:ext cx="2998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0E3EE27C-07A4-582C-0493-1F4ACFAF2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656" y="1616832"/>
                <a:ext cx="299826" cy="276999"/>
              </a:xfrm>
              <a:prstGeom prst="rect">
                <a:avLst/>
              </a:prstGeom>
              <a:blipFill>
                <a:blip r:embed="rId6"/>
                <a:stretch>
                  <a:fillRect l="-20408" r="-4082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10E1FFD6-336A-47AB-5B4E-4C00CEFDC973}"/>
                  </a:ext>
                </a:extLst>
              </p:cNvPr>
              <p:cNvSpPr txBox="1"/>
              <p:nvPr/>
            </p:nvSpPr>
            <p:spPr>
              <a:xfrm>
                <a:off x="4242391" y="1525236"/>
                <a:ext cx="197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10E1FFD6-336A-47AB-5B4E-4C00CEFDC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2391" y="1525236"/>
                <a:ext cx="197746" cy="276999"/>
              </a:xfrm>
              <a:prstGeom prst="rect">
                <a:avLst/>
              </a:prstGeom>
              <a:blipFill>
                <a:blip r:embed="rId7"/>
                <a:stretch>
                  <a:fillRect l="-18750" r="-1562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7FAF6B04-4D95-CEDA-702A-14F09F60461E}"/>
                  </a:ext>
                </a:extLst>
              </p:cNvPr>
              <p:cNvSpPr txBox="1"/>
              <p:nvPr/>
            </p:nvSpPr>
            <p:spPr>
              <a:xfrm>
                <a:off x="4231298" y="790149"/>
                <a:ext cx="2199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7FAF6B04-4D95-CEDA-702A-14F09F604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1298" y="790149"/>
                <a:ext cx="219932" cy="276999"/>
              </a:xfrm>
              <a:prstGeom prst="rect">
                <a:avLst/>
              </a:prstGeom>
              <a:blipFill>
                <a:blip r:embed="rId8"/>
                <a:stretch>
                  <a:fillRect l="-25000" r="-22222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aixaDeTexto 71">
                <a:extLst>
                  <a:ext uri="{FF2B5EF4-FFF2-40B4-BE49-F238E27FC236}">
                    <a16:creationId xmlns:a16="http://schemas.microsoft.com/office/drawing/2014/main" id="{110A11CB-A014-34A9-91DE-110BF4554837}"/>
                  </a:ext>
                </a:extLst>
              </p:cNvPr>
              <p:cNvSpPr txBox="1"/>
              <p:nvPr/>
            </p:nvSpPr>
            <p:spPr>
              <a:xfrm>
                <a:off x="6844979" y="1346377"/>
                <a:ext cx="185954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2" name="CaixaDeTexto 71">
                <a:extLst>
                  <a:ext uri="{FF2B5EF4-FFF2-40B4-BE49-F238E27FC236}">
                    <a16:creationId xmlns:a16="http://schemas.microsoft.com/office/drawing/2014/main" id="{110A11CB-A014-34A9-91DE-110BF4554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4979" y="1346377"/>
                <a:ext cx="1859540" cy="276999"/>
              </a:xfrm>
              <a:prstGeom prst="rect">
                <a:avLst/>
              </a:prstGeom>
              <a:blipFill>
                <a:blip r:embed="rId9"/>
                <a:stretch>
                  <a:fillRect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Retângulo 72">
            <a:extLst>
              <a:ext uri="{FF2B5EF4-FFF2-40B4-BE49-F238E27FC236}">
                <a16:creationId xmlns:a16="http://schemas.microsoft.com/office/drawing/2014/main" id="{0A417237-B3ED-0D73-3270-0B447F7A5AC0}"/>
              </a:ext>
            </a:extLst>
          </p:cNvPr>
          <p:cNvSpPr/>
          <p:nvPr/>
        </p:nvSpPr>
        <p:spPr>
          <a:xfrm>
            <a:off x="6844980" y="1205075"/>
            <a:ext cx="1917202" cy="60182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334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41000"/>
    </mc:Choice>
    <mc:Fallback xmlns="">
      <p:transition spd="slow" advClick="0" advTm="41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2B5E7-B785-AFB3-7E7B-B5F32BB20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4369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F42DF-A285-4D35-D54D-209A2F57C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4837DB80-FB51-2F5E-BDEF-43A31B8678F5}"/>
              </a:ext>
            </a:extLst>
          </p:cNvPr>
          <p:cNvSpPr/>
          <p:nvPr/>
        </p:nvSpPr>
        <p:spPr>
          <a:xfrm>
            <a:off x="2169042" y="900275"/>
            <a:ext cx="425303" cy="4253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666BE826-4187-8073-3F8A-1A2FC1725763}"/>
              </a:ext>
            </a:extLst>
          </p:cNvPr>
          <p:cNvSpPr/>
          <p:nvPr/>
        </p:nvSpPr>
        <p:spPr>
          <a:xfrm>
            <a:off x="5890437" y="900275"/>
            <a:ext cx="425303" cy="4253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7A908858-2463-6761-874F-A992A69E6647}"/>
              </a:ext>
            </a:extLst>
          </p:cNvPr>
          <p:cNvCxnSpPr>
            <a:stCxn id="3" idx="2"/>
          </p:cNvCxnSpPr>
          <p:nvPr/>
        </p:nvCxnSpPr>
        <p:spPr>
          <a:xfrm>
            <a:off x="2169042" y="1112927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C12C44CB-58CB-1EA6-8DB4-7FC079414BB3}"/>
              </a:ext>
            </a:extLst>
          </p:cNvPr>
          <p:cNvCxnSpPr/>
          <p:nvPr/>
        </p:nvCxnSpPr>
        <p:spPr>
          <a:xfrm>
            <a:off x="4352261" y="1694173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F03651B-474F-4AFB-4A86-CD6D2DB85A4A}"/>
              </a:ext>
            </a:extLst>
          </p:cNvPr>
          <p:cNvCxnSpPr/>
          <p:nvPr/>
        </p:nvCxnSpPr>
        <p:spPr>
          <a:xfrm>
            <a:off x="6315740" y="1063307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EFCBA437-BB84-168C-6647-CD50ED89AF01}"/>
              </a:ext>
            </a:extLst>
          </p:cNvPr>
          <p:cNvCxnSpPr>
            <a:cxnSpLocks/>
            <a:stCxn id="3" idx="7"/>
          </p:cNvCxnSpPr>
          <p:nvPr/>
        </p:nvCxnSpPr>
        <p:spPr>
          <a:xfrm>
            <a:off x="2532061" y="962559"/>
            <a:ext cx="1820200" cy="73161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87E80811-43CE-8B85-98FF-D75B0797A624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4352261" y="962559"/>
            <a:ext cx="1600460" cy="73161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ipse 9">
            <a:extLst>
              <a:ext uri="{FF2B5EF4-FFF2-40B4-BE49-F238E27FC236}">
                <a16:creationId xmlns:a16="http://schemas.microsoft.com/office/drawing/2014/main" id="{C1A5DD18-6BCB-F3D6-6C7D-2B119BD8C053}"/>
              </a:ext>
            </a:extLst>
          </p:cNvPr>
          <p:cNvSpPr/>
          <p:nvPr/>
        </p:nvSpPr>
        <p:spPr>
          <a:xfrm>
            <a:off x="2289544" y="1020777"/>
            <a:ext cx="184298" cy="18429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446F0EAD-3820-468E-7CBF-4669C9A347F8}"/>
              </a:ext>
            </a:extLst>
          </p:cNvPr>
          <p:cNvSpPr/>
          <p:nvPr/>
        </p:nvSpPr>
        <p:spPr>
          <a:xfrm>
            <a:off x="6010939" y="1020777"/>
            <a:ext cx="184298" cy="18429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1F14E18-C99F-BA8D-B628-CD453188F096}"/>
              </a:ext>
            </a:extLst>
          </p:cNvPr>
          <p:cNvSpPr/>
          <p:nvPr/>
        </p:nvSpPr>
        <p:spPr>
          <a:xfrm>
            <a:off x="1880568" y="2747549"/>
            <a:ext cx="576948" cy="792521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AA0ED13-262D-8BF7-D8BD-547F6C23AA2B}"/>
              </a:ext>
            </a:extLst>
          </p:cNvPr>
          <p:cNvSpPr/>
          <p:nvPr/>
        </p:nvSpPr>
        <p:spPr>
          <a:xfrm>
            <a:off x="4063787" y="3326140"/>
            <a:ext cx="576948" cy="1340849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FA0C9BF2-0405-C8F7-CD8F-981137E10046}"/>
              </a:ext>
            </a:extLst>
          </p:cNvPr>
          <p:cNvSpPr/>
          <p:nvPr/>
        </p:nvSpPr>
        <p:spPr>
          <a:xfrm>
            <a:off x="6027266" y="2693632"/>
            <a:ext cx="576948" cy="792521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D850B60E-F6AA-B023-F488-FCF6818CA500}"/>
                  </a:ext>
                </a:extLst>
              </p:cNvPr>
              <p:cNvSpPr txBox="1"/>
              <p:nvPr/>
            </p:nvSpPr>
            <p:spPr>
              <a:xfrm>
                <a:off x="6134857" y="2941823"/>
                <a:ext cx="3617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D850B60E-F6AA-B023-F488-FCF6818CA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857" y="2941823"/>
                <a:ext cx="361766" cy="276999"/>
              </a:xfrm>
              <a:prstGeom prst="rect">
                <a:avLst/>
              </a:prstGeom>
              <a:blipFill>
                <a:blip r:embed="rId2"/>
                <a:stretch>
                  <a:fillRect l="-15000" r="-1667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68E4DE24-5AEB-2B1C-3A7B-08FB8937B5D1}"/>
                  </a:ext>
                </a:extLst>
              </p:cNvPr>
              <p:cNvSpPr txBox="1"/>
              <p:nvPr/>
            </p:nvSpPr>
            <p:spPr>
              <a:xfrm>
                <a:off x="4224405" y="3858064"/>
                <a:ext cx="2557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68E4DE24-5AEB-2B1C-3A7B-08FB8937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4405" y="3858064"/>
                <a:ext cx="255711" cy="276999"/>
              </a:xfrm>
              <a:prstGeom prst="rect">
                <a:avLst/>
              </a:prstGeom>
              <a:blipFill>
                <a:blip r:embed="rId3"/>
                <a:stretch>
                  <a:fillRect l="-23810" r="-1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9D3C774E-4550-340D-72E3-F902AE80245D}"/>
                  </a:ext>
                </a:extLst>
              </p:cNvPr>
              <p:cNvSpPr txBox="1"/>
              <p:nvPr/>
            </p:nvSpPr>
            <p:spPr>
              <a:xfrm>
                <a:off x="1968663" y="2967388"/>
                <a:ext cx="3419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9D3C774E-4550-340D-72E3-F902AE802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8663" y="2967388"/>
                <a:ext cx="341953" cy="276999"/>
              </a:xfrm>
              <a:prstGeom prst="rect">
                <a:avLst/>
              </a:prstGeom>
              <a:blipFill>
                <a:blip r:embed="rId4"/>
                <a:stretch>
                  <a:fillRect l="-16071" r="-5357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8C0A0C07-68B3-B386-9E31-14ECDB9A505B}"/>
              </a:ext>
            </a:extLst>
          </p:cNvPr>
          <p:cNvCxnSpPr>
            <a:cxnSpLocks/>
          </p:cNvCxnSpPr>
          <p:nvPr/>
        </p:nvCxnSpPr>
        <p:spPr>
          <a:xfrm>
            <a:off x="2381694" y="900275"/>
            <a:ext cx="3721395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83E6D2FE-E3D8-2ED6-6328-699CD1C89012}"/>
              </a:ext>
            </a:extLst>
          </p:cNvPr>
          <p:cNvCxnSpPr>
            <a:cxnSpLocks/>
          </p:cNvCxnSpPr>
          <p:nvPr/>
        </p:nvCxnSpPr>
        <p:spPr>
          <a:xfrm>
            <a:off x="2381694" y="1694173"/>
            <a:ext cx="3721395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813BD409-80DE-250A-09F3-A0374D4C5902}"/>
                  </a:ext>
                </a:extLst>
              </p:cNvPr>
              <p:cNvSpPr txBox="1"/>
              <p:nvPr/>
            </p:nvSpPr>
            <p:spPr>
              <a:xfrm>
                <a:off x="3551010" y="1417174"/>
                <a:ext cx="2800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813BD409-80DE-250A-09F3-A0374D4C5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010" y="1417174"/>
                <a:ext cx="280012" cy="276999"/>
              </a:xfrm>
              <a:prstGeom prst="rect">
                <a:avLst/>
              </a:prstGeom>
              <a:blipFill>
                <a:blip r:embed="rId5"/>
                <a:stretch>
                  <a:fillRect l="-22222" r="-6667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8553385D-7BEC-C586-9FD4-0C7D13564E57}"/>
                  </a:ext>
                </a:extLst>
              </p:cNvPr>
              <p:cNvSpPr txBox="1"/>
              <p:nvPr/>
            </p:nvSpPr>
            <p:spPr>
              <a:xfrm>
                <a:off x="4807656" y="1417174"/>
                <a:ext cx="29982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8553385D-7BEC-C586-9FD4-0C7D13564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656" y="1417174"/>
                <a:ext cx="299826" cy="276999"/>
              </a:xfrm>
              <a:prstGeom prst="rect">
                <a:avLst/>
              </a:prstGeom>
              <a:blipFill>
                <a:blip r:embed="rId6"/>
                <a:stretch>
                  <a:fillRect l="-20408" r="-4082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D054A3EA-A84E-017A-303E-F53D98F83DE7}"/>
                  </a:ext>
                </a:extLst>
              </p:cNvPr>
              <p:cNvSpPr txBox="1"/>
              <p:nvPr/>
            </p:nvSpPr>
            <p:spPr>
              <a:xfrm>
                <a:off x="4242391" y="1325578"/>
                <a:ext cx="197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D054A3EA-A84E-017A-303E-F53D98F83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2391" y="1325578"/>
                <a:ext cx="197746" cy="276999"/>
              </a:xfrm>
              <a:prstGeom prst="rect">
                <a:avLst/>
              </a:prstGeom>
              <a:blipFill>
                <a:blip r:embed="rId7"/>
                <a:stretch>
                  <a:fillRect l="-18750" r="-1562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B7FECCC1-06CC-830D-A855-CCF6EBA8DA88}"/>
              </a:ext>
            </a:extLst>
          </p:cNvPr>
          <p:cNvCxnSpPr/>
          <p:nvPr/>
        </p:nvCxnSpPr>
        <p:spPr>
          <a:xfrm flipV="1">
            <a:off x="2169042" y="1602577"/>
            <a:ext cx="0" cy="115457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8D1D0A50-260E-0B95-2C98-ABB58F8353C4}"/>
              </a:ext>
            </a:extLst>
          </p:cNvPr>
          <p:cNvCxnSpPr/>
          <p:nvPr/>
        </p:nvCxnSpPr>
        <p:spPr>
          <a:xfrm flipV="1">
            <a:off x="6315740" y="1539056"/>
            <a:ext cx="0" cy="115457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819FE395-AF9C-3652-2CF9-2A493A0CE2C0}"/>
              </a:ext>
            </a:extLst>
          </p:cNvPr>
          <p:cNvCxnSpPr>
            <a:cxnSpLocks/>
          </p:cNvCxnSpPr>
          <p:nvPr/>
        </p:nvCxnSpPr>
        <p:spPr>
          <a:xfrm>
            <a:off x="2154866" y="3353406"/>
            <a:ext cx="0" cy="1009315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F5FE817C-D36A-BC3B-8120-C7FC545199BD}"/>
              </a:ext>
            </a:extLst>
          </p:cNvPr>
          <p:cNvCxnSpPr>
            <a:cxnSpLocks/>
          </p:cNvCxnSpPr>
          <p:nvPr/>
        </p:nvCxnSpPr>
        <p:spPr>
          <a:xfrm>
            <a:off x="4352261" y="4267200"/>
            <a:ext cx="0" cy="797269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79BBB367-B645-44A2-2ED5-0E111780ECB5}"/>
              </a:ext>
            </a:extLst>
          </p:cNvPr>
          <p:cNvCxnSpPr>
            <a:cxnSpLocks/>
          </p:cNvCxnSpPr>
          <p:nvPr/>
        </p:nvCxnSpPr>
        <p:spPr>
          <a:xfrm>
            <a:off x="6315741" y="3324498"/>
            <a:ext cx="0" cy="797269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677B506D-D1D2-49A7-8E47-DCCD3E956195}"/>
                  </a:ext>
                </a:extLst>
              </p:cNvPr>
              <p:cNvSpPr txBox="1"/>
              <p:nvPr/>
            </p:nvSpPr>
            <p:spPr>
              <a:xfrm>
                <a:off x="1757673" y="1694173"/>
                <a:ext cx="2713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677B506D-D1D2-49A7-8E47-DCCD3E9561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7673" y="1694173"/>
                <a:ext cx="271356" cy="276999"/>
              </a:xfrm>
              <a:prstGeom prst="rect">
                <a:avLst/>
              </a:prstGeom>
              <a:blipFill>
                <a:blip r:embed="rId8"/>
                <a:stretch>
                  <a:fillRect l="-20000" r="-4444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AF931755-D114-0F64-DEBB-0FE7DD24DC18}"/>
                  </a:ext>
                </a:extLst>
              </p:cNvPr>
              <p:cNvSpPr txBox="1"/>
              <p:nvPr/>
            </p:nvSpPr>
            <p:spPr>
              <a:xfrm>
                <a:off x="6436244" y="1529903"/>
                <a:ext cx="29982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AF931755-D114-0F64-DEBB-0FE7DD24D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6244" y="1529903"/>
                <a:ext cx="299826" cy="276999"/>
              </a:xfrm>
              <a:prstGeom prst="rect">
                <a:avLst/>
              </a:prstGeom>
              <a:blipFill>
                <a:blip r:embed="rId9"/>
                <a:stretch>
                  <a:fillRect l="-18367" r="-4082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28BE664D-EE42-CC01-318A-FB1886DA98D0}"/>
              </a:ext>
            </a:extLst>
          </p:cNvPr>
          <p:cNvCxnSpPr>
            <a:cxnSpLocks/>
          </p:cNvCxnSpPr>
          <p:nvPr/>
        </p:nvCxnSpPr>
        <p:spPr>
          <a:xfrm flipH="1" flipV="1">
            <a:off x="3179823" y="1233891"/>
            <a:ext cx="1157583" cy="45182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E459BCC1-BFAA-C724-BF30-8FD820ED657B}"/>
              </a:ext>
            </a:extLst>
          </p:cNvPr>
          <p:cNvCxnSpPr>
            <a:cxnSpLocks/>
          </p:cNvCxnSpPr>
          <p:nvPr/>
        </p:nvCxnSpPr>
        <p:spPr>
          <a:xfrm flipV="1">
            <a:off x="4367116" y="1285037"/>
            <a:ext cx="916606" cy="40068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DE8BE60B-5C59-4999-AC9B-66F1E741785B}"/>
                  </a:ext>
                </a:extLst>
              </p:cNvPr>
              <p:cNvSpPr txBox="1"/>
              <p:nvPr/>
            </p:nvSpPr>
            <p:spPr>
              <a:xfrm>
                <a:off x="3377301" y="984506"/>
                <a:ext cx="2713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DE8BE60B-5C59-4999-AC9B-66F1E7417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7301" y="984506"/>
                <a:ext cx="271356" cy="276999"/>
              </a:xfrm>
              <a:prstGeom prst="rect">
                <a:avLst/>
              </a:prstGeom>
              <a:blipFill>
                <a:blip r:embed="rId10"/>
                <a:stretch>
                  <a:fillRect l="-20000" r="-4444"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4A5E6CB1-0276-DA1B-7677-D1A9151B8B7D}"/>
                  </a:ext>
                </a:extLst>
              </p:cNvPr>
              <p:cNvSpPr txBox="1"/>
              <p:nvPr/>
            </p:nvSpPr>
            <p:spPr>
              <a:xfrm>
                <a:off x="4756039" y="1032413"/>
                <a:ext cx="29982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4A5E6CB1-0276-DA1B-7677-D1A9151B8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039" y="1032413"/>
                <a:ext cx="299826" cy="276999"/>
              </a:xfrm>
              <a:prstGeom prst="rect">
                <a:avLst/>
              </a:prstGeom>
              <a:blipFill>
                <a:blip r:embed="rId11"/>
                <a:stretch>
                  <a:fillRect l="-16327" r="-4082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9DED3FCD-A84D-E59E-62F1-796E6DD727F4}"/>
                  </a:ext>
                </a:extLst>
              </p:cNvPr>
              <p:cNvSpPr txBox="1"/>
              <p:nvPr/>
            </p:nvSpPr>
            <p:spPr>
              <a:xfrm>
                <a:off x="1968663" y="4389990"/>
                <a:ext cx="4869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9DED3FCD-A84D-E59E-62F1-796E6DD727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8663" y="4389990"/>
                <a:ext cx="486993" cy="276999"/>
              </a:xfrm>
              <a:prstGeom prst="rect">
                <a:avLst/>
              </a:prstGeom>
              <a:blipFill>
                <a:blip r:embed="rId12"/>
                <a:stretch>
                  <a:fillRect l="-11250" r="-11250" b="-239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2E22EDA9-9CFF-1214-2400-F9A54AC6AB16}"/>
                  </a:ext>
                </a:extLst>
              </p:cNvPr>
              <p:cNvSpPr txBox="1"/>
              <p:nvPr/>
            </p:nvSpPr>
            <p:spPr>
              <a:xfrm>
                <a:off x="4420466" y="4805418"/>
                <a:ext cx="395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𝑀𝑔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2E22EDA9-9CFF-1214-2400-F9A54AC6A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0466" y="4805418"/>
                <a:ext cx="395108" cy="276999"/>
              </a:xfrm>
              <a:prstGeom prst="rect">
                <a:avLst/>
              </a:prstGeom>
              <a:blipFill>
                <a:blip r:embed="rId13"/>
                <a:stretch>
                  <a:fillRect l="-20000" r="-18462" b="-326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FCAB7629-16A2-826A-3C36-4FF809706305}"/>
                  </a:ext>
                </a:extLst>
              </p:cNvPr>
              <p:cNvSpPr txBox="1"/>
              <p:nvPr/>
            </p:nvSpPr>
            <p:spPr>
              <a:xfrm>
                <a:off x="6436244" y="3996712"/>
                <a:ext cx="5068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FCAB7629-16A2-826A-3C36-4FF8097063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6244" y="3996712"/>
                <a:ext cx="506805" cy="276999"/>
              </a:xfrm>
              <a:prstGeom prst="rect">
                <a:avLst/>
              </a:prstGeom>
              <a:blipFill>
                <a:blip r:embed="rId14"/>
                <a:stretch>
                  <a:fillRect l="-10843" r="-12048" b="-2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3674FD87-A73C-A5C0-1F6C-69419FA18BD9}"/>
              </a:ext>
            </a:extLst>
          </p:cNvPr>
          <p:cNvCxnSpPr/>
          <p:nvPr/>
        </p:nvCxnSpPr>
        <p:spPr>
          <a:xfrm flipV="1">
            <a:off x="4352261" y="2161504"/>
            <a:ext cx="0" cy="115457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9508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48000"/>
    </mc:Choice>
    <mc:Fallback xmlns="">
      <p:transition spd="slow" advClick="0" advTm="48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C6F4C-9665-71D4-A9E3-0D168C2A0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0590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D71D9-249B-EE2F-C019-66450F1CB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3A665271-8BE7-B2AE-A038-7F5920D8FFEB}"/>
              </a:ext>
            </a:extLst>
          </p:cNvPr>
          <p:cNvSpPr/>
          <p:nvPr/>
        </p:nvSpPr>
        <p:spPr>
          <a:xfrm>
            <a:off x="1958559" y="900275"/>
            <a:ext cx="425303" cy="4253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6F309A5C-A64F-153A-2527-6467538B19F0}"/>
              </a:ext>
            </a:extLst>
          </p:cNvPr>
          <p:cNvSpPr/>
          <p:nvPr/>
        </p:nvSpPr>
        <p:spPr>
          <a:xfrm>
            <a:off x="5679954" y="900275"/>
            <a:ext cx="425303" cy="4253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C7EF7C94-1A39-5B1F-CEA4-6B3E46379B55}"/>
              </a:ext>
            </a:extLst>
          </p:cNvPr>
          <p:cNvCxnSpPr>
            <a:stCxn id="3" idx="2"/>
          </p:cNvCxnSpPr>
          <p:nvPr/>
        </p:nvCxnSpPr>
        <p:spPr>
          <a:xfrm>
            <a:off x="1958559" y="1112927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966425C5-9E89-7E1E-D153-4D395A85AFA3}"/>
              </a:ext>
            </a:extLst>
          </p:cNvPr>
          <p:cNvCxnSpPr/>
          <p:nvPr/>
        </p:nvCxnSpPr>
        <p:spPr>
          <a:xfrm>
            <a:off x="4141778" y="1694173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BCFE61A4-014E-0B9A-6EA9-23534A4DB615}"/>
              </a:ext>
            </a:extLst>
          </p:cNvPr>
          <p:cNvCxnSpPr/>
          <p:nvPr/>
        </p:nvCxnSpPr>
        <p:spPr>
          <a:xfrm>
            <a:off x="6105257" y="1063307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04648F41-CEF8-1499-A8E0-6943C6B011AF}"/>
              </a:ext>
            </a:extLst>
          </p:cNvPr>
          <p:cNvCxnSpPr>
            <a:cxnSpLocks/>
            <a:stCxn id="3" idx="7"/>
          </p:cNvCxnSpPr>
          <p:nvPr/>
        </p:nvCxnSpPr>
        <p:spPr>
          <a:xfrm>
            <a:off x="2321578" y="962559"/>
            <a:ext cx="1820200" cy="73161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7FE128F0-E7CC-3ED3-978B-D557521460ED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4141778" y="962559"/>
            <a:ext cx="1600460" cy="73161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ipse 9">
            <a:extLst>
              <a:ext uri="{FF2B5EF4-FFF2-40B4-BE49-F238E27FC236}">
                <a16:creationId xmlns:a16="http://schemas.microsoft.com/office/drawing/2014/main" id="{B37AE8E6-F735-E54C-0D88-D3EB4221B5B1}"/>
              </a:ext>
            </a:extLst>
          </p:cNvPr>
          <p:cNvSpPr/>
          <p:nvPr/>
        </p:nvSpPr>
        <p:spPr>
          <a:xfrm>
            <a:off x="2079061" y="1020777"/>
            <a:ext cx="184298" cy="18429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961C40CD-8A1C-4F72-988F-1DBF38EA3736}"/>
              </a:ext>
            </a:extLst>
          </p:cNvPr>
          <p:cNvSpPr/>
          <p:nvPr/>
        </p:nvSpPr>
        <p:spPr>
          <a:xfrm>
            <a:off x="5800456" y="1020777"/>
            <a:ext cx="184298" cy="18429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D9FB8BF-D2E3-3F48-95D0-017213ED64C3}"/>
              </a:ext>
            </a:extLst>
          </p:cNvPr>
          <p:cNvSpPr/>
          <p:nvPr/>
        </p:nvSpPr>
        <p:spPr>
          <a:xfrm>
            <a:off x="1670085" y="2747549"/>
            <a:ext cx="576948" cy="792521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2DE7A83-8254-649A-709D-1829C3C2ED46}"/>
              </a:ext>
            </a:extLst>
          </p:cNvPr>
          <p:cNvSpPr/>
          <p:nvPr/>
        </p:nvSpPr>
        <p:spPr>
          <a:xfrm>
            <a:off x="3853304" y="3326140"/>
            <a:ext cx="576948" cy="1340849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44A4A67-375E-EE71-96A4-1CD78C4EF379}"/>
              </a:ext>
            </a:extLst>
          </p:cNvPr>
          <p:cNvSpPr/>
          <p:nvPr/>
        </p:nvSpPr>
        <p:spPr>
          <a:xfrm>
            <a:off x="5816783" y="2693632"/>
            <a:ext cx="576948" cy="792521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EAD802F4-3507-C626-C8AA-FEDD88012222}"/>
                  </a:ext>
                </a:extLst>
              </p:cNvPr>
              <p:cNvSpPr txBox="1"/>
              <p:nvPr/>
            </p:nvSpPr>
            <p:spPr>
              <a:xfrm>
                <a:off x="5924374" y="2941823"/>
                <a:ext cx="3617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EAD802F4-3507-C626-C8AA-FEDD88012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374" y="2941823"/>
                <a:ext cx="361766" cy="276999"/>
              </a:xfrm>
              <a:prstGeom prst="rect">
                <a:avLst/>
              </a:prstGeom>
              <a:blipFill>
                <a:blip r:embed="rId2"/>
                <a:stretch>
                  <a:fillRect l="-16949" r="-3390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3F6F17AD-1FDC-F13F-1C4F-18FB49B34343}"/>
                  </a:ext>
                </a:extLst>
              </p:cNvPr>
              <p:cNvSpPr txBox="1"/>
              <p:nvPr/>
            </p:nvSpPr>
            <p:spPr>
              <a:xfrm>
                <a:off x="4013922" y="3662952"/>
                <a:ext cx="2557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3F6F17AD-1FDC-F13F-1C4F-18FB49B34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3922" y="3662952"/>
                <a:ext cx="255711" cy="276999"/>
              </a:xfrm>
              <a:prstGeom prst="rect">
                <a:avLst/>
              </a:prstGeom>
              <a:blipFill>
                <a:blip r:embed="rId3"/>
                <a:stretch>
                  <a:fillRect l="-21429" r="-19048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6439CF58-1E24-323F-20BC-7AE1A42D4184}"/>
                  </a:ext>
                </a:extLst>
              </p:cNvPr>
              <p:cNvSpPr txBox="1"/>
              <p:nvPr/>
            </p:nvSpPr>
            <p:spPr>
              <a:xfrm>
                <a:off x="1758180" y="2967388"/>
                <a:ext cx="3419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6439CF58-1E24-323F-20BC-7AE1A42D41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180" y="2967388"/>
                <a:ext cx="341953" cy="276999"/>
              </a:xfrm>
              <a:prstGeom prst="rect">
                <a:avLst/>
              </a:prstGeom>
              <a:blipFill>
                <a:blip r:embed="rId4"/>
                <a:stretch>
                  <a:fillRect l="-14035" r="-3509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807FE149-73B3-D733-A625-5F384B0D1079}"/>
              </a:ext>
            </a:extLst>
          </p:cNvPr>
          <p:cNvCxnSpPr>
            <a:cxnSpLocks/>
          </p:cNvCxnSpPr>
          <p:nvPr/>
        </p:nvCxnSpPr>
        <p:spPr>
          <a:xfrm>
            <a:off x="2171211" y="900275"/>
            <a:ext cx="3721395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ED1D1C7C-F08A-171B-B486-6F56959BB5CE}"/>
              </a:ext>
            </a:extLst>
          </p:cNvPr>
          <p:cNvCxnSpPr>
            <a:cxnSpLocks/>
          </p:cNvCxnSpPr>
          <p:nvPr/>
        </p:nvCxnSpPr>
        <p:spPr>
          <a:xfrm>
            <a:off x="2171211" y="1694173"/>
            <a:ext cx="3721395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BDB92B65-17DD-53BE-EA1B-78FA6632B6B4}"/>
                  </a:ext>
                </a:extLst>
              </p:cNvPr>
              <p:cNvSpPr txBox="1"/>
              <p:nvPr/>
            </p:nvSpPr>
            <p:spPr>
              <a:xfrm>
                <a:off x="3340527" y="1417174"/>
                <a:ext cx="2800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BDB92B65-17DD-53BE-EA1B-78FA6632B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0527" y="1417174"/>
                <a:ext cx="280012" cy="276999"/>
              </a:xfrm>
              <a:prstGeom prst="rect">
                <a:avLst/>
              </a:prstGeom>
              <a:blipFill>
                <a:blip r:embed="rId5"/>
                <a:stretch>
                  <a:fillRect l="-21739" r="-4348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B653C549-C8B3-4D78-FC83-520EB5CCD00B}"/>
                  </a:ext>
                </a:extLst>
              </p:cNvPr>
              <p:cNvSpPr txBox="1"/>
              <p:nvPr/>
            </p:nvSpPr>
            <p:spPr>
              <a:xfrm>
                <a:off x="4597173" y="1417174"/>
                <a:ext cx="29982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B653C549-C8B3-4D78-FC83-520EB5CCD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7173" y="1417174"/>
                <a:ext cx="299826" cy="276999"/>
              </a:xfrm>
              <a:prstGeom prst="rect">
                <a:avLst/>
              </a:prstGeom>
              <a:blipFill>
                <a:blip r:embed="rId6"/>
                <a:stretch>
                  <a:fillRect l="-18367" r="-4082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361BDA17-90E0-58FB-1B1E-546EE118544E}"/>
                  </a:ext>
                </a:extLst>
              </p:cNvPr>
              <p:cNvSpPr txBox="1"/>
              <p:nvPr/>
            </p:nvSpPr>
            <p:spPr>
              <a:xfrm>
                <a:off x="4031908" y="1325578"/>
                <a:ext cx="197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361BDA17-90E0-58FB-1B1E-546EE1185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1908" y="1325578"/>
                <a:ext cx="197746" cy="276999"/>
              </a:xfrm>
              <a:prstGeom prst="rect">
                <a:avLst/>
              </a:prstGeom>
              <a:blipFill>
                <a:blip r:embed="rId7"/>
                <a:stretch>
                  <a:fillRect l="-18182" r="-1212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42A3A804-1272-7EF6-EEF3-CE32A77D2F94}"/>
              </a:ext>
            </a:extLst>
          </p:cNvPr>
          <p:cNvCxnSpPr/>
          <p:nvPr/>
        </p:nvCxnSpPr>
        <p:spPr>
          <a:xfrm flipV="1">
            <a:off x="1958559" y="1602577"/>
            <a:ext cx="0" cy="115457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A508F9CC-DDBF-F251-DC93-1D8208B3C6C1}"/>
              </a:ext>
            </a:extLst>
          </p:cNvPr>
          <p:cNvCxnSpPr/>
          <p:nvPr/>
        </p:nvCxnSpPr>
        <p:spPr>
          <a:xfrm flipV="1">
            <a:off x="6105257" y="1539056"/>
            <a:ext cx="0" cy="115457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089F2183-4B3B-63D5-5526-8E0208166465}"/>
              </a:ext>
            </a:extLst>
          </p:cNvPr>
          <p:cNvCxnSpPr>
            <a:cxnSpLocks/>
          </p:cNvCxnSpPr>
          <p:nvPr/>
        </p:nvCxnSpPr>
        <p:spPr>
          <a:xfrm>
            <a:off x="1944383" y="3353406"/>
            <a:ext cx="0" cy="1009315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BF38886B-ABEC-D994-2F23-6ACD5E6DF5BA}"/>
              </a:ext>
            </a:extLst>
          </p:cNvPr>
          <p:cNvCxnSpPr>
            <a:cxnSpLocks/>
          </p:cNvCxnSpPr>
          <p:nvPr/>
        </p:nvCxnSpPr>
        <p:spPr>
          <a:xfrm>
            <a:off x="4141778" y="4121767"/>
            <a:ext cx="0" cy="92940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B5B2C19B-AB7B-DE9E-DEFB-3F00A834C7DE}"/>
              </a:ext>
            </a:extLst>
          </p:cNvPr>
          <p:cNvCxnSpPr>
            <a:cxnSpLocks/>
          </p:cNvCxnSpPr>
          <p:nvPr/>
        </p:nvCxnSpPr>
        <p:spPr>
          <a:xfrm>
            <a:off x="6105258" y="3324498"/>
            <a:ext cx="0" cy="797269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5F22841F-68C6-013F-4DA5-984C41B8F593}"/>
                  </a:ext>
                </a:extLst>
              </p:cNvPr>
              <p:cNvSpPr txBox="1"/>
              <p:nvPr/>
            </p:nvSpPr>
            <p:spPr>
              <a:xfrm>
                <a:off x="1547190" y="1694173"/>
                <a:ext cx="2713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5F22841F-68C6-013F-4DA5-984C41B8F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190" y="1694173"/>
                <a:ext cx="271356" cy="276999"/>
              </a:xfrm>
              <a:prstGeom prst="rect">
                <a:avLst/>
              </a:prstGeom>
              <a:blipFill>
                <a:blip r:embed="rId8"/>
                <a:stretch>
                  <a:fillRect l="-22727" r="-6818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4829B946-B62B-AAB6-8366-9FF8A60B7FF2}"/>
                  </a:ext>
                </a:extLst>
              </p:cNvPr>
              <p:cNvSpPr txBox="1"/>
              <p:nvPr/>
            </p:nvSpPr>
            <p:spPr>
              <a:xfrm>
                <a:off x="6225761" y="1529903"/>
                <a:ext cx="29982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4829B946-B62B-AAB6-8366-9FF8A60B7F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5761" y="1529903"/>
                <a:ext cx="299826" cy="276999"/>
              </a:xfrm>
              <a:prstGeom prst="rect">
                <a:avLst/>
              </a:prstGeom>
              <a:blipFill>
                <a:blip r:embed="rId9"/>
                <a:stretch>
                  <a:fillRect l="-16327" r="-4082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18A35F66-54B0-8F8D-1762-23E507D7EF4F}"/>
              </a:ext>
            </a:extLst>
          </p:cNvPr>
          <p:cNvCxnSpPr>
            <a:cxnSpLocks/>
          </p:cNvCxnSpPr>
          <p:nvPr/>
        </p:nvCxnSpPr>
        <p:spPr>
          <a:xfrm flipH="1" flipV="1">
            <a:off x="2969340" y="1233891"/>
            <a:ext cx="1157583" cy="45182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6F91893C-6DBD-5C5E-C0B1-7A68286E9356}"/>
              </a:ext>
            </a:extLst>
          </p:cNvPr>
          <p:cNvCxnSpPr>
            <a:cxnSpLocks/>
          </p:cNvCxnSpPr>
          <p:nvPr/>
        </p:nvCxnSpPr>
        <p:spPr>
          <a:xfrm flipV="1">
            <a:off x="4156633" y="1285037"/>
            <a:ext cx="916606" cy="40068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D409575D-39DA-A0A5-4056-E62F432B50FF}"/>
                  </a:ext>
                </a:extLst>
              </p:cNvPr>
              <p:cNvSpPr txBox="1"/>
              <p:nvPr/>
            </p:nvSpPr>
            <p:spPr>
              <a:xfrm>
                <a:off x="3166818" y="984506"/>
                <a:ext cx="2713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D409575D-39DA-A0A5-4056-E62F432B5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818" y="984506"/>
                <a:ext cx="271356" cy="276999"/>
              </a:xfrm>
              <a:prstGeom prst="rect">
                <a:avLst/>
              </a:prstGeom>
              <a:blipFill>
                <a:blip r:embed="rId10"/>
                <a:stretch>
                  <a:fillRect l="-20000" r="-4444"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6C8B4A57-91B4-85C4-36EB-E9B55EDB32A9}"/>
                  </a:ext>
                </a:extLst>
              </p:cNvPr>
              <p:cNvSpPr txBox="1"/>
              <p:nvPr/>
            </p:nvSpPr>
            <p:spPr>
              <a:xfrm>
                <a:off x="4545556" y="1032413"/>
                <a:ext cx="29982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6C8B4A57-91B4-85C4-36EB-E9B55EDB3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556" y="1032413"/>
                <a:ext cx="299826" cy="276999"/>
              </a:xfrm>
              <a:prstGeom prst="rect">
                <a:avLst/>
              </a:prstGeom>
              <a:blipFill>
                <a:blip r:embed="rId11"/>
                <a:stretch>
                  <a:fillRect l="-18367" r="-4082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8FA5BAD1-ABA4-D94C-AFA3-8FC26A4B396B}"/>
                  </a:ext>
                </a:extLst>
              </p:cNvPr>
              <p:cNvSpPr txBox="1"/>
              <p:nvPr/>
            </p:nvSpPr>
            <p:spPr>
              <a:xfrm>
                <a:off x="1758180" y="4389990"/>
                <a:ext cx="4869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8FA5BAD1-ABA4-D94C-AFA3-8FC26A4B3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180" y="4389990"/>
                <a:ext cx="486993" cy="276999"/>
              </a:xfrm>
              <a:prstGeom prst="rect">
                <a:avLst/>
              </a:prstGeom>
              <a:blipFill>
                <a:blip r:embed="rId12"/>
                <a:stretch>
                  <a:fillRect l="-10000" r="-11250" b="-239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F4EFA92A-E433-0164-D944-60B431761D70}"/>
                  </a:ext>
                </a:extLst>
              </p:cNvPr>
              <p:cNvSpPr txBox="1"/>
              <p:nvPr/>
            </p:nvSpPr>
            <p:spPr>
              <a:xfrm>
                <a:off x="4209983" y="4805418"/>
                <a:ext cx="395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𝑀𝑔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F4EFA92A-E433-0164-D944-60B431761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9983" y="4805418"/>
                <a:ext cx="395108" cy="276999"/>
              </a:xfrm>
              <a:prstGeom prst="rect">
                <a:avLst/>
              </a:prstGeom>
              <a:blipFill>
                <a:blip r:embed="rId13"/>
                <a:stretch>
                  <a:fillRect l="-21875" r="-18750" b="-326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0F84E103-AFFE-9305-AB40-F9F9F71BDE44}"/>
                  </a:ext>
                </a:extLst>
              </p:cNvPr>
              <p:cNvSpPr txBox="1"/>
              <p:nvPr/>
            </p:nvSpPr>
            <p:spPr>
              <a:xfrm>
                <a:off x="6225761" y="3996712"/>
                <a:ext cx="5068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0F84E103-AFFE-9305-AB40-F9F9F71BD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5761" y="3996712"/>
                <a:ext cx="506805" cy="276999"/>
              </a:xfrm>
              <a:prstGeom prst="rect">
                <a:avLst/>
              </a:prstGeom>
              <a:blipFill>
                <a:blip r:embed="rId14"/>
                <a:stretch>
                  <a:fillRect l="-9639" r="-12048" b="-2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18F6BBCC-FD20-3CA6-8AE2-5F9A84550BF7}"/>
              </a:ext>
            </a:extLst>
          </p:cNvPr>
          <p:cNvCxnSpPr/>
          <p:nvPr/>
        </p:nvCxnSpPr>
        <p:spPr>
          <a:xfrm flipV="1">
            <a:off x="4141778" y="2161504"/>
            <a:ext cx="0" cy="115457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de Seta Reta 56">
            <a:extLst>
              <a:ext uri="{FF2B5EF4-FFF2-40B4-BE49-F238E27FC236}">
                <a16:creationId xmlns:a16="http://schemas.microsoft.com/office/drawing/2014/main" id="{01419EC0-2B49-61A7-6D5E-11397917A6FB}"/>
              </a:ext>
            </a:extLst>
          </p:cNvPr>
          <p:cNvCxnSpPr>
            <a:cxnSpLocks/>
          </p:cNvCxnSpPr>
          <p:nvPr/>
        </p:nvCxnSpPr>
        <p:spPr>
          <a:xfrm flipV="1">
            <a:off x="5076123" y="1271570"/>
            <a:ext cx="0" cy="414147"/>
          </a:xfrm>
          <a:prstGeom prst="straightConnector1">
            <a:avLst/>
          </a:prstGeom>
          <a:ln w="12700"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>
            <a:extLst>
              <a:ext uri="{FF2B5EF4-FFF2-40B4-BE49-F238E27FC236}">
                <a16:creationId xmlns:a16="http://schemas.microsoft.com/office/drawing/2014/main" id="{1C6F0D0C-A02E-9623-5FBD-B5BA8466A466}"/>
              </a:ext>
            </a:extLst>
          </p:cNvPr>
          <p:cNvCxnSpPr>
            <a:cxnSpLocks/>
          </p:cNvCxnSpPr>
          <p:nvPr/>
        </p:nvCxnSpPr>
        <p:spPr>
          <a:xfrm flipV="1">
            <a:off x="2969340" y="1271570"/>
            <a:ext cx="0" cy="414147"/>
          </a:xfrm>
          <a:prstGeom prst="straightConnector1">
            <a:avLst/>
          </a:prstGeom>
          <a:ln w="12700"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>
            <a:extLst>
              <a:ext uri="{FF2B5EF4-FFF2-40B4-BE49-F238E27FC236}">
                <a16:creationId xmlns:a16="http://schemas.microsoft.com/office/drawing/2014/main" id="{24D930D0-C0C1-63A3-6FD9-8E5B3A4511CF}"/>
              </a:ext>
            </a:extLst>
          </p:cNvPr>
          <p:cNvCxnSpPr>
            <a:cxnSpLocks/>
          </p:cNvCxnSpPr>
          <p:nvPr/>
        </p:nvCxnSpPr>
        <p:spPr>
          <a:xfrm flipH="1">
            <a:off x="2969340" y="1699184"/>
            <a:ext cx="1172438" cy="0"/>
          </a:xfrm>
          <a:prstGeom prst="straightConnector1">
            <a:avLst/>
          </a:prstGeom>
          <a:ln w="12700"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de Seta Reta 63">
            <a:extLst>
              <a:ext uri="{FF2B5EF4-FFF2-40B4-BE49-F238E27FC236}">
                <a16:creationId xmlns:a16="http://schemas.microsoft.com/office/drawing/2014/main" id="{CD7DF99E-3367-3C54-E269-BE95AFE01A20}"/>
              </a:ext>
            </a:extLst>
          </p:cNvPr>
          <p:cNvCxnSpPr>
            <a:cxnSpLocks/>
          </p:cNvCxnSpPr>
          <p:nvPr/>
        </p:nvCxnSpPr>
        <p:spPr>
          <a:xfrm>
            <a:off x="4125020" y="1694173"/>
            <a:ext cx="951103" cy="0"/>
          </a:xfrm>
          <a:prstGeom prst="straightConnector1">
            <a:avLst/>
          </a:prstGeom>
          <a:ln w="12700"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CaixaDeTexto 66">
                <a:extLst>
                  <a:ext uri="{FF2B5EF4-FFF2-40B4-BE49-F238E27FC236}">
                    <a16:creationId xmlns:a16="http://schemas.microsoft.com/office/drawing/2014/main" id="{97346ABC-4B83-C936-6A3E-D0CB492D72DB}"/>
                  </a:ext>
                </a:extLst>
              </p:cNvPr>
              <p:cNvSpPr txBox="1"/>
              <p:nvPr/>
            </p:nvSpPr>
            <p:spPr>
              <a:xfrm>
                <a:off x="3096000" y="1811381"/>
                <a:ext cx="8206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7" name="CaixaDeTexto 66">
                <a:extLst>
                  <a:ext uri="{FF2B5EF4-FFF2-40B4-BE49-F238E27FC236}">
                    <a16:creationId xmlns:a16="http://schemas.microsoft.com/office/drawing/2014/main" id="{97346ABC-4B83-C936-6A3E-D0CB492D7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6000" y="1811381"/>
                <a:ext cx="820673" cy="276999"/>
              </a:xfrm>
              <a:prstGeom prst="rect">
                <a:avLst/>
              </a:prstGeom>
              <a:blipFill>
                <a:blip r:embed="rId15"/>
                <a:stretch>
                  <a:fillRect l="-6716" r="-2239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CaixaDeTexto 67">
                <a:extLst>
                  <a:ext uri="{FF2B5EF4-FFF2-40B4-BE49-F238E27FC236}">
                    <a16:creationId xmlns:a16="http://schemas.microsoft.com/office/drawing/2014/main" id="{A9056247-457B-A802-66DE-4B0097B96363}"/>
                  </a:ext>
                </a:extLst>
              </p:cNvPr>
              <p:cNvSpPr txBox="1"/>
              <p:nvPr/>
            </p:nvSpPr>
            <p:spPr>
              <a:xfrm>
                <a:off x="4378175" y="1811381"/>
                <a:ext cx="8602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8" name="CaixaDeTexto 67">
                <a:extLst>
                  <a:ext uri="{FF2B5EF4-FFF2-40B4-BE49-F238E27FC236}">
                    <a16:creationId xmlns:a16="http://schemas.microsoft.com/office/drawing/2014/main" id="{A9056247-457B-A802-66DE-4B0097B96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8175" y="1811381"/>
                <a:ext cx="860299" cy="276999"/>
              </a:xfrm>
              <a:prstGeom prst="rect">
                <a:avLst/>
              </a:prstGeom>
              <a:blipFill>
                <a:blip r:embed="rId16"/>
                <a:stretch>
                  <a:fillRect l="-5674" r="-2128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aixaDeTexto 68">
                <a:extLst>
                  <a:ext uri="{FF2B5EF4-FFF2-40B4-BE49-F238E27FC236}">
                    <a16:creationId xmlns:a16="http://schemas.microsoft.com/office/drawing/2014/main" id="{6F6DE797-EE27-747D-A782-049BA810844D}"/>
                  </a:ext>
                </a:extLst>
              </p:cNvPr>
              <p:cNvSpPr txBox="1"/>
              <p:nvPr/>
            </p:nvSpPr>
            <p:spPr>
              <a:xfrm>
                <a:off x="2111288" y="1346877"/>
                <a:ext cx="7998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9" name="CaixaDeTexto 68">
                <a:extLst>
                  <a:ext uri="{FF2B5EF4-FFF2-40B4-BE49-F238E27FC236}">
                    <a16:creationId xmlns:a16="http://schemas.microsoft.com/office/drawing/2014/main" id="{6F6DE797-EE27-747D-A782-049BA8108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288" y="1346877"/>
                <a:ext cx="799834" cy="276999"/>
              </a:xfrm>
              <a:prstGeom prst="rect">
                <a:avLst/>
              </a:prstGeom>
              <a:blipFill>
                <a:blip r:embed="rId17"/>
                <a:stretch>
                  <a:fillRect l="-6061" r="-1515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aixaDeTexto 69">
                <a:extLst>
                  <a:ext uri="{FF2B5EF4-FFF2-40B4-BE49-F238E27FC236}">
                    <a16:creationId xmlns:a16="http://schemas.microsoft.com/office/drawing/2014/main" id="{0E52BA86-0F0E-65E7-A4A8-221AFC565D2F}"/>
                  </a:ext>
                </a:extLst>
              </p:cNvPr>
              <p:cNvSpPr txBox="1"/>
              <p:nvPr/>
            </p:nvSpPr>
            <p:spPr>
              <a:xfrm>
                <a:off x="5121559" y="1366385"/>
                <a:ext cx="8394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0" name="CaixaDeTexto 69">
                <a:extLst>
                  <a:ext uri="{FF2B5EF4-FFF2-40B4-BE49-F238E27FC236}">
                    <a16:creationId xmlns:a16="http://schemas.microsoft.com/office/drawing/2014/main" id="{0E52BA86-0F0E-65E7-A4A8-221AFC565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559" y="1366385"/>
                <a:ext cx="839461" cy="276999"/>
              </a:xfrm>
              <a:prstGeom prst="rect">
                <a:avLst/>
              </a:prstGeom>
              <a:blipFill>
                <a:blip r:embed="rId18"/>
                <a:stretch>
                  <a:fillRect l="-5797" r="-1449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7071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9000"/>
    </mc:Choice>
    <mc:Fallback xmlns="">
      <p:transition spd="slow" advClick="0" advTm="39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24BB3-C146-1DE1-8BD3-5FD49AD5A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8802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839C5-071C-487D-7FD2-F37DF7C8F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1A5700A7-C3E3-2E4F-F0C2-C9331D859538}"/>
              </a:ext>
            </a:extLst>
          </p:cNvPr>
          <p:cNvCxnSpPr>
            <a:cxnSpLocks/>
          </p:cNvCxnSpPr>
          <p:nvPr/>
        </p:nvCxnSpPr>
        <p:spPr>
          <a:xfrm>
            <a:off x="669747" y="1788458"/>
            <a:ext cx="0" cy="1670668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69CF78AE-FE14-E3C9-DFF3-704BB1C999EA}"/>
              </a:ext>
            </a:extLst>
          </p:cNvPr>
          <p:cNvCxnSpPr>
            <a:cxnSpLocks/>
          </p:cNvCxnSpPr>
          <p:nvPr/>
        </p:nvCxnSpPr>
        <p:spPr>
          <a:xfrm flipH="1" flipV="1">
            <a:off x="689768" y="1782100"/>
            <a:ext cx="1974210" cy="770571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A7298FC3-B909-6803-7186-5B0A8FB718C2}"/>
              </a:ext>
            </a:extLst>
          </p:cNvPr>
          <p:cNvCxnSpPr>
            <a:cxnSpLocks/>
          </p:cNvCxnSpPr>
          <p:nvPr/>
        </p:nvCxnSpPr>
        <p:spPr>
          <a:xfrm flipV="1">
            <a:off x="721601" y="2590830"/>
            <a:ext cx="1919022" cy="83887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7F69518E-67CF-CD6D-FDDD-155E0257A49D}"/>
                  </a:ext>
                </a:extLst>
              </p:cNvPr>
              <p:cNvSpPr txBox="1"/>
              <p:nvPr/>
            </p:nvSpPr>
            <p:spPr>
              <a:xfrm>
                <a:off x="1625943" y="1793915"/>
                <a:ext cx="2713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7F69518E-67CF-CD6D-FDDD-155E0257A4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943" y="1793915"/>
                <a:ext cx="271356" cy="276999"/>
              </a:xfrm>
              <a:prstGeom prst="rect">
                <a:avLst/>
              </a:prstGeom>
              <a:blipFill>
                <a:blip r:embed="rId2"/>
                <a:stretch>
                  <a:fillRect l="-22727" r="-6818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6649CDB3-29D9-BB51-4D6D-D365AF6EC6DE}"/>
                  </a:ext>
                </a:extLst>
              </p:cNvPr>
              <p:cNvSpPr txBox="1"/>
              <p:nvPr/>
            </p:nvSpPr>
            <p:spPr>
              <a:xfrm>
                <a:off x="1562730" y="3144284"/>
                <a:ext cx="29982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6649CDB3-29D9-BB51-4D6D-D365AF6EC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730" y="3144284"/>
                <a:ext cx="299826" cy="276999"/>
              </a:xfrm>
              <a:prstGeom prst="rect">
                <a:avLst/>
              </a:prstGeom>
              <a:blipFill>
                <a:blip r:embed="rId3"/>
                <a:stretch>
                  <a:fillRect l="-16000" r="-2000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A5026A1E-A586-AE44-2133-123B9A496834}"/>
                  </a:ext>
                </a:extLst>
              </p:cNvPr>
              <p:cNvSpPr txBox="1"/>
              <p:nvPr/>
            </p:nvSpPr>
            <p:spPr>
              <a:xfrm>
                <a:off x="160149" y="2213867"/>
                <a:ext cx="395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𝑀𝑔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A5026A1E-A586-AE44-2133-123B9A496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149" y="2213867"/>
                <a:ext cx="395108" cy="276999"/>
              </a:xfrm>
              <a:prstGeom prst="rect">
                <a:avLst/>
              </a:prstGeom>
              <a:blipFill>
                <a:blip r:embed="rId4"/>
                <a:stretch>
                  <a:fillRect l="-20000" r="-18462" b="-326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B962ED51-1F68-3031-8851-323783860F0A}"/>
                  </a:ext>
                </a:extLst>
              </p:cNvPr>
              <p:cNvSpPr txBox="1"/>
              <p:nvPr/>
            </p:nvSpPr>
            <p:spPr>
              <a:xfrm>
                <a:off x="1705555" y="2266223"/>
                <a:ext cx="40155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B962ED51-1F68-3031-8851-323783860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555" y="2266223"/>
                <a:ext cx="401559" cy="276999"/>
              </a:xfrm>
              <a:prstGeom prst="rect">
                <a:avLst/>
              </a:prstGeom>
              <a:blipFill>
                <a:blip r:embed="rId5"/>
                <a:stretch>
                  <a:fillRect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B1210888-45E6-725D-E2CE-9611FBCE02B6}"/>
              </a:ext>
            </a:extLst>
          </p:cNvPr>
          <p:cNvSpPr txBox="1"/>
          <p:nvPr/>
        </p:nvSpPr>
        <p:spPr>
          <a:xfrm>
            <a:off x="79305" y="162713"/>
            <a:ext cx="32280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err="1">
                <a:solidFill>
                  <a:schemeClr val="bg1"/>
                </a:solidFill>
              </a:rPr>
              <a:t>Parallelogram</a:t>
            </a:r>
            <a:r>
              <a:rPr lang="pt-BR" sz="2400" dirty="0">
                <a:solidFill>
                  <a:schemeClr val="bg1"/>
                </a:solidFill>
              </a:rPr>
              <a:t> </a:t>
            </a:r>
            <a:r>
              <a:rPr lang="pt-BR" sz="2400" dirty="0" err="1">
                <a:solidFill>
                  <a:schemeClr val="bg1"/>
                </a:solidFill>
              </a:rPr>
              <a:t>rule</a:t>
            </a:r>
            <a:endParaRPr lang="pt-BR" sz="24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56AA297A-6AA2-2D8C-BE13-10ED02142B8E}"/>
                  </a:ext>
                </a:extLst>
              </p:cNvPr>
              <p:cNvSpPr txBox="1"/>
              <p:nvPr/>
            </p:nvSpPr>
            <p:spPr>
              <a:xfrm>
                <a:off x="3443453" y="2037261"/>
                <a:ext cx="23333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56AA297A-6AA2-2D8C-BE13-10ED02142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3453" y="2037261"/>
                <a:ext cx="2333395" cy="276999"/>
              </a:xfrm>
              <a:prstGeom prst="rect">
                <a:avLst/>
              </a:prstGeom>
              <a:blipFill>
                <a:blip r:embed="rId6"/>
                <a:stretch>
                  <a:fillRect l="-2089" r="-1828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ixaDeTexto 4">
            <a:extLst>
              <a:ext uri="{FF2B5EF4-FFF2-40B4-BE49-F238E27FC236}">
                <a16:creationId xmlns:a16="http://schemas.microsoft.com/office/drawing/2014/main" id="{3C15B151-B7EA-B494-3064-DCB339051F79}"/>
              </a:ext>
            </a:extLst>
          </p:cNvPr>
          <p:cNvSpPr txBox="1"/>
          <p:nvPr/>
        </p:nvSpPr>
        <p:spPr>
          <a:xfrm>
            <a:off x="3523054" y="156202"/>
            <a:ext cx="24085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Sum </a:t>
            </a:r>
            <a:r>
              <a:rPr lang="pt-BR" sz="2400" dirty="0" err="1">
                <a:solidFill>
                  <a:schemeClr val="bg1"/>
                </a:solidFill>
              </a:rPr>
              <a:t>of</a:t>
            </a:r>
            <a:r>
              <a:rPr lang="pt-BR" sz="2400" dirty="0">
                <a:solidFill>
                  <a:schemeClr val="bg1"/>
                </a:solidFill>
              </a:rPr>
              <a:t> forces in </a:t>
            </a:r>
            <a:r>
              <a:rPr lang="pt-BR" sz="2400" dirty="0" err="1">
                <a:solidFill>
                  <a:schemeClr val="bg1"/>
                </a:solidFill>
              </a:rPr>
              <a:t>the</a:t>
            </a:r>
            <a:r>
              <a:rPr lang="pt-BR" sz="2400" dirty="0">
                <a:solidFill>
                  <a:schemeClr val="bg1"/>
                </a:solidFill>
              </a:rPr>
              <a:t> horizontal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6A8F9D3-0BFE-DD95-4389-9B6AF7EA0A69}"/>
                  </a:ext>
                </a:extLst>
              </p:cNvPr>
              <p:cNvSpPr txBox="1"/>
              <p:nvPr/>
            </p:nvSpPr>
            <p:spPr>
              <a:xfrm>
                <a:off x="6287130" y="2004471"/>
                <a:ext cx="24864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𝑀𝑔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6A8F9D3-0BFE-DD95-4389-9B6AF7EA0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7130" y="2004471"/>
                <a:ext cx="2486450" cy="276999"/>
              </a:xfrm>
              <a:prstGeom prst="rect">
                <a:avLst/>
              </a:prstGeom>
              <a:blipFill>
                <a:blip r:embed="rId7"/>
                <a:stretch>
                  <a:fillRect l="-1716" r="-2696" b="-3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2CD616D2-76A9-29B2-40FB-A287B6BCA8E4}"/>
              </a:ext>
            </a:extLst>
          </p:cNvPr>
          <p:cNvSpPr txBox="1"/>
          <p:nvPr/>
        </p:nvSpPr>
        <p:spPr>
          <a:xfrm>
            <a:off x="6294280" y="142090"/>
            <a:ext cx="26872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Sum </a:t>
            </a:r>
            <a:r>
              <a:rPr lang="pt-BR" sz="2400" dirty="0" err="1">
                <a:solidFill>
                  <a:schemeClr val="bg1"/>
                </a:solidFill>
              </a:rPr>
              <a:t>of</a:t>
            </a:r>
            <a:r>
              <a:rPr lang="pt-BR" sz="2400" dirty="0">
                <a:solidFill>
                  <a:schemeClr val="bg1"/>
                </a:solidFill>
              </a:rPr>
              <a:t> forces in </a:t>
            </a:r>
          </a:p>
          <a:p>
            <a:r>
              <a:rPr lang="pt-BR" sz="2400" dirty="0" err="1">
                <a:solidFill>
                  <a:schemeClr val="bg1"/>
                </a:solidFill>
              </a:rPr>
              <a:t>the</a:t>
            </a:r>
            <a:r>
              <a:rPr lang="pt-BR" sz="2400" dirty="0">
                <a:solidFill>
                  <a:schemeClr val="bg1"/>
                </a:solidFill>
              </a:rPr>
              <a:t> vertical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7D41C0A5-F788-805F-E915-7F7B08EC9256}"/>
              </a:ext>
            </a:extLst>
          </p:cNvPr>
          <p:cNvCxnSpPr>
            <a:cxnSpLocks/>
          </p:cNvCxnSpPr>
          <p:nvPr/>
        </p:nvCxnSpPr>
        <p:spPr>
          <a:xfrm flipV="1">
            <a:off x="3053715" y="213357"/>
            <a:ext cx="0" cy="4521676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2728B73-3D86-1B09-EB69-487655BFF86C}"/>
              </a:ext>
            </a:extLst>
          </p:cNvPr>
          <p:cNvCxnSpPr>
            <a:cxnSpLocks/>
          </p:cNvCxnSpPr>
          <p:nvPr/>
        </p:nvCxnSpPr>
        <p:spPr>
          <a:xfrm flipV="1">
            <a:off x="6038509" y="213357"/>
            <a:ext cx="0" cy="4521676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C52040D7-696E-77B0-9BDA-10A86770700B}"/>
              </a:ext>
            </a:extLst>
          </p:cNvPr>
          <p:cNvCxnSpPr>
            <a:cxnSpLocks/>
          </p:cNvCxnSpPr>
          <p:nvPr/>
        </p:nvCxnSpPr>
        <p:spPr>
          <a:xfrm>
            <a:off x="100830" y="1143195"/>
            <a:ext cx="2769961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C226D4B6-1384-0D67-55E3-3B0AE67C2E88}"/>
              </a:ext>
            </a:extLst>
          </p:cNvPr>
          <p:cNvCxnSpPr>
            <a:cxnSpLocks/>
          </p:cNvCxnSpPr>
          <p:nvPr/>
        </p:nvCxnSpPr>
        <p:spPr>
          <a:xfrm>
            <a:off x="3187019" y="1143195"/>
            <a:ext cx="2769961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B478553B-5153-0221-A595-EEAE396C15B7}"/>
              </a:ext>
            </a:extLst>
          </p:cNvPr>
          <p:cNvCxnSpPr>
            <a:cxnSpLocks/>
          </p:cNvCxnSpPr>
          <p:nvPr/>
        </p:nvCxnSpPr>
        <p:spPr>
          <a:xfrm>
            <a:off x="6199577" y="1143195"/>
            <a:ext cx="2769961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06464D16-E399-6601-F22F-A099EF16E69B}"/>
              </a:ext>
            </a:extLst>
          </p:cNvPr>
          <p:cNvCxnSpPr>
            <a:cxnSpLocks/>
          </p:cNvCxnSpPr>
          <p:nvPr/>
        </p:nvCxnSpPr>
        <p:spPr>
          <a:xfrm>
            <a:off x="721601" y="2571750"/>
            <a:ext cx="1919022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84901361-D5DF-1435-6FDA-E3C8BB8513C9}"/>
                  </a:ext>
                </a:extLst>
              </p:cNvPr>
              <p:cNvSpPr txBox="1"/>
              <p:nvPr/>
            </p:nvSpPr>
            <p:spPr>
              <a:xfrm>
                <a:off x="1712643" y="2590830"/>
                <a:ext cx="40155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84901361-D5DF-1435-6FDA-E3C8BB851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2643" y="2590830"/>
                <a:ext cx="401559" cy="276999"/>
              </a:xfrm>
              <a:prstGeom prst="rect">
                <a:avLst/>
              </a:prstGeom>
              <a:blipFill>
                <a:blip r:embed="rId8"/>
                <a:stretch>
                  <a:fillRect l="-1515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E62CB1DE-BC9E-90C4-EF42-FB1EF31D7B92}"/>
                  </a:ext>
                </a:extLst>
              </p:cNvPr>
              <p:cNvSpPr txBox="1"/>
              <p:nvPr/>
            </p:nvSpPr>
            <p:spPr>
              <a:xfrm>
                <a:off x="254662" y="3668198"/>
                <a:ext cx="185954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E62CB1DE-BC9E-90C4-EF42-FB1EF31D7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62" y="3668198"/>
                <a:ext cx="1859540" cy="276999"/>
              </a:xfrm>
              <a:prstGeom prst="rect">
                <a:avLst/>
              </a:prstGeom>
              <a:blipFill>
                <a:blip r:embed="rId9"/>
                <a:stretch>
                  <a:fillRect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0346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2000"/>
    </mc:Choice>
    <mc:Fallback xmlns="">
      <p:transition spd="slow" advClick="0" advTm="5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311F3-A4D6-3946-BC8D-9011E193B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7599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053FC-EEE3-C9BF-C11D-C22714562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972FF3D6-E5C0-6B40-BDE0-426D0650EFCC}"/>
              </a:ext>
            </a:extLst>
          </p:cNvPr>
          <p:cNvCxnSpPr>
            <a:cxnSpLocks/>
          </p:cNvCxnSpPr>
          <p:nvPr/>
        </p:nvCxnSpPr>
        <p:spPr>
          <a:xfrm>
            <a:off x="669747" y="1788458"/>
            <a:ext cx="0" cy="1670668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3410FEC1-40B1-A9C2-7784-47814D3CF331}"/>
              </a:ext>
            </a:extLst>
          </p:cNvPr>
          <p:cNvCxnSpPr>
            <a:cxnSpLocks/>
          </p:cNvCxnSpPr>
          <p:nvPr/>
        </p:nvCxnSpPr>
        <p:spPr>
          <a:xfrm flipH="1" flipV="1">
            <a:off x="689768" y="1782100"/>
            <a:ext cx="1974210" cy="770571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56E8720D-A90F-8EE9-E648-0762D76CA020}"/>
              </a:ext>
            </a:extLst>
          </p:cNvPr>
          <p:cNvCxnSpPr>
            <a:cxnSpLocks/>
          </p:cNvCxnSpPr>
          <p:nvPr/>
        </p:nvCxnSpPr>
        <p:spPr>
          <a:xfrm flipV="1">
            <a:off x="721601" y="2590830"/>
            <a:ext cx="1919022" cy="83887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4FC0466A-24E1-61FF-C87B-D15A86AE2ADA}"/>
                  </a:ext>
                </a:extLst>
              </p:cNvPr>
              <p:cNvSpPr txBox="1"/>
              <p:nvPr/>
            </p:nvSpPr>
            <p:spPr>
              <a:xfrm>
                <a:off x="1625943" y="1793915"/>
                <a:ext cx="2713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4FC0466A-24E1-61FF-C87B-D15A86AE2A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943" y="1793915"/>
                <a:ext cx="271356" cy="276999"/>
              </a:xfrm>
              <a:prstGeom prst="rect">
                <a:avLst/>
              </a:prstGeom>
              <a:blipFill>
                <a:blip r:embed="rId2"/>
                <a:stretch>
                  <a:fillRect l="-22727" r="-6818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3E446BDF-FBE4-8059-B37D-F9731DD110DF}"/>
                  </a:ext>
                </a:extLst>
              </p:cNvPr>
              <p:cNvSpPr txBox="1"/>
              <p:nvPr/>
            </p:nvSpPr>
            <p:spPr>
              <a:xfrm>
                <a:off x="1562730" y="3144284"/>
                <a:ext cx="29982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3E446BDF-FBE4-8059-B37D-F9731DD11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730" y="3144284"/>
                <a:ext cx="299826" cy="276999"/>
              </a:xfrm>
              <a:prstGeom prst="rect">
                <a:avLst/>
              </a:prstGeom>
              <a:blipFill>
                <a:blip r:embed="rId3"/>
                <a:stretch>
                  <a:fillRect l="-16000" r="-2000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E1F699EF-FFD7-8525-6E4D-76CC9D1E0856}"/>
                  </a:ext>
                </a:extLst>
              </p:cNvPr>
              <p:cNvSpPr txBox="1"/>
              <p:nvPr/>
            </p:nvSpPr>
            <p:spPr>
              <a:xfrm>
                <a:off x="160149" y="2213867"/>
                <a:ext cx="395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𝑀𝑔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E1F699EF-FFD7-8525-6E4D-76CC9D1E0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149" y="2213867"/>
                <a:ext cx="395108" cy="276999"/>
              </a:xfrm>
              <a:prstGeom prst="rect">
                <a:avLst/>
              </a:prstGeom>
              <a:blipFill>
                <a:blip r:embed="rId4"/>
                <a:stretch>
                  <a:fillRect l="-20000" r="-18462" b="-326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D8B962BC-99C9-7A77-BEF5-2BD5A8342419}"/>
                  </a:ext>
                </a:extLst>
              </p:cNvPr>
              <p:cNvSpPr txBox="1"/>
              <p:nvPr/>
            </p:nvSpPr>
            <p:spPr>
              <a:xfrm>
                <a:off x="1705555" y="2266223"/>
                <a:ext cx="40155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D8B962BC-99C9-7A77-BEF5-2BD5A8342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555" y="2266223"/>
                <a:ext cx="401559" cy="276999"/>
              </a:xfrm>
              <a:prstGeom prst="rect">
                <a:avLst/>
              </a:prstGeom>
              <a:blipFill>
                <a:blip r:embed="rId5"/>
                <a:stretch>
                  <a:fillRect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A0753B44-E3EF-AB31-5CD3-72D6D21E7C4D}"/>
                  </a:ext>
                </a:extLst>
              </p:cNvPr>
              <p:cNvSpPr txBox="1"/>
              <p:nvPr/>
            </p:nvSpPr>
            <p:spPr>
              <a:xfrm>
                <a:off x="3443453" y="2037261"/>
                <a:ext cx="23333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A0753B44-E3EF-AB31-5CD3-72D6D21E7C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3453" y="2037261"/>
                <a:ext cx="2333395" cy="276999"/>
              </a:xfrm>
              <a:prstGeom prst="rect">
                <a:avLst/>
              </a:prstGeom>
              <a:blipFill>
                <a:blip r:embed="rId6"/>
                <a:stretch>
                  <a:fillRect l="-2089" r="-1828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B789EE35-FBEB-4AD7-0FE6-AB29198B1682}"/>
                  </a:ext>
                </a:extLst>
              </p:cNvPr>
              <p:cNvSpPr txBox="1"/>
              <p:nvPr/>
            </p:nvSpPr>
            <p:spPr>
              <a:xfrm>
                <a:off x="6287130" y="2004471"/>
                <a:ext cx="24864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𝑀𝑔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B789EE35-FBEB-4AD7-0FE6-AB29198B1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7130" y="2004471"/>
                <a:ext cx="2486450" cy="276999"/>
              </a:xfrm>
              <a:prstGeom prst="rect">
                <a:avLst/>
              </a:prstGeom>
              <a:blipFill>
                <a:blip r:embed="rId7"/>
                <a:stretch>
                  <a:fillRect l="-1716" r="-2696" b="-3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38B53C0E-1B5B-58A8-17C1-B0EDCD00B284}"/>
              </a:ext>
            </a:extLst>
          </p:cNvPr>
          <p:cNvCxnSpPr>
            <a:cxnSpLocks/>
          </p:cNvCxnSpPr>
          <p:nvPr/>
        </p:nvCxnSpPr>
        <p:spPr>
          <a:xfrm flipV="1">
            <a:off x="3053715" y="213357"/>
            <a:ext cx="0" cy="4521676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1B22281F-8C85-41C4-F1F0-6FE0F2D6E4B5}"/>
              </a:ext>
            </a:extLst>
          </p:cNvPr>
          <p:cNvCxnSpPr>
            <a:cxnSpLocks/>
          </p:cNvCxnSpPr>
          <p:nvPr/>
        </p:nvCxnSpPr>
        <p:spPr>
          <a:xfrm flipV="1">
            <a:off x="6038509" y="213357"/>
            <a:ext cx="0" cy="4521676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642D2121-85D6-3D32-A756-82DA53B667BA}"/>
              </a:ext>
            </a:extLst>
          </p:cNvPr>
          <p:cNvCxnSpPr>
            <a:cxnSpLocks/>
          </p:cNvCxnSpPr>
          <p:nvPr/>
        </p:nvCxnSpPr>
        <p:spPr>
          <a:xfrm>
            <a:off x="100830" y="1143195"/>
            <a:ext cx="2769961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B633B19A-7444-155C-8011-8A02464910A6}"/>
              </a:ext>
            </a:extLst>
          </p:cNvPr>
          <p:cNvCxnSpPr>
            <a:cxnSpLocks/>
          </p:cNvCxnSpPr>
          <p:nvPr/>
        </p:nvCxnSpPr>
        <p:spPr>
          <a:xfrm>
            <a:off x="3187019" y="1143195"/>
            <a:ext cx="2769961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C4B62061-2AC6-ABDA-731B-D8ABC4870F28}"/>
              </a:ext>
            </a:extLst>
          </p:cNvPr>
          <p:cNvCxnSpPr>
            <a:cxnSpLocks/>
          </p:cNvCxnSpPr>
          <p:nvPr/>
        </p:nvCxnSpPr>
        <p:spPr>
          <a:xfrm>
            <a:off x="6199577" y="1143195"/>
            <a:ext cx="2769961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25270903-6647-04A2-6E07-1800406A5183}"/>
              </a:ext>
            </a:extLst>
          </p:cNvPr>
          <p:cNvCxnSpPr>
            <a:cxnSpLocks/>
          </p:cNvCxnSpPr>
          <p:nvPr/>
        </p:nvCxnSpPr>
        <p:spPr>
          <a:xfrm>
            <a:off x="721601" y="2571750"/>
            <a:ext cx="1919022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416E6884-69D9-9B40-9CCD-C3C0F9FA25BF}"/>
                  </a:ext>
                </a:extLst>
              </p:cNvPr>
              <p:cNvSpPr txBox="1"/>
              <p:nvPr/>
            </p:nvSpPr>
            <p:spPr>
              <a:xfrm>
                <a:off x="1712643" y="2590830"/>
                <a:ext cx="40155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416E6884-69D9-9B40-9CCD-C3C0F9FA2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2643" y="2590830"/>
                <a:ext cx="401559" cy="276999"/>
              </a:xfrm>
              <a:prstGeom prst="rect">
                <a:avLst/>
              </a:prstGeom>
              <a:blipFill>
                <a:blip r:embed="rId8"/>
                <a:stretch>
                  <a:fillRect l="-1515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70A1CF08-FD98-80AF-0596-A2A4AFE02729}"/>
                  </a:ext>
                </a:extLst>
              </p:cNvPr>
              <p:cNvSpPr txBox="1"/>
              <p:nvPr/>
            </p:nvSpPr>
            <p:spPr>
              <a:xfrm>
                <a:off x="254662" y="3668198"/>
                <a:ext cx="185954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70A1CF08-FD98-80AF-0596-A2A4AFE027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62" y="3668198"/>
                <a:ext cx="1859540" cy="276999"/>
              </a:xfrm>
              <a:prstGeom prst="rect">
                <a:avLst/>
              </a:prstGeom>
              <a:blipFill>
                <a:blip r:embed="rId9"/>
                <a:stretch>
                  <a:fillRect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500B844D-2E93-CE43-EDE7-7AB442D83755}"/>
                  </a:ext>
                </a:extLst>
              </p:cNvPr>
              <p:cNvSpPr txBox="1"/>
              <p:nvPr/>
            </p:nvSpPr>
            <p:spPr>
              <a:xfrm>
                <a:off x="3440691" y="2829241"/>
                <a:ext cx="1232260" cy="5680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den>
                      </m:f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sSub>
                            <m:sSubPr>
                              <m:ctrlP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pt-B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sSub>
                            <m:sSubPr>
                              <m:ctrlPr>
                                <a:rPr lang="pt-B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500B844D-2E93-CE43-EDE7-7AB442D83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0691" y="2829241"/>
                <a:ext cx="1232260" cy="568041"/>
              </a:xfrm>
              <a:prstGeom prst="rect">
                <a:avLst/>
              </a:prstGeom>
              <a:blipFill>
                <a:blip r:embed="rId10"/>
                <a:stretch>
                  <a:fillRect b="-10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82E4A54B-8F0F-1FB4-D4B0-2B57E1151B0C}"/>
                  </a:ext>
                </a:extLst>
              </p:cNvPr>
              <p:cNvSpPr txBox="1"/>
              <p:nvPr/>
            </p:nvSpPr>
            <p:spPr>
              <a:xfrm>
                <a:off x="6287130" y="2878368"/>
                <a:ext cx="24882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82E4A54B-8F0F-1FB4-D4B0-2B57E1151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7130" y="2878368"/>
                <a:ext cx="2488245" cy="276999"/>
              </a:xfrm>
              <a:prstGeom prst="rect">
                <a:avLst/>
              </a:prstGeom>
              <a:blipFill>
                <a:blip r:embed="rId11"/>
                <a:stretch>
                  <a:fillRect l="-1711" r="-1467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00386A6B-3546-0D58-48A3-B1B66A499BB3}"/>
                  </a:ext>
                </a:extLst>
              </p:cNvPr>
              <p:cNvSpPr txBox="1"/>
              <p:nvPr/>
            </p:nvSpPr>
            <p:spPr>
              <a:xfrm>
                <a:off x="-394922" y="4301781"/>
                <a:ext cx="3902549" cy="4338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p>
                            <m:sSupPr>
                              <m:ctrlPr>
                                <a:rPr lang="pt-BR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pt-BR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>
                          <m: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1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pt-B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1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1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sSub>
                        <m:sSubPr>
                          <m:ctrlPr>
                            <a:rPr lang="pt-B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1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1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sz="1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1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pt-BR" sz="1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sz="1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400" dirty="0">
                  <a:solidFill>
                    <a:schemeClr val="bg1"/>
                  </a:solidFill>
                </a:endParaRPr>
              </a:p>
              <a:p>
                <a:endParaRPr lang="pt-BR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00386A6B-3546-0D58-48A3-B1B66A499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94922" y="4301781"/>
                <a:ext cx="3902549" cy="43383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ixaDeTexto 13">
            <a:extLst>
              <a:ext uri="{FF2B5EF4-FFF2-40B4-BE49-F238E27FC236}">
                <a16:creationId xmlns:a16="http://schemas.microsoft.com/office/drawing/2014/main" id="{DB1751EA-C402-90D2-7421-C76C94D2EBD8}"/>
              </a:ext>
            </a:extLst>
          </p:cNvPr>
          <p:cNvSpPr txBox="1"/>
          <p:nvPr/>
        </p:nvSpPr>
        <p:spPr>
          <a:xfrm>
            <a:off x="79305" y="162713"/>
            <a:ext cx="32280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err="1">
                <a:solidFill>
                  <a:schemeClr val="bg1"/>
                </a:solidFill>
              </a:rPr>
              <a:t>Parallelogram</a:t>
            </a:r>
            <a:r>
              <a:rPr lang="pt-BR" sz="2400" dirty="0">
                <a:solidFill>
                  <a:schemeClr val="bg1"/>
                </a:solidFill>
              </a:rPr>
              <a:t> </a:t>
            </a:r>
            <a:r>
              <a:rPr lang="pt-BR" sz="2400" dirty="0" err="1">
                <a:solidFill>
                  <a:schemeClr val="bg1"/>
                </a:solidFill>
              </a:rPr>
              <a:t>rule</a:t>
            </a:r>
            <a:endParaRPr lang="pt-BR" sz="2400" dirty="0">
              <a:solidFill>
                <a:schemeClr val="bg1"/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58A2C36-875A-4772-5185-BD49367C2C16}"/>
              </a:ext>
            </a:extLst>
          </p:cNvPr>
          <p:cNvSpPr txBox="1"/>
          <p:nvPr/>
        </p:nvSpPr>
        <p:spPr>
          <a:xfrm>
            <a:off x="3523054" y="156202"/>
            <a:ext cx="24085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Sum </a:t>
            </a:r>
            <a:r>
              <a:rPr lang="pt-BR" sz="2400" dirty="0" err="1">
                <a:solidFill>
                  <a:schemeClr val="bg1"/>
                </a:solidFill>
              </a:rPr>
              <a:t>of</a:t>
            </a:r>
            <a:r>
              <a:rPr lang="pt-BR" sz="2400" dirty="0">
                <a:solidFill>
                  <a:schemeClr val="bg1"/>
                </a:solidFill>
              </a:rPr>
              <a:t> forces in </a:t>
            </a:r>
            <a:r>
              <a:rPr lang="pt-BR" sz="2400" dirty="0" err="1">
                <a:solidFill>
                  <a:schemeClr val="bg1"/>
                </a:solidFill>
              </a:rPr>
              <a:t>the</a:t>
            </a:r>
            <a:r>
              <a:rPr lang="pt-BR" sz="2400" dirty="0">
                <a:solidFill>
                  <a:schemeClr val="bg1"/>
                </a:solidFill>
              </a:rPr>
              <a:t> horizontal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E3583C2-73D9-EB61-58AE-07A09BFC023D}"/>
              </a:ext>
            </a:extLst>
          </p:cNvPr>
          <p:cNvSpPr txBox="1"/>
          <p:nvPr/>
        </p:nvSpPr>
        <p:spPr>
          <a:xfrm>
            <a:off x="6294280" y="142090"/>
            <a:ext cx="26872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Sum </a:t>
            </a:r>
            <a:r>
              <a:rPr lang="pt-BR" sz="2400" dirty="0" err="1">
                <a:solidFill>
                  <a:schemeClr val="bg1"/>
                </a:solidFill>
              </a:rPr>
              <a:t>of</a:t>
            </a:r>
            <a:r>
              <a:rPr lang="pt-BR" sz="2400" dirty="0">
                <a:solidFill>
                  <a:schemeClr val="bg1"/>
                </a:solidFill>
              </a:rPr>
              <a:t> forces in </a:t>
            </a:r>
          </a:p>
          <a:p>
            <a:r>
              <a:rPr lang="pt-BR" sz="2400" dirty="0" err="1">
                <a:solidFill>
                  <a:schemeClr val="bg1"/>
                </a:solidFill>
              </a:rPr>
              <a:t>the</a:t>
            </a:r>
            <a:r>
              <a:rPr lang="pt-BR" sz="2400" dirty="0">
                <a:solidFill>
                  <a:schemeClr val="bg1"/>
                </a:solidFill>
              </a:rPr>
              <a:t> vertical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8B32D8-08C4-78B4-8611-BEE6BE16FE15}"/>
              </a:ext>
            </a:extLst>
          </p:cNvPr>
          <p:cNvSpPr/>
          <p:nvPr/>
        </p:nvSpPr>
        <p:spPr>
          <a:xfrm>
            <a:off x="80946" y="4238847"/>
            <a:ext cx="2972769" cy="37809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9011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5000"/>
    </mc:Choice>
    <mc:Fallback xmlns="">
      <p:transition spd="slow" advClick="0" advTm="25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2B304-5313-FF0D-0912-9341C3356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224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B25E2-E351-B9E0-08A5-6A752A050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5F387523-E883-9A70-338A-A674B7360A7D}"/>
                  </a:ext>
                </a:extLst>
              </p:cNvPr>
              <p:cNvSpPr txBox="1"/>
              <p:nvPr/>
            </p:nvSpPr>
            <p:spPr>
              <a:xfrm>
                <a:off x="985284" y="1905276"/>
                <a:ext cx="5181600" cy="3745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5F387523-E883-9A70-338A-A674B7360A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4" y="1905276"/>
                <a:ext cx="5181600" cy="374526"/>
              </a:xfrm>
              <a:prstGeom prst="rect">
                <a:avLst/>
              </a:prstGeom>
              <a:blipFill>
                <a:blip r:embed="rId2"/>
                <a:stretch>
                  <a:fillRect l="-353" t="-1639" r="-941" b="-344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B2FAA151-1962-E61D-D709-1F1DB45126DB}"/>
                  </a:ext>
                </a:extLst>
              </p:cNvPr>
              <p:cNvSpPr txBox="1"/>
              <p:nvPr/>
            </p:nvSpPr>
            <p:spPr>
              <a:xfrm>
                <a:off x="985284" y="910454"/>
                <a:ext cx="228943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B2FAA151-1962-E61D-D709-1F1DB4512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4" y="910454"/>
                <a:ext cx="2289430" cy="369332"/>
              </a:xfrm>
              <a:prstGeom prst="rect">
                <a:avLst/>
              </a:prstGeom>
              <a:blipFill>
                <a:blip r:embed="rId3"/>
                <a:stretch>
                  <a:fillRect l="-1333"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EE04E39F-8C78-4205-B792-A45B42F32FC5}"/>
                  </a:ext>
                </a:extLst>
              </p:cNvPr>
              <p:cNvSpPr txBox="1"/>
              <p:nvPr/>
            </p:nvSpPr>
            <p:spPr>
              <a:xfrm>
                <a:off x="985284" y="2867147"/>
                <a:ext cx="1641540" cy="7574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den>
                      </m:f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sSub>
                            <m:sSub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EE04E39F-8C78-4205-B792-A45B42F32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4" y="2867147"/>
                <a:ext cx="1641540" cy="7574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F464AB91-EA99-FAF9-C401-36C9FA486703}"/>
                  </a:ext>
                </a:extLst>
              </p:cNvPr>
              <p:cNvSpPr txBox="1"/>
              <p:nvPr/>
            </p:nvSpPr>
            <p:spPr>
              <a:xfrm>
                <a:off x="985284" y="4140713"/>
                <a:ext cx="33126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F464AB91-EA99-FAF9-C401-36C9FA486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4" y="4140713"/>
                <a:ext cx="3312638" cy="369332"/>
              </a:xfrm>
              <a:prstGeom prst="rect">
                <a:avLst/>
              </a:prstGeom>
              <a:blipFill>
                <a:blip r:embed="rId5"/>
                <a:stretch>
                  <a:fillRect l="-1842" r="-184"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ixaDeTexto 5">
            <a:extLst>
              <a:ext uri="{FF2B5EF4-FFF2-40B4-BE49-F238E27FC236}">
                <a16:creationId xmlns:a16="http://schemas.microsoft.com/office/drawing/2014/main" id="{144B918F-247F-0459-9AFD-0A42F65F55EB}"/>
              </a:ext>
            </a:extLst>
          </p:cNvPr>
          <p:cNvSpPr txBox="1"/>
          <p:nvPr/>
        </p:nvSpPr>
        <p:spPr>
          <a:xfrm>
            <a:off x="7612912" y="818121"/>
            <a:ext cx="85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(01)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AF47CD3-69B4-6931-F585-DAAAC62A0889}"/>
              </a:ext>
            </a:extLst>
          </p:cNvPr>
          <p:cNvSpPr txBox="1"/>
          <p:nvPr/>
        </p:nvSpPr>
        <p:spPr>
          <a:xfrm>
            <a:off x="7612912" y="1861033"/>
            <a:ext cx="85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(02)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16F9DF0-04BA-7217-D7FC-D75601D988D1}"/>
              </a:ext>
            </a:extLst>
          </p:cNvPr>
          <p:cNvSpPr txBox="1"/>
          <p:nvPr/>
        </p:nvSpPr>
        <p:spPr>
          <a:xfrm>
            <a:off x="7612912" y="2954955"/>
            <a:ext cx="85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(03)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C5D8822-C4F2-24C1-47DB-D78FBA6D4A6D}"/>
              </a:ext>
            </a:extLst>
          </p:cNvPr>
          <p:cNvSpPr txBox="1"/>
          <p:nvPr/>
        </p:nvSpPr>
        <p:spPr>
          <a:xfrm>
            <a:off x="7612912" y="4094546"/>
            <a:ext cx="85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(04)</a:t>
            </a:r>
          </a:p>
        </p:txBody>
      </p:sp>
    </p:spTree>
    <p:extLst>
      <p:ext uri="{BB962C8B-B14F-4D97-AF65-F5344CB8AC3E}">
        <p14:creationId xmlns:p14="http://schemas.microsoft.com/office/powerpoint/2010/main" val="349919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4000"/>
    </mc:Choice>
    <mc:Fallback xmlns="">
      <p:transition spd="slow" advClick="0" advTm="24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E1C9F-E933-3073-34EA-836594C2C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4006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4504C-6786-A4BB-7C31-CA3C54F8E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B652A1B4-C175-12F4-4C8F-BF2E9F6A3DB1}"/>
                  </a:ext>
                </a:extLst>
              </p:cNvPr>
              <p:cNvSpPr txBox="1"/>
              <p:nvPr/>
            </p:nvSpPr>
            <p:spPr>
              <a:xfrm>
                <a:off x="985284" y="3131565"/>
                <a:ext cx="5181600" cy="3745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B652A1B4-C175-12F4-4C8F-BF2E9F6A3D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4" y="3131565"/>
                <a:ext cx="5181600" cy="374526"/>
              </a:xfrm>
              <a:prstGeom prst="rect">
                <a:avLst/>
              </a:prstGeom>
              <a:blipFill>
                <a:blip r:embed="rId2"/>
                <a:stretch>
                  <a:fillRect l="-353" t="-1639" r="-941" b="-344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08BCDE74-A297-AF80-F99F-D93170B649B5}"/>
                  </a:ext>
                </a:extLst>
              </p:cNvPr>
              <p:cNvSpPr txBox="1"/>
              <p:nvPr/>
            </p:nvSpPr>
            <p:spPr>
              <a:xfrm>
                <a:off x="985284" y="910454"/>
                <a:ext cx="228943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08BCDE74-A297-AF80-F99F-D93170B64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4" y="910454"/>
                <a:ext cx="2289430" cy="369332"/>
              </a:xfrm>
              <a:prstGeom prst="rect">
                <a:avLst/>
              </a:prstGeom>
              <a:blipFill>
                <a:blip r:embed="rId3"/>
                <a:stretch>
                  <a:fillRect l="-1333"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ixaDeTexto 5">
            <a:extLst>
              <a:ext uri="{FF2B5EF4-FFF2-40B4-BE49-F238E27FC236}">
                <a16:creationId xmlns:a16="http://schemas.microsoft.com/office/drawing/2014/main" id="{ECFF14D0-CB01-03D0-6A8C-D996650AFF7F}"/>
              </a:ext>
            </a:extLst>
          </p:cNvPr>
          <p:cNvSpPr txBox="1"/>
          <p:nvPr/>
        </p:nvSpPr>
        <p:spPr>
          <a:xfrm>
            <a:off x="7612912" y="818121"/>
            <a:ext cx="85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(01)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F85B10D-8D55-7D6D-4C66-59CEFE788661}"/>
              </a:ext>
            </a:extLst>
          </p:cNvPr>
          <p:cNvSpPr txBox="1"/>
          <p:nvPr/>
        </p:nvSpPr>
        <p:spPr>
          <a:xfrm>
            <a:off x="7612912" y="3087322"/>
            <a:ext cx="85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(02)</a:t>
            </a:r>
          </a:p>
        </p:txBody>
      </p:sp>
    </p:spTree>
    <p:extLst>
      <p:ext uri="{BB962C8B-B14F-4D97-AF65-F5344CB8AC3E}">
        <p14:creationId xmlns:p14="http://schemas.microsoft.com/office/powerpoint/2010/main" val="3242933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8000"/>
    </mc:Choice>
    <mc:Fallback xmlns="">
      <p:transition spd="slow" advClick="0" advTm="18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33A88-1E31-6D62-9FE0-5618F3EF4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2771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7A54B-B270-2834-3110-27D56F798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7870B9D5-8EE5-23B3-8A61-012CE659498E}"/>
                  </a:ext>
                </a:extLst>
              </p:cNvPr>
              <p:cNvSpPr txBox="1"/>
              <p:nvPr/>
            </p:nvSpPr>
            <p:spPr>
              <a:xfrm>
                <a:off x="985284" y="3131565"/>
                <a:ext cx="5181600" cy="3745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7870B9D5-8EE5-23B3-8A61-012CE6594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4" y="3131565"/>
                <a:ext cx="5181600" cy="374526"/>
              </a:xfrm>
              <a:prstGeom prst="rect">
                <a:avLst/>
              </a:prstGeom>
              <a:blipFill>
                <a:blip r:embed="rId2"/>
                <a:stretch>
                  <a:fillRect l="-353" t="-1639" r="-941" b="-344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04C8F570-D161-D267-D703-3E5FD8464687}"/>
                  </a:ext>
                </a:extLst>
              </p:cNvPr>
              <p:cNvSpPr txBox="1"/>
              <p:nvPr/>
            </p:nvSpPr>
            <p:spPr>
              <a:xfrm>
                <a:off x="985284" y="910454"/>
                <a:ext cx="228943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04C8F570-D161-D267-D703-3E5FD8464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4" y="910454"/>
                <a:ext cx="2289430" cy="369332"/>
              </a:xfrm>
              <a:prstGeom prst="rect">
                <a:avLst/>
              </a:prstGeom>
              <a:blipFill>
                <a:blip r:embed="rId3"/>
                <a:stretch>
                  <a:fillRect l="-1333"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ixaDeTexto 5">
            <a:extLst>
              <a:ext uri="{FF2B5EF4-FFF2-40B4-BE49-F238E27FC236}">
                <a16:creationId xmlns:a16="http://schemas.microsoft.com/office/drawing/2014/main" id="{AB47C076-811A-C44E-4C78-3BD24D69799C}"/>
              </a:ext>
            </a:extLst>
          </p:cNvPr>
          <p:cNvSpPr txBox="1"/>
          <p:nvPr/>
        </p:nvSpPr>
        <p:spPr>
          <a:xfrm>
            <a:off x="7612912" y="818121"/>
            <a:ext cx="85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(01)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979FEBA-9E3D-6E4B-2D49-B6CEB95BE9A8}"/>
              </a:ext>
            </a:extLst>
          </p:cNvPr>
          <p:cNvSpPr txBox="1"/>
          <p:nvPr/>
        </p:nvSpPr>
        <p:spPr>
          <a:xfrm>
            <a:off x="7612912" y="3087322"/>
            <a:ext cx="85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(02)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93837C2D-9F9E-5980-015B-48CFB48746AA}"/>
                  </a:ext>
                </a:extLst>
              </p:cNvPr>
              <p:cNvSpPr txBox="1"/>
              <p:nvPr/>
            </p:nvSpPr>
            <p:spPr>
              <a:xfrm>
                <a:off x="985284" y="1639394"/>
                <a:ext cx="579828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⇒</m:t>
                              </m:r>
                              <m:r>
                                <m:rPr>
                                  <m:sty m:val="p"/>
                                </m:r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93837C2D-9F9E-5980-015B-48CFB4874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4" y="1639394"/>
                <a:ext cx="5798288" cy="369332"/>
              </a:xfrm>
              <a:prstGeom prst="rect">
                <a:avLst/>
              </a:prstGeom>
              <a:blipFill>
                <a:blip r:embed="rId4"/>
                <a:stretch>
                  <a:fillRect l="-1472" b="-3278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3171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4000"/>
    </mc:Choice>
    <mc:Fallback xmlns="">
      <p:transition spd="slow" advClick="0" advTm="14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48638-BB37-709B-3244-16D48258C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8307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1E1BC-DC6E-BB1A-F42B-5FC033324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65040527-7B0A-EAA0-B1C4-28C77E4FBDBD}"/>
                  </a:ext>
                </a:extLst>
              </p:cNvPr>
              <p:cNvSpPr txBox="1"/>
              <p:nvPr/>
            </p:nvSpPr>
            <p:spPr>
              <a:xfrm>
                <a:off x="985284" y="3131565"/>
                <a:ext cx="5181600" cy="3745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65040527-7B0A-EAA0-B1C4-28C77E4FB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4" y="3131565"/>
                <a:ext cx="5181600" cy="374526"/>
              </a:xfrm>
              <a:prstGeom prst="rect">
                <a:avLst/>
              </a:prstGeom>
              <a:blipFill>
                <a:blip r:embed="rId2"/>
                <a:stretch>
                  <a:fillRect l="-353" t="-1639" r="-941" b="-344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F0FD3EA0-416A-F582-4331-33B18B7C7623}"/>
                  </a:ext>
                </a:extLst>
              </p:cNvPr>
              <p:cNvSpPr txBox="1"/>
              <p:nvPr/>
            </p:nvSpPr>
            <p:spPr>
              <a:xfrm>
                <a:off x="985284" y="910454"/>
                <a:ext cx="228943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F0FD3EA0-416A-F582-4331-33B18B7C76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4" y="910454"/>
                <a:ext cx="2289430" cy="369332"/>
              </a:xfrm>
              <a:prstGeom prst="rect">
                <a:avLst/>
              </a:prstGeom>
              <a:blipFill>
                <a:blip r:embed="rId3"/>
                <a:stretch>
                  <a:fillRect l="-1333"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ixaDeTexto 5">
            <a:extLst>
              <a:ext uri="{FF2B5EF4-FFF2-40B4-BE49-F238E27FC236}">
                <a16:creationId xmlns:a16="http://schemas.microsoft.com/office/drawing/2014/main" id="{0D43437E-CE85-F68A-EE9A-B954A891A974}"/>
              </a:ext>
            </a:extLst>
          </p:cNvPr>
          <p:cNvSpPr txBox="1"/>
          <p:nvPr/>
        </p:nvSpPr>
        <p:spPr>
          <a:xfrm>
            <a:off x="7612912" y="818121"/>
            <a:ext cx="85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(01)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97CB3F6-C1D0-D659-1188-1696C177FF05}"/>
              </a:ext>
            </a:extLst>
          </p:cNvPr>
          <p:cNvSpPr txBox="1"/>
          <p:nvPr/>
        </p:nvSpPr>
        <p:spPr>
          <a:xfrm>
            <a:off x="7612912" y="3087322"/>
            <a:ext cx="85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(02)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43C203C1-5526-C101-C41C-50D11978FF79}"/>
                  </a:ext>
                </a:extLst>
              </p:cNvPr>
              <p:cNvSpPr txBox="1"/>
              <p:nvPr/>
            </p:nvSpPr>
            <p:spPr>
              <a:xfrm>
                <a:off x="985284" y="1639394"/>
                <a:ext cx="579828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⇒</m:t>
                              </m:r>
                              <m:r>
                                <m:rPr>
                                  <m:sty m:val="p"/>
                                </m:r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43C203C1-5526-C101-C41C-50D11978F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4" y="1639394"/>
                <a:ext cx="5798288" cy="369332"/>
              </a:xfrm>
              <a:prstGeom prst="rect">
                <a:avLst/>
              </a:prstGeom>
              <a:blipFill>
                <a:blip r:embed="rId4"/>
                <a:stretch>
                  <a:fillRect l="-1472" b="-3278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13436DD-4A13-6703-BC24-0CC9B7886A0D}"/>
                  </a:ext>
                </a:extLst>
              </p:cNvPr>
              <p:cNvSpPr txBox="1"/>
              <p:nvPr/>
            </p:nvSpPr>
            <p:spPr>
              <a:xfrm>
                <a:off x="985284" y="2284435"/>
                <a:ext cx="579828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⇒</m:t>
                              </m:r>
                              <m:r>
                                <m:rPr>
                                  <m:sty m:val="p"/>
                                </m:r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)=−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13436DD-4A13-6703-BC24-0CC9B7886A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4" y="2284435"/>
                <a:ext cx="5798288" cy="369332"/>
              </a:xfrm>
              <a:prstGeom prst="rect">
                <a:avLst/>
              </a:prstGeom>
              <a:blipFill>
                <a:blip r:embed="rId5"/>
                <a:stretch>
                  <a:fillRect l="-1472" b="-3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tângulo 13">
            <a:extLst>
              <a:ext uri="{FF2B5EF4-FFF2-40B4-BE49-F238E27FC236}">
                <a16:creationId xmlns:a16="http://schemas.microsoft.com/office/drawing/2014/main" id="{98298E0E-35D3-C4BD-2417-F3C777B05B7C}"/>
              </a:ext>
            </a:extLst>
          </p:cNvPr>
          <p:cNvSpPr/>
          <p:nvPr/>
        </p:nvSpPr>
        <p:spPr>
          <a:xfrm>
            <a:off x="883658" y="2193506"/>
            <a:ext cx="3610369" cy="6560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130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9000"/>
    </mc:Choice>
    <mc:Fallback xmlns="">
      <p:transition spd="slow" advClick="0" advTm="9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68809-0C41-E6AC-67EE-A48AD2F5A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6530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07893-CCB4-6F4C-5DF5-67C1F61BB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8B6968F5-F79D-661F-277C-08D7126451D0}"/>
                  </a:ext>
                </a:extLst>
              </p:cNvPr>
              <p:cNvSpPr txBox="1"/>
              <p:nvPr/>
            </p:nvSpPr>
            <p:spPr>
              <a:xfrm>
                <a:off x="985284" y="3131565"/>
                <a:ext cx="5181600" cy="3745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8B6968F5-F79D-661F-277C-08D712645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4" y="3131565"/>
                <a:ext cx="5181600" cy="374526"/>
              </a:xfrm>
              <a:prstGeom prst="rect">
                <a:avLst/>
              </a:prstGeom>
              <a:blipFill>
                <a:blip r:embed="rId2"/>
                <a:stretch>
                  <a:fillRect l="-353" t="-1639" r="-941" b="-344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64E8AFA1-B808-5994-9069-2FDFC29BC7A2}"/>
                  </a:ext>
                </a:extLst>
              </p:cNvPr>
              <p:cNvSpPr txBox="1"/>
              <p:nvPr/>
            </p:nvSpPr>
            <p:spPr>
              <a:xfrm>
                <a:off x="985284" y="910454"/>
                <a:ext cx="228943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64E8AFA1-B808-5994-9069-2FDFC29BC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4" y="910454"/>
                <a:ext cx="2289430" cy="369332"/>
              </a:xfrm>
              <a:prstGeom prst="rect">
                <a:avLst/>
              </a:prstGeom>
              <a:blipFill>
                <a:blip r:embed="rId3"/>
                <a:stretch>
                  <a:fillRect l="-1333"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ixaDeTexto 5">
            <a:extLst>
              <a:ext uri="{FF2B5EF4-FFF2-40B4-BE49-F238E27FC236}">
                <a16:creationId xmlns:a16="http://schemas.microsoft.com/office/drawing/2014/main" id="{1870201C-8C33-C1B4-578B-F90EE067F604}"/>
              </a:ext>
            </a:extLst>
          </p:cNvPr>
          <p:cNvSpPr txBox="1"/>
          <p:nvPr/>
        </p:nvSpPr>
        <p:spPr>
          <a:xfrm>
            <a:off x="7612912" y="818121"/>
            <a:ext cx="85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(01)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538568B-769E-C949-4C80-80DE0358B9E0}"/>
              </a:ext>
            </a:extLst>
          </p:cNvPr>
          <p:cNvSpPr txBox="1"/>
          <p:nvPr/>
        </p:nvSpPr>
        <p:spPr>
          <a:xfrm>
            <a:off x="7612912" y="3087322"/>
            <a:ext cx="85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(02)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53CE088D-7798-4801-64FD-B33B03CF0E31}"/>
                  </a:ext>
                </a:extLst>
              </p:cNvPr>
              <p:cNvSpPr txBox="1"/>
              <p:nvPr/>
            </p:nvSpPr>
            <p:spPr>
              <a:xfrm>
                <a:off x="985284" y="1639394"/>
                <a:ext cx="579828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⇒</m:t>
                              </m:r>
                              <m:r>
                                <m:rPr>
                                  <m:sty m:val="p"/>
                                </m:r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53CE088D-7798-4801-64FD-B33B03CF0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4" y="1639394"/>
                <a:ext cx="5798288" cy="369332"/>
              </a:xfrm>
              <a:prstGeom prst="rect">
                <a:avLst/>
              </a:prstGeom>
              <a:blipFill>
                <a:blip r:embed="rId4"/>
                <a:stretch>
                  <a:fillRect l="-1472" b="-3278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BF75E73F-B6E7-D264-0E26-8B711F8CBCEA}"/>
                  </a:ext>
                </a:extLst>
              </p:cNvPr>
              <p:cNvSpPr txBox="1"/>
              <p:nvPr/>
            </p:nvSpPr>
            <p:spPr>
              <a:xfrm>
                <a:off x="985284" y="2284435"/>
                <a:ext cx="579828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⇒</m:t>
                              </m:r>
                              <m:r>
                                <m:rPr>
                                  <m:sty m:val="p"/>
                                </m:r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)=−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BF75E73F-B6E7-D264-0E26-8B711F8CBC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4" y="2284435"/>
                <a:ext cx="5798288" cy="369332"/>
              </a:xfrm>
              <a:prstGeom prst="rect">
                <a:avLst/>
              </a:prstGeom>
              <a:blipFill>
                <a:blip r:embed="rId5"/>
                <a:stretch>
                  <a:fillRect l="-1472" b="-3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03D6FAC0-2C11-7312-2215-0ADA7D5689B0}"/>
                  </a:ext>
                </a:extLst>
              </p:cNvPr>
              <p:cNvSpPr txBox="1"/>
              <p:nvPr/>
            </p:nvSpPr>
            <p:spPr>
              <a:xfrm>
                <a:off x="985284" y="3862955"/>
                <a:ext cx="5181600" cy="3745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⇒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03D6FAC0-2C11-7312-2215-0ADA7D568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4" y="3862955"/>
                <a:ext cx="5181600" cy="374526"/>
              </a:xfrm>
              <a:prstGeom prst="rect">
                <a:avLst/>
              </a:prstGeom>
              <a:blipFill>
                <a:blip r:embed="rId6"/>
                <a:stretch>
                  <a:fillRect l="-1647" t="-1639" b="-163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tângulo 13">
            <a:extLst>
              <a:ext uri="{FF2B5EF4-FFF2-40B4-BE49-F238E27FC236}">
                <a16:creationId xmlns:a16="http://schemas.microsoft.com/office/drawing/2014/main" id="{67FDBD5C-6291-78A5-EC4F-E5BB24765B42}"/>
              </a:ext>
            </a:extLst>
          </p:cNvPr>
          <p:cNvSpPr/>
          <p:nvPr/>
        </p:nvSpPr>
        <p:spPr>
          <a:xfrm>
            <a:off x="883658" y="2193506"/>
            <a:ext cx="3610369" cy="6560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8CCB4B2-20FC-DAD3-06CD-759CF3E433C7}"/>
              </a:ext>
            </a:extLst>
          </p:cNvPr>
          <p:cNvSpPr/>
          <p:nvPr/>
        </p:nvSpPr>
        <p:spPr>
          <a:xfrm>
            <a:off x="883658" y="3722208"/>
            <a:ext cx="4439709" cy="6560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273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9000"/>
    </mc:Choice>
    <mc:Fallback xmlns="">
      <p:transition spd="slow" advClick="0" advTm="19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E5B22-A70D-BC7A-6D77-B0CEB7B26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8200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68013-44A0-01C9-512C-C70756070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33486368-DBA8-9A3D-995B-28DCB84E1A1E}"/>
                  </a:ext>
                </a:extLst>
              </p:cNvPr>
              <p:cNvSpPr txBox="1"/>
              <p:nvPr/>
            </p:nvSpPr>
            <p:spPr>
              <a:xfrm>
                <a:off x="2261191" y="856643"/>
                <a:ext cx="5181600" cy="3745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⇒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33486368-DBA8-9A3D-995B-28DCB84E1A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1191" y="856643"/>
                <a:ext cx="5181600" cy="374526"/>
              </a:xfrm>
              <a:prstGeom prst="rect">
                <a:avLst/>
              </a:prstGeom>
              <a:blipFill>
                <a:blip r:embed="rId2"/>
                <a:stretch>
                  <a:fillRect l="-1647" t="-1639" b="-163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9B170911-3619-4497-3C33-057310942A02}"/>
                  </a:ext>
                </a:extLst>
              </p:cNvPr>
              <p:cNvSpPr txBox="1"/>
              <p:nvPr/>
            </p:nvSpPr>
            <p:spPr>
              <a:xfrm>
                <a:off x="2261191" y="1657629"/>
                <a:ext cx="4153786" cy="8015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9B170911-3619-4497-3C33-057310942A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1191" y="1657629"/>
                <a:ext cx="4153786" cy="8015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F741AF66-968E-F7AF-7727-A3DB625417CC}"/>
                  </a:ext>
                </a:extLst>
              </p:cNvPr>
              <p:cNvSpPr txBox="1"/>
              <p:nvPr/>
            </p:nvSpPr>
            <p:spPr>
              <a:xfrm>
                <a:off x="2261191" y="3011508"/>
                <a:ext cx="5181600" cy="6276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⇒</m:t>
                      </m:r>
                      <m:sSup>
                        <m:sSup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F741AF66-968E-F7AF-7727-A3DB62541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1191" y="3011508"/>
                <a:ext cx="5181600" cy="6276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BC6B2594-525C-0431-7A0E-B13D70DBAAE7}"/>
              </a:ext>
            </a:extLst>
          </p:cNvPr>
          <p:cNvSpPr/>
          <p:nvPr/>
        </p:nvSpPr>
        <p:spPr>
          <a:xfrm>
            <a:off x="2159566" y="2885655"/>
            <a:ext cx="3688342" cy="89900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566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47000"/>
    </mc:Choice>
    <mc:Fallback xmlns="">
      <p:transition spd="slow" advClick="0" advTm="47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27866-A467-0F5E-82DD-67D92D646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852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8F132-9D25-D15B-A32B-65EF366C2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6E596144-F423-550C-92FE-A6C6EF1C254A}"/>
              </a:ext>
            </a:extLst>
          </p:cNvPr>
          <p:cNvSpPr/>
          <p:nvPr/>
        </p:nvSpPr>
        <p:spPr>
          <a:xfrm>
            <a:off x="450743" y="1744375"/>
            <a:ext cx="425303" cy="4253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0FC78ABA-34E4-8CB8-EF5F-F7A9084460AC}"/>
              </a:ext>
            </a:extLst>
          </p:cNvPr>
          <p:cNvSpPr/>
          <p:nvPr/>
        </p:nvSpPr>
        <p:spPr>
          <a:xfrm>
            <a:off x="4172138" y="1744375"/>
            <a:ext cx="425303" cy="4253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BD8E5932-3B80-09B6-3827-F1CD3EE928C4}"/>
              </a:ext>
            </a:extLst>
          </p:cNvPr>
          <p:cNvCxnSpPr>
            <a:stCxn id="6" idx="2"/>
          </p:cNvCxnSpPr>
          <p:nvPr/>
        </p:nvCxnSpPr>
        <p:spPr>
          <a:xfrm>
            <a:off x="450743" y="1957027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27D02DD8-9A0A-33D8-2F4E-8669D5A54117}"/>
              </a:ext>
            </a:extLst>
          </p:cNvPr>
          <p:cNvCxnSpPr>
            <a:cxnSpLocks/>
          </p:cNvCxnSpPr>
          <p:nvPr/>
        </p:nvCxnSpPr>
        <p:spPr>
          <a:xfrm>
            <a:off x="1961812" y="3094863"/>
            <a:ext cx="0" cy="69106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84C28716-6CFA-DD33-DB7D-0410A21C4551}"/>
              </a:ext>
            </a:extLst>
          </p:cNvPr>
          <p:cNvCxnSpPr/>
          <p:nvPr/>
        </p:nvCxnSpPr>
        <p:spPr>
          <a:xfrm>
            <a:off x="4597441" y="1907407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D90A0405-CB22-8E05-3589-84D5019E2DF0}"/>
              </a:ext>
            </a:extLst>
          </p:cNvPr>
          <p:cNvCxnSpPr>
            <a:cxnSpLocks/>
            <a:stCxn id="6" idx="7"/>
          </p:cNvCxnSpPr>
          <p:nvPr/>
        </p:nvCxnSpPr>
        <p:spPr>
          <a:xfrm>
            <a:off x="813762" y="1806659"/>
            <a:ext cx="1148050" cy="131826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B46BB71C-8DDA-871D-1DF5-227BBFE71E32}"/>
              </a:ext>
            </a:extLst>
          </p:cNvPr>
          <p:cNvCxnSpPr>
            <a:cxnSpLocks/>
          </p:cNvCxnSpPr>
          <p:nvPr/>
        </p:nvCxnSpPr>
        <p:spPr>
          <a:xfrm flipV="1">
            <a:off x="1941829" y="1789472"/>
            <a:ext cx="2318669" cy="132374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D7857EC0-ECE0-7244-31E5-C739A29FAB4A}"/>
              </a:ext>
            </a:extLst>
          </p:cNvPr>
          <p:cNvSpPr/>
          <p:nvPr/>
        </p:nvSpPr>
        <p:spPr>
          <a:xfrm>
            <a:off x="571245" y="1864877"/>
            <a:ext cx="184298" cy="18429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53617F6-9B75-F196-E1DB-6D7B03F0531A}"/>
              </a:ext>
            </a:extLst>
          </p:cNvPr>
          <p:cNvSpPr/>
          <p:nvPr/>
        </p:nvSpPr>
        <p:spPr>
          <a:xfrm>
            <a:off x="4292640" y="1864877"/>
            <a:ext cx="184298" cy="18429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CF4B56B-AE7E-D210-BC07-A93FDD608446}"/>
              </a:ext>
            </a:extLst>
          </p:cNvPr>
          <p:cNvSpPr/>
          <p:nvPr/>
        </p:nvSpPr>
        <p:spPr>
          <a:xfrm>
            <a:off x="162269" y="3591649"/>
            <a:ext cx="576948" cy="792521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20DFFDA-15FA-36CF-A2CF-48215DC67479}"/>
              </a:ext>
            </a:extLst>
          </p:cNvPr>
          <p:cNvSpPr/>
          <p:nvPr/>
        </p:nvSpPr>
        <p:spPr>
          <a:xfrm>
            <a:off x="1673338" y="3787564"/>
            <a:ext cx="576948" cy="998532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363D8D8-C5EC-A4AB-3338-391586CFE427}"/>
              </a:ext>
            </a:extLst>
          </p:cNvPr>
          <p:cNvSpPr/>
          <p:nvPr/>
        </p:nvSpPr>
        <p:spPr>
          <a:xfrm>
            <a:off x="4308967" y="3537732"/>
            <a:ext cx="576948" cy="792521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1C6C1A90-D5C6-3F7B-E300-73B1AF0CC1D7}"/>
                  </a:ext>
                </a:extLst>
              </p:cNvPr>
              <p:cNvSpPr txBox="1"/>
              <p:nvPr/>
            </p:nvSpPr>
            <p:spPr>
              <a:xfrm>
                <a:off x="4416558" y="3785923"/>
                <a:ext cx="3617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1C6C1A90-D5C6-3F7B-E300-73B1AF0CC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558" y="3785923"/>
                <a:ext cx="361766" cy="276999"/>
              </a:xfrm>
              <a:prstGeom prst="rect">
                <a:avLst/>
              </a:prstGeom>
              <a:blipFill>
                <a:blip r:embed="rId2"/>
                <a:stretch>
                  <a:fillRect l="-16949" r="-3390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25242F01-D905-4DBE-17D3-46C554DFE97C}"/>
                  </a:ext>
                </a:extLst>
              </p:cNvPr>
              <p:cNvSpPr txBox="1"/>
              <p:nvPr/>
            </p:nvSpPr>
            <p:spPr>
              <a:xfrm>
                <a:off x="1813973" y="4166180"/>
                <a:ext cx="2557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25242F01-D905-4DBE-17D3-46C554DFE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973" y="4166180"/>
                <a:ext cx="255711" cy="276999"/>
              </a:xfrm>
              <a:prstGeom prst="rect">
                <a:avLst/>
              </a:prstGeom>
              <a:blipFill>
                <a:blip r:embed="rId3"/>
                <a:stretch>
                  <a:fillRect l="-23810" r="-16667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4457010C-B5A5-3D8C-AE75-40592A5B3649}"/>
                  </a:ext>
                </a:extLst>
              </p:cNvPr>
              <p:cNvSpPr txBox="1"/>
              <p:nvPr/>
            </p:nvSpPr>
            <p:spPr>
              <a:xfrm>
                <a:off x="250364" y="3811488"/>
                <a:ext cx="3419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4457010C-B5A5-3D8C-AE75-40592A5B3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364" y="3811488"/>
                <a:ext cx="341953" cy="276999"/>
              </a:xfrm>
              <a:prstGeom prst="rect">
                <a:avLst/>
              </a:prstGeom>
              <a:blipFill>
                <a:blip r:embed="rId4"/>
                <a:stretch>
                  <a:fillRect l="-14286" r="-5357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6607B004-6D8A-FFA3-EDBC-FF1D84578241}"/>
              </a:ext>
            </a:extLst>
          </p:cNvPr>
          <p:cNvCxnSpPr>
            <a:cxnSpLocks/>
          </p:cNvCxnSpPr>
          <p:nvPr/>
        </p:nvCxnSpPr>
        <p:spPr>
          <a:xfrm>
            <a:off x="663395" y="1744375"/>
            <a:ext cx="3721395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71442139-026D-5581-CCB7-AB01546E40F1}"/>
              </a:ext>
            </a:extLst>
          </p:cNvPr>
          <p:cNvCxnSpPr>
            <a:cxnSpLocks/>
          </p:cNvCxnSpPr>
          <p:nvPr/>
        </p:nvCxnSpPr>
        <p:spPr>
          <a:xfrm>
            <a:off x="1142368" y="3124919"/>
            <a:ext cx="1958795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6A986191-2165-711C-4F27-9FC4640F430A}"/>
                  </a:ext>
                </a:extLst>
              </p:cNvPr>
              <p:cNvSpPr txBox="1"/>
              <p:nvPr/>
            </p:nvSpPr>
            <p:spPr>
              <a:xfrm>
                <a:off x="1480308" y="2814032"/>
                <a:ext cx="2800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6A986191-2165-711C-4F27-9FC4640F4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0308" y="2814032"/>
                <a:ext cx="280012" cy="276999"/>
              </a:xfrm>
              <a:prstGeom prst="rect">
                <a:avLst/>
              </a:prstGeom>
              <a:blipFill>
                <a:blip r:embed="rId5"/>
                <a:stretch>
                  <a:fillRect l="-21739" r="-4348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5919E088-FA2D-9D5C-B25A-95A2EE8141EA}"/>
                  </a:ext>
                </a:extLst>
              </p:cNvPr>
              <p:cNvSpPr txBox="1"/>
              <p:nvPr/>
            </p:nvSpPr>
            <p:spPr>
              <a:xfrm>
                <a:off x="2347213" y="2842068"/>
                <a:ext cx="2998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5919E088-FA2D-9D5C-B25A-95A2EE814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7213" y="2842068"/>
                <a:ext cx="299826" cy="276999"/>
              </a:xfrm>
              <a:prstGeom prst="rect">
                <a:avLst/>
              </a:prstGeom>
              <a:blipFill>
                <a:blip r:embed="rId6"/>
                <a:stretch>
                  <a:fillRect l="-18367" r="-4082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AE3C40A0-44BA-08DB-4FEB-6F8EBFCF81A4}"/>
                  </a:ext>
                </a:extLst>
              </p:cNvPr>
              <p:cNvSpPr txBox="1"/>
              <p:nvPr/>
            </p:nvSpPr>
            <p:spPr>
              <a:xfrm>
                <a:off x="2403033" y="1397275"/>
                <a:ext cx="2199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AE3C40A0-44BA-08DB-4FEB-6F8EBFCF8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033" y="1397275"/>
                <a:ext cx="219932" cy="276999"/>
              </a:xfrm>
              <a:prstGeom prst="rect">
                <a:avLst/>
              </a:prstGeom>
              <a:blipFill>
                <a:blip r:embed="rId7"/>
                <a:stretch>
                  <a:fillRect l="-25000" r="-22222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20CBC39B-CB54-6F97-2BF9-105C22589619}"/>
                  </a:ext>
                </a:extLst>
              </p:cNvPr>
              <p:cNvSpPr txBox="1"/>
              <p:nvPr/>
            </p:nvSpPr>
            <p:spPr>
              <a:xfrm>
                <a:off x="1239064" y="2002864"/>
                <a:ext cx="1810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20CBC39B-CB54-6F97-2BF9-105C22589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064" y="2002864"/>
                <a:ext cx="181075" cy="276999"/>
              </a:xfrm>
              <a:prstGeom prst="rect">
                <a:avLst/>
              </a:prstGeom>
              <a:blipFill>
                <a:blip r:embed="rId8"/>
                <a:stretch>
                  <a:fillRect l="-30000" r="-2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608DB65F-6022-8411-DB97-7ECA2D990B29}"/>
                  </a:ext>
                </a:extLst>
              </p:cNvPr>
              <p:cNvSpPr txBox="1"/>
              <p:nvPr/>
            </p:nvSpPr>
            <p:spPr>
              <a:xfrm>
                <a:off x="3163433" y="2002864"/>
                <a:ext cx="207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608DB65F-6022-8411-DB97-7ECA2D990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3433" y="2002864"/>
                <a:ext cx="207108" cy="276999"/>
              </a:xfrm>
              <a:prstGeom prst="rect">
                <a:avLst/>
              </a:prstGeom>
              <a:blipFill>
                <a:blip r:embed="rId9"/>
                <a:stretch>
                  <a:fillRect l="-29412" r="-20588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3C97A461-B77C-E566-D43D-4EB9B3248051}"/>
                  </a:ext>
                </a:extLst>
              </p:cNvPr>
              <p:cNvSpPr txBox="1"/>
              <p:nvPr/>
            </p:nvSpPr>
            <p:spPr>
              <a:xfrm>
                <a:off x="198954" y="72698"/>
                <a:ext cx="4153786" cy="8015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3C97A461-B77C-E566-D43D-4EB9B32480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54" y="72698"/>
                <a:ext cx="4153786" cy="80156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7B591796-AFF0-5F63-96FC-EF45C51C85FE}"/>
                  </a:ext>
                </a:extLst>
              </p:cNvPr>
              <p:cNvSpPr txBox="1"/>
              <p:nvPr/>
            </p:nvSpPr>
            <p:spPr>
              <a:xfrm>
                <a:off x="1886694" y="2669105"/>
                <a:ext cx="21935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7B591796-AFF0-5F63-96FC-EF45C51C8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6694" y="2669105"/>
                <a:ext cx="219354" cy="307777"/>
              </a:xfrm>
              <a:prstGeom prst="rect">
                <a:avLst/>
              </a:prstGeom>
              <a:blipFill>
                <a:blip r:embed="rId11"/>
                <a:stretch>
                  <a:fillRect l="-13889" r="-13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4454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6000"/>
    </mc:Choice>
    <mc:Fallback xmlns="">
      <p:transition spd="slow" advClick="0" advTm="16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2E768-AAF3-28CA-D18C-92BB72F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373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48B8D-7C46-CEA7-C85A-FEB3AC126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48470EA2-B1C7-B62D-CBF4-397181BACEE7}"/>
                  </a:ext>
                </a:extLst>
              </p:cNvPr>
              <p:cNvSpPr txBox="1"/>
              <p:nvPr/>
            </p:nvSpPr>
            <p:spPr>
              <a:xfrm>
                <a:off x="198954" y="72698"/>
                <a:ext cx="4153786" cy="8015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48470EA2-B1C7-B62D-CBF4-397181BAC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54" y="72698"/>
                <a:ext cx="4153786" cy="8015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E050506B-254D-C723-8605-4D15F6BD0103}"/>
                  </a:ext>
                </a:extLst>
              </p:cNvPr>
              <p:cNvSpPr txBox="1"/>
              <p:nvPr/>
            </p:nvSpPr>
            <p:spPr>
              <a:xfrm>
                <a:off x="5626497" y="72698"/>
                <a:ext cx="3174632" cy="7387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𝐿𝑅</m:t>
                          </m:r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E050506B-254D-C723-8605-4D15F6BD0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6497" y="72698"/>
                <a:ext cx="3174632" cy="7387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ipse 4">
            <a:extLst>
              <a:ext uri="{FF2B5EF4-FFF2-40B4-BE49-F238E27FC236}">
                <a16:creationId xmlns:a16="http://schemas.microsoft.com/office/drawing/2014/main" id="{43CBC5B2-04B0-7C2B-AE8D-CACFC0583E6E}"/>
              </a:ext>
            </a:extLst>
          </p:cNvPr>
          <p:cNvSpPr/>
          <p:nvPr/>
        </p:nvSpPr>
        <p:spPr>
          <a:xfrm>
            <a:off x="450743" y="1744375"/>
            <a:ext cx="425303" cy="4253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0A25160A-2FA3-398A-D0DE-27932CC7F753}"/>
              </a:ext>
            </a:extLst>
          </p:cNvPr>
          <p:cNvSpPr/>
          <p:nvPr/>
        </p:nvSpPr>
        <p:spPr>
          <a:xfrm>
            <a:off x="4172138" y="1744375"/>
            <a:ext cx="425303" cy="4253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44D2C8F5-AAE5-CE12-0DAF-5D42F4F05605}"/>
              </a:ext>
            </a:extLst>
          </p:cNvPr>
          <p:cNvCxnSpPr>
            <a:stCxn id="5" idx="2"/>
          </p:cNvCxnSpPr>
          <p:nvPr/>
        </p:nvCxnSpPr>
        <p:spPr>
          <a:xfrm>
            <a:off x="450743" y="1957027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CBE41A7E-2F0E-5DF2-9303-3B5B4A197C19}"/>
              </a:ext>
            </a:extLst>
          </p:cNvPr>
          <p:cNvCxnSpPr>
            <a:cxnSpLocks/>
          </p:cNvCxnSpPr>
          <p:nvPr/>
        </p:nvCxnSpPr>
        <p:spPr>
          <a:xfrm>
            <a:off x="1961812" y="3094863"/>
            <a:ext cx="0" cy="69106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1CB9043C-E825-B378-65B0-78186F59512B}"/>
              </a:ext>
            </a:extLst>
          </p:cNvPr>
          <p:cNvCxnSpPr/>
          <p:nvPr/>
        </p:nvCxnSpPr>
        <p:spPr>
          <a:xfrm>
            <a:off x="4597441" y="1907407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339A7D34-A32D-EB8D-42C6-E66B96982300}"/>
              </a:ext>
            </a:extLst>
          </p:cNvPr>
          <p:cNvCxnSpPr>
            <a:cxnSpLocks/>
            <a:stCxn id="5" idx="7"/>
          </p:cNvCxnSpPr>
          <p:nvPr/>
        </p:nvCxnSpPr>
        <p:spPr>
          <a:xfrm>
            <a:off x="813762" y="1806659"/>
            <a:ext cx="1148050" cy="131826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1615A8CF-54A5-6987-5C36-77D4780DF5FC}"/>
              </a:ext>
            </a:extLst>
          </p:cNvPr>
          <p:cNvCxnSpPr>
            <a:cxnSpLocks/>
          </p:cNvCxnSpPr>
          <p:nvPr/>
        </p:nvCxnSpPr>
        <p:spPr>
          <a:xfrm flipV="1">
            <a:off x="1941829" y="1789472"/>
            <a:ext cx="2318669" cy="132374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>
            <a:extLst>
              <a:ext uri="{FF2B5EF4-FFF2-40B4-BE49-F238E27FC236}">
                <a16:creationId xmlns:a16="http://schemas.microsoft.com/office/drawing/2014/main" id="{2F7AEF4F-89D1-18C8-B735-5916B936C7BF}"/>
              </a:ext>
            </a:extLst>
          </p:cNvPr>
          <p:cNvSpPr/>
          <p:nvPr/>
        </p:nvSpPr>
        <p:spPr>
          <a:xfrm>
            <a:off x="571245" y="1864877"/>
            <a:ext cx="184298" cy="18429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94C49E78-22A3-57A5-F17C-09DE1217E4D4}"/>
              </a:ext>
            </a:extLst>
          </p:cNvPr>
          <p:cNvSpPr/>
          <p:nvPr/>
        </p:nvSpPr>
        <p:spPr>
          <a:xfrm>
            <a:off x="4292640" y="1864877"/>
            <a:ext cx="184298" cy="18429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364D7358-20BF-0C98-8045-26519315BF3F}"/>
              </a:ext>
            </a:extLst>
          </p:cNvPr>
          <p:cNvSpPr/>
          <p:nvPr/>
        </p:nvSpPr>
        <p:spPr>
          <a:xfrm>
            <a:off x="162269" y="3591649"/>
            <a:ext cx="576948" cy="792521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670CBA1D-94A6-6BCC-9A54-DC51324B7D82}"/>
              </a:ext>
            </a:extLst>
          </p:cNvPr>
          <p:cNvSpPr/>
          <p:nvPr/>
        </p:nvSpPr>
        <p:spPr>
          <a:xfrm>
            <a:off x="1673338" y="3787564"/>
            <a:ext cx="576948" cy="998532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8971F617-E6A1-540F-BC66-1E7F73E5B208}"/>
              </a:ext>
            </a:extLst>
          </p:cNvPr>
          <p:cNvSpPr/>
          <p:nvPr/>
        </p:nvSpPr>
        <p:spPr>
          <a:xfrm>
            <a:off x="4308967" y="3537732"/>
            <a:ext cx="576948" cy="792521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E9B83AE7-483D-ABA5-1167-C757B35316F5}"/>
                  </a:ext>
                </a:extLst>
              </p:cNvPr>
              <p:cNvSpPr txBox="1"/>
              <p:nvPr/>
            </p:nvSpPr>
            <p:spPr>
              <a:xfrm>
                <a:off x="4416558" y="3785923"/>
                <a:ext cx="3617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E9B83AE7-483D-ABA5-1167-C757B35316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558" y="3785923"/>
                <a:ext cx="361766" cy="276999"/>
              </a:xfrm>
              <a:prstGeom prst="rect">
                <a:avLst/>
              </a:prstGeom>
              <a:blipFill>
                <a:blip r:embed="rId4"/>
                <a:stretch>
                  <a:fillRect l="-16949" r="-3390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C12915A0-8A5E-ED05-DD64-41C311A0002C}"/>
                  </a:ext>
                </a:extLst>
              </p:cNvPr>
              <p:cNvSpPr txBox="1"/>
              <p:nvPr/>
            </p:nvSpPr>
            <p:spPr>
              <a:xfrm>
                <a:off x="1813973" y="4166180"/>
                <a:ext cx="2557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C12915A0-8A5E-ED05-DD64-41C311A00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973" y="4166180"/>
                <a:ext cx="255711" cy="276999"/>
              </a:xfrm>
              <a:prstGeom prst="rect">
                <a:avLst/>
              </a:prstGeom>
              <a:blipFill>
                <a:blip r:embed="rId5"/>
                <a:stretch>
                  <a:fillRect l="-23810" r="-16667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FFA67A91-1B68-8D73-41C3-963F13ABF861}"/>
                  </a:ext>
                </a:extLst>
              </p:cNvPr>
              <p:cNvSpPr txBox="1"/>
              <p:nvPr/>
            </p:nvSpPr>
            <p:spPr>
              <a:xfrm>
                <a:off x="250364" y="3811488"/>
                <a:ext cx="3419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FFA67A91-1B68-8D73-41C3-963F13ABF8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364" y="3811488"/>
                <a:ext cx="341953" cy="276999"/>
              </a:xfrm>
              <a:prstGeom prst="rect">
                <a:avLst/>
              </a:prstGeom>
              <a:blipFill>
                <a:blip r:embed="rId6"/>
                <a:stretch>
                  <a:fillRect l="-14286" r="-5357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647152D3-7C55-6AF9-2078-FC49F5FB12E2}"/>
              </a:ext>
            </a:extLst>
          </p:cNvPr>
          <p:cNvCxnSpPr>
            <a:cxnSpLocks/>
          </p:cNvCxnSpPr>
          <p:nvPr/>
        </p:nvCxnSpPr>
        <p:spPr>
          <a:xfrm>
            <a:off x="663395" y="1744375"/>
            <a:ext cx="3721395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D2F9163E-0AD7-32FE-C955-0F2FBFDF3FE9}"/>
              </a:ext>
            </a:extLst>
          </p:cNvPr>
          <p:cNvCxnSpPr>
            <a:cxnSpLocks/>
          </p:cNvCxnSpPr>
          <p:nvPr/>
        </p:nvCxnSpPr>
        <p:spPr>
          <a:xfrm>
            <a:off x="1142368" y="3124919"/>
            <a:ext cx="1958795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885A2A2E-13ED-77A5-04BB-9121A18954B0}"/>
                  </a:ext>
                </a:extLst>
              </p:cNvPr>
              <p:cNvSpPr txBox="1"/>
              <p:nvPr/>
            </p:nvSpPr>
            <p:spPr>
              <a:xfrm>
                <a:off x="1480308" y="2814032"/>
                <a:ext cx="2800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885A2A2E-13ED-77A5-04BB-9121A1895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0308" y="2814032"/>
                <a:ext cx="280012" cy="276999"/>
              </a:xfrm>
              <a:prstGeom prst="rect">
                <a:avLst/>
              </a:prstGeom>
              <a:blipFill>
                <a:blip r:embed="rId7"/>
                <a:stretch>
                  <a:fillRect l="-21739" r="-4348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96C51C56-700A-6B43-34F5-C49437D24E31}"/>
                  </a:ext>
                </a:extLst>
              </p:cNvPr>
              <p:cNvSpPr txBox="1"/>
              <p:nvPr/>
            </p:nvSpPr>
            <p:spPr>
              <a:xfrm>
                <a:off x="2347213" y="2842068"/>
                <a:ext cx="2998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96C51C56-700A-6B43-34F5-C49437D24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7213" y="2842068"/>
                <a:ext cx="299826" cy="276999"/>
              </a:xfrm>
              <a:prstGeom prst="rect">
                <a:avLst/>
              </a:prstGeom>
              <a:blipFill>
                <a:blip r:embed="rId8"/>
                <a:stretch>
                  <a:fillRect l="-18367" r="-4082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D939DE44-0C96-C1C0-9D09-812A47444216}"/>
                  </a:ext>
                </a:extLst>
              </p:cNvPr>
              <p:cNvSpPr txBox="1"/>
              <p:nvPr/>
            </p:nvSpPr>
            <p:spPr>
              <a:xfrm>
                <a:off x="2403033" y="1397275"/>
                <a:ext cx="2199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D939DE44-0C96-C1C0-9D09-812A47444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033" y="1397275"/>
                <a:ext cx="219932" cy="276999"/>
              </a:xfrm>
              <a:prstGeom prst="rect">
                <a:avLst/>
              </a:prstGeom>
              <a:blipFill>
                <a:blip r:embed="rId9"/>
                <a:stretch>
                  <a:fillRect l="-25000" r="-22222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3380EE09-3DF3-E8FB-6F57-4E6DC9E6DEBD}"/>
                  </a:ext>
                </a:extLst>
              </p:cNvPr>
              <p:cNvSpPr txBox="1"/>
              <p:nvPr/>
            </p:nvSpPr>
            <p:spPr>
              <a:xfrm>
                <a:off x="1239064" y="2002864"/>
                <a:ext cx="1810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3380EE09-3DF3-E8FB-6F57-4E6DC9E6D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064" y="2002864"/>
                <a:ext cx="181075" cy="276999"/>
              </a:xfrm>
              <a:prstGeom prst="rect">
                <a:avLst/>
              </a:prstGeom>
              <a:blipFill>
                <a:blip r:embed="rId10"/>
                <a:stretch>
                  <a:fillRect l="-30000" r="-2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8998CC41-5EE6-CD4C-7851-4B466291F7EF}"/>
                  </a:ext>
                </a:extLst>
              </p:cNvPr>
              <p:cNvSpPr txBox="1"/>
              <p:nvPr/>
            </p:nvSpPr>
            <p:spPr>
              <a:xfrm>
                <a:off x="3163433" y="2002864"/>
                <a:ext cx="207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8998CC41-5EE6-CD4C-7851-4B466291F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3433" y="2002864"/>
                <a:ext cx="207108" cy="276999"/>
              </a:xfrm>
              <a:prstGeom prst="rect">
                <a:avLst/>
              </a:prstGeom>
              <a:blipFill>
                <a:blip r:embed="rId11"/>
                <a:stretch>
                  <a:fillRect l="-29412" r="-20588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AF2C191B-637A-72A3-9332-28862E3AF8FA}"/>
                  </a:ext>
                </a:extLst>
              </p:cNvPr>
              <p:cNvSpPr txBox="1"/>
              <p:nvPr/>
            </p:nvSpPr>
            <p:spPr>
              <a:xfrm>
                <a:off x="1886694" y="2669105"/>
                <a:ext cx="21935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AF2C191B-637A-72A3-9332-28862E3AF8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6694" y="2669105"/>
                <a:ext cx="219354" cy="307777"/>
              </a:xfrm>
              <a:prstGeom prst="rect">
                <a:avLst/>
              </a:prstGeom>
              <a:blipFill>
                <a:blip r:embed="rId12"/>
                <a:stretch>
                  <a:fillRect l="-13889" r="-13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7746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2000"/>
    </mc:Choice>
    <mc:Fallback xmlns="">
      <p:transition spd="slow" advClick="0" advTm="32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817C7-1A1A-B3BE-16B7-1059C7DD3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142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B414C-220C-6CE6-F2E0-F4C40CE45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93820679-8D65-0223-EEDA-79A233D78EDC}"/>
                  </a:ext>
                </a:extLst>
              </p:cNvPr>
              <p:cNvSpPr txBox="1"/>
              <p:nvPr/>
            </p:nvSpPr>
            <p:spPr>
              <a:xfrm>
                <a:off x="5426160" y="1907407"/>
                <a:ext cx="3374969" cy="6276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⇒</m:t>
                      </m:r>
                      <m:sSup>
                        <m:sSup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93820679-8D65-0223-EEDA-79A233D78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6160" y="1907407"/>
                <a:ext cx="3374969" cy="6276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25727AA9-8410-0935-35D1-E8B4A49C4E30}"/>
              </a:ext>
            </a:extLst>
          </p:cNvPr>
          <p:cNvSpPr/>
          <p:nvPr/>
        </p:nvSpPr>
        <p:spPr>
          <a:xfrm>
            <a:off x="5213071" y="1789472"/>
            <a:ext cx="3688342" cy="89900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5684BBBB-C699-328F-ABA2-3CA91447777E}"/>
                  </a:ext>
                </a:extLst>
              </p:cNvPr>
              <p:cNvSpPr txBox="1"/>
              <p:nvPr/>
            </p:nvSpPr>
            <p:spPr>
              <a:xfrm>
                <a:off x="198954" y="72698"/>
                <a:ext cx="4153786" cy="8015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5684BBBB-C699-328F-ABA2-3CA914477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54" y="72698"/>
                <a:ext cx="4153786" cy="8015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7370BDC9-4D49-EC35-EAD8-1C3CC1049697}"/>
                  </a:ext>
                </a:extLst>
              </p:cNvPr>
              <p:cNvSpPr txBox="1"/>
              <p:nvPr/>
            </p:nvSpPr>
            <p:spPr>
              <a:xfrm>
                <a:off x="5626497" y="72698"/>
                <a:ext cx="3174632" cy="7387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𝐿𝑅</m:t>
                          </m:r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7370BDC9-4D49-EC35-EAD8-1C3CC1049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6497" y="72698"/>
                <a:ext cx="3174632" cy="7387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Elipse 29">
            <a:extLst>
              <a:ext uri="{FF2B5EF4-FFF2-40B4-BE49-F238E27FC236}">
                <a16:creationId xmlns:a16="http://schemas.microsoft.com/office/drawing/2014/main" id="{A244184B-9055-8635-60C8-DB886977FA83}"/>
              </a:ext>
            </a:extLst>
          </p:cNvPr>
          <p:cNvSpPr/>
          <p:nvPr/>
        </p:nvSpPr>
        <p:spPr>
          <a:xfrm>
            <a:off x="450743" y="1744375"/>
            <a:ext cx="425303" cy="4253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2C2F6DAE-754E-72DC-BFBF-5F8D84E5A464}"/>
              </a:ext>
            </a:extLst>
          </p:cNvPr>
          <p:cNvSpPr/>
          <p:nvPr/>
        </p:nvSpPr>
        <p:spPr>
          <a:xfrm>
            <a:off x="4172138" y="1744375"/>
            <a:ext cx="425303" cy="4253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12B40866-5C27-ACCB-71F2-778A16F007B8}"/>
              </a:ext>
            </a:extLst>
          </p:cNvPr>
          <p:cNvCxnSpPr>
            <a:stCxn id="30" idx="2"/>
          </p:cNvCxnSpPr>
          <p:nvPr/>
        </p:nvCxnSpPr>
        <p:spPr>
          <a:xfrm>
            <a:off x="450743" y="1957027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99D045FB-4947-97CF-779C-D41F5EE45823}"/>
              </a:ext>
            </a:extLst>
          </p:cNvPr>
          <p:cNvCxnSpPr>
            <a:cxnSpLocks/>
          </p:cNvCxnSpPr>
          <p:nvPr/>
        </p:nvCxnSpPr>
        <p:spPr>
          <a:xfrm>
            <a:off x="1961812" y="3094863"/>
            <a:ext cx="0" cy="69106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5B27D749-D366-A877-4BD3-FE5CFCFD4B33}"/>
              </a:ext>
            </a:extLst>
          </p:cNvPr>
          <p:cNvCxnSpPr/>
          <p:nvPr/>
        </p:nvCxnSpPr>
        <p:spPr>
          <a:xfrm>
            <a:off x="4597441" y="1907407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B03A2A45-B29D-8200-6451-6DD98C40A2E0}"/>
              </a:ext>
            </a:extLst>
          </p:cNvPr>
          <p:cNvCxnSpPr>
            <a:cxnSpLocks/>
            <a:stCxn id="30" idx="7"/>
          </p:cNvCxnSpPr>
          <p:nvPr/>
        </p:nvCxnSpPr>
        <p:spPr>
          <a:xfrm>
            <a:off x="813762" y="1806659"/>
            <a:ext cx="1148050" cy="131826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D1AAEDC9-ACB9-BC9C-802F-A6847B789BB4}"/>
              </a:ext>
            </a:extLst>
          </p:cNvPr>
          <p:cNvCxnSpPr>
            <a:cxnSpLocks/>
          </p:cNvCxnSpPr>
          <p:nvPr/>
        </p:nvCxnSpPr>
        <p:spPr>
          <a:xfrm flipV="1">
            <a:off x="1941829" y="1789472"/>
            <a:ext cx="2318669" cy="132374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A35EE8FC-FFA7-D81F-9961-8D3BFC1EE962}"/>
              </a:ext>
            </a:extLst>
          </p:cNvPr>
          <p:cNvSpPr/>
          <p:nvPr/>
        </p:nvSpPr>
        <p:spPr>
          <a:xfrm>
            <a:off x="571245" y="1864877"/>
            <a:ext cx="184298" cy="18429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CE9043E4-9271-81EF-A404-D594DD35BD64}"/>
              </a:ext>
            </a:extLst>
          </p:cNvPr>
          <p:cNvSpPr/>
          <p:nvPr/>
        </p:nvSpPr>
        <p:spPr>
          <a:xfrm>
            <a:off x="4292640" y="1864877"/>
            <a:ext cx="184298" cy="18429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FC280E6D-0C64-9A96-1291-B70048446F83}"/>
              </a:ext>
            </a:extLst>
          </p:cNvPr>
          <p:cNvSpPr/>
          <p:nvPr/>
        </p:nvSpPr>
        <p:spPr>
          <a:xfrm>
            <a:off x="162269" y="3591649"/>
            <a:ext cx="576948" cy="792521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7A9D37F3-87B7-2218-7A8D-B9B4FC3FB839}"/>
              </a:ext>
            </a:extLst>
          </p:cNvPr>
          <p:cNvSpPr/>
          <p:nvPr/>
        </p:nvSpPr>
        <p:spPr>
          <a:xfrm>
            <a:off x="1673338" y="3787564"/>
            <a:ext cx="576948" cy="998532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A1E5E0F9-9420-EFFE-6ECA-25AAF0E46881}"/>
              </a:ext>
            </a:extLst>
          </p:cNvPr>
          <p:cNvSpPr/>
          <p:nvPr/>
        </p:nvSpPr>
        <p:spPr>
          <a:xfrm>
            <a:off x="4308967" y="3537732"/>
            <a:ext cx="576948" cy="792521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5FC7A119-D80F-8625-44AD-C2BDD5F5C1D8}"/>
                  </a:ext>
                </a:extLst>
              </p:cNvPr>
              <p:cNvSpPr txBox="1"/>
              <p:nvPr/>
            </p:nvSpPr>
            <p:spPr>
              <a:xfrm>
                <a:off x="4416558" y="3785923"/>
                <a:ext cx="3617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5FC7A119-D80F-8625-44AD-C2BDD5F5C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558" y="3785923"/>
                <a:ext cx="361766" cy="276999"/>
              </a:xfrm>
              <a:prstGeom prst="rect">
                <a:avLst/>
              </a:prstGeom>
              <a:blipFill>
                <a:blip r:embed="rId5"/>
                <a:stretch>
                  <a:fillRect l="-16949" r="-3390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226A9893-5ECA-EAD2-14C1-B15871FFDE48}"/>
                  </a:ext>
                </a:extLst>
              </p:cNvPr>
              <p:cNvSpPr txBox="1"/>
              <p:nvPr/>
            </p:nvSpPr>
            <p:spPr>
              <a:xfrm>
                <a:off x="1813973" y="4166180"/>
                <a:ext cx="2557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226A9893-5ECA-EAD2-14C1-B15871FFD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973" y="4166180"/>
                <a:ext cx="255711" cy="276999"/>
              </a:xfrm>
              <a:prstGeom prst="rect">
                <a:avLst/>
              </a:prstGeom>
              <a:blipFill>
                <a:blip r:embed="rId6"/>
                <a:stretch>
                  <a:fillRect l="-23810" r="-16667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DF082B15-8294-18A9-C1BA-5231B5343574}"/>
                  </a:ext>
                </a:extLst>
              </p:cNvPr>
              <p:cNvSpPr txBox="1"/>
              <p:nvPr/>
            </p:nvSpPr>
            <p:spPr>
              <a:xfrm>
                <a:off x="250364" y="3811488"/>
                <a:ext cx="3419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DF082B15-8294-18A9-C1BA-5231B5343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364" y="3811488"/>
                <a:ext cx="341953" cy="276999"/>
              </a:xfrm>
              <a:prstGeom prst="rect">
                <a:avLst/>
              </a:prstGeom>
              <a:blipFill>
                <a:blip r:embed="rId7"/>
                <a:stretch>
                  <a:fillRect l="-14286" r="-5357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Conector reto 47">
            <a:extLst>
              <a:ext uri="{FF2B5EF4-FFF2-40B4-BE49-F238E27FC236}">
                <a16:creationId xmlns:a16="http://schemas.microsoft.com/office/drawing/2014/main" id="{A58CA833-E196-A7F5-C4A0-0704D32B2968}"/>
              </a:ext>
            </a:extLst>
          </p:cNvPr>
          <p:cNvCxnSpPr>
            <a:cxnSpLocks/>
          </p:cNvCxnSpPr>
          <p:nvPr/>
        </p:nvCxnSpPr>
        <p:spPr>
          <a:xfrm>
            <a:off x="663395" y="1744375"/>
            <a:ext cx="3721395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1708A614-5303-F66D-B55D-876D5A60C094}"/>
              </a:ext>
            </a:extLst>
          </p:cNvPr>
          <p:cNvCxnSpPr>
            <a:cxnSpLocks/>
          </p:cNvCxnSpPr>
          <p:nvPr/>
        </p:nvCxnSpPr>
        <p:spPr>
          <a:xfrm>
            <a:off x="1142368" y="3124919"/>
            <a:ext cx="1958795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832252D0-1551-5BCA-7867-15DC18FCB592}"/>
                  </a:ext>
                </a:extLst>
              </p:cNvPr>
              <p:cNvSpPr txBox="1"/>
              <p:nvPr/>
            </p:nvSpPr>
            <p:spPr>
              <a:xfrm>
                <a:off x="1480308" y="2814032"/>
                <a:ext cx="2800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832252D0-1551-5BCA-7867-15DC18FCB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0308" y="2814032"/>
                <a:ext cx="280012" cy="276999"/>
              </a:xfrm>
              <a:prstGeom prst="rect">
                <a:avLst/>
              </a:prstGeom>
              <a:blipFill>
                <a:blip r:embed="rId8"/>
                <a:stretch>
                  <a:fillRect l="-21739" r="-4348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88967422-A705-8374-0620-E12261C1A420}"/>
                  </a:ext>
                </a:extLst>
              </p:cNvPr>
              <p:cNvSpPr txBox="1"/>
              <p:nvPr/>
            </p:nvSpPr>
            <p:spPr>
              <a:xfrm>
                <a:off x="2347213" y="2842068"/>
                <a:ext cx="2998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88967422-A705-8374-0620-E12261C1A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7213" y="2842068"/>
                <a:ext cx="299826" cy="276999"/>
              </a:xfrm>
              <a:prstGeom prst="rect">
                <a:avLst/>
              </a:prstGeom>
              <a:blipFill>
                <a:blip r:embed="rId9"/>
                <a:stretch>
                  <a:fillRect l="-18367" r="-4082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8C2356EA-35B9-ADAC-234B-5C7939A4679A}"/>
                  </a:ext>
                </a:extLst>
              </p:cNvPr>
              <p:cNvSpPr txBox="1"/>
              <p:nvPr/>
            </p:nvSpPr>
            <p:spPr>
              <a:xfrm>
                <a:off x="2403033" y="1397275"/>
                <a:ext cx="2199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8C2356EA-35B9-ADAC-234B-5C7939A46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033" y="1397275"/>
                <a:ext cx="219932" cy="276999"/>
              </a:xfrm>
              <a:prstGeom prst="rect">
                <a:avLst/>
              </a:prstGeom>
              <a:blipFill>
                <a:blip r:embed="rId10"/>
                <a:stretch>
                  <a:fillRect l="-25000" r="-22222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E9EDE9AB-D410-7E7E-62A1-FB2BA7AAEEC7}"/>
                  </a:ext>
                </a:extLst>
              </p:cNvPr>
              <p:cNvSpPr txBox="1"/>
              <p:nvPr/>
            </p:nvSpPr>
            <p:spPr>
              <a:xfrm>
                <a:off x="1239064" y="2002864"/>
                <a:ext cx="1810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E9EDE9AB-D410-7E7E-62A1-FB2BA7AAEE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064" y="2002864"/>
                <a:ext cx="181075" cy="276999"/>
              </a:xfrm>
              <a:prstGeom prst="rect">
                <a:avLst/>
              </a:prstGeom>
              <a:blipFill>
                <a:blip r:embed="rId11"/>
                <a:stretch>
                  <a:fillRect l="-30000" r="-2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EE283361-E3C2-97E8-2A9B-E1F9D9EACFE1}"/>
                  </a:ext>
                </a:extLst>
              </p:cNvPr>
              <p:cNvSpPr txBox="1"/>
              <p:nvPr/>
            </p:nvSpPr>
            <p:spPr>
              <a:xfrm>
                <a:off x="3163433" y="2002864"/>
                <a:ext cx="207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EE283361-E3C2-97E8-2A9B-E1F9D9EAC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3433" y="2002864"/>
                <a:ext cx="207108" cy="276999"/>
              </a:xfrm>
              <a:prstGeom prst="rect">
                <a:avLst/>
              </a:prstGeom>
              <a:blipFill>
                <a:blip r:embed="rId12"/>
                <a:stretch>
                  <a:fillRect l="-29412" r="-20588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aixaDeTexto 54">
                <a:extLst>
                  <a:ext uri="{FF2B5EF4-FFF2-40B4-BE49-F238E27FC236}">
                    <a16:creationId xmlns:a16="http://schemas.microsoft.com/office/drawing/2014/main" id="{0FBEDFBF-0AB8-D4B9-048C-24A9AF02A9F0}"/>
                  </a:ext>
                </a:extLst>
              </p:cNvPr>
              <p:cNvSpPr txBox="1"/>
              <p:nvPr/>
            </p:nvSpPr>
            <p:spPr>
              <a:xfrm>
                <a:off x="1886694" y="2669105"/>
                <a:ext cx="21935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5" name="CaixaDeTexto 54">
                <a:extLst>
                  <a:ext uri="{FF2B5EF4-FFF2-40B4-BE49-F238E27FC236}">
                    <a16:creationId xmlns:a16="http://schemas.microsoft.com/office/drawing/2014/main" id="{0FBEDFBF-0AB8-D4B9-048C-24A9AF02A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6694" y="2669105"/>
                <a:ext cx="219354" cy="307777"/>
              </a:xfrm>
              <a:prstGeom prst="rect">
                <a:avLst/>
              </a:prstGeom>
              <a:blipFill>
                <a:blip r:embed="rId13"/>
                <a:stretch>
                  <a:fillRect l="-13889" r="-13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1453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1000"/>
    </mc:Choice>
    <mc:Fallback xmlns="">
      <p:transition spd="slow" advClick="0" advTm="21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3BE82-F89A-8C60-6378-743D8AD32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9520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1785C-E914-B4CB-85A4-77E63949B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1177BDB7-27D4-9B2A-8E61-8DA0FAD6FA2F}"/>
                  </a:ext>
                </a:extLst>
              </p:cNvPr>
              <p:cNvSpPr txBox="1"/>
              <p:nvPr/>
            </p:nvSpPr>
            <p:spPr>
              <a:xfrm>
                <a:off x="198954" y="72698"/>
                <a:ext cx="4153786" cy="8015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1177BDB7-27D4-9B2A-8E61-8DA0FAD6F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54" y="72698"/>
                <a:ext cx="4153786" cy="8015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71460AAE-7646-06B2-D7E1-331D1C3A1402}"/>
                  </a:ext>
                </a:extLst>
              </p:cNvPr>
              <p:cNvSpPr txBox="1"/>
              <p:nvPr/>
            </p:nvSpPr>
            <p:spPr>
              <a:xfrm>
                <a:off x="5626497" y="72698"/>
                <a:ext cx="3174632" cy="7387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𝐿𝑅</m:t>
                          </m:r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71460AAE-7646-06B2-D7E1-331D1C3A1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6497" y="72698"/>
                <a:ext cx="3174632" cy="7387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E4F0B8B2-F27E-4034-9C4F-25F9B600C3D3}"/>
                  </a:ext>
                </a:extLst>
              </p:cNvPr>
              <p:cNvSpPr txBox="1"/>
              <p:nvPr/>
            </p:nvSpPr>
            <p:spPr>
              <a:xfrm>
                <a:off x="5426160" y="3603098"/>
                <a:ext cx="3374969" cy="6276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⇒</m:t>
                      </m:r>
                      <m:sSup>
                        <m:sSup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E4F0B8B2-F27E-4034-9C4F-25F9B600C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6160" y="3603098"/>
                <a:ext cx="3374969" cy="6276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tângulo 28">
            <a:extLst>
              <a:ext uri="{FF2B5EF4-FFF2-40B4-BE49-F238E27FC236}">
                <a16:creationId xmlns:a16="http://schemas.microsoft.com/office/drawing/2014/main" id="{13EA7805-E104-0B5B-0F9F-17EC4A81E29A}"/>
              </a:ext>
            </a:extLst>
          </p:cNvPr>
          <p:cNvSpPr/>
          <p:nvPr/>
        </p:nvSpPr>
        <p:spPr>
          <a:xfrm>
            <a:off x="5213071" y="3485163"/>
            <a:ext cx="3688342" cy="89900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AAB86C9F-384B-8D98-73B9-DA42E384D2F8}"/>
              </a:ext>
            </a:extLst>
          </p:cNvPr>
          <p:cNvSpPr/>
          <p:nvPr/>
        </p:nvSpPr>
        <p:spPr>
          <a:xfrm>
            <a:off x="450743" y="1744375"/>
            <a:ext cx="425303" cy="4253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05EBD6D2-16FD-6B8C-0D5D-D247E6CECEF2}"/>
              </a:ext>
            </a:extLst>
          </p:cNvPr>
          <p:cNvSpPr/>
          <p:nvPr/>
        </p:nvSpPr>
        <p:spPr>
          <a:xfrm>
            <a:off x="4172138" y="1744375"/>
            <a:ext cx="425303" cy="4253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D87E182B-A568-C37F-7A1A-09C2FC918080}"/>
              </a:ext>
            </a:extLst>
          </p:cNvPr>
          <p:cNvCxnSpPr>
            <a:stCxn id="30" idx="2"/>
          </p:cNvCxnSpPr>
          <p:nvPr/>
        </p:nvCxnSpPr>
        <p:spPr>
          <a:xfrm>
            <a:off x="450743" y="1957027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92CAB47E-1C1D-AA40-BCB2-C2E5C35D092E}"/>
              </a:ext>
            </a:extLst>
          </p:cNvPr>
          <p:cNvCxnSpPr>
            <a:cxnSpLocks/>
          </p:cNvCxnSpPr>
          <p:nvPr/>
        </p:nvCxnSpPr>
        <p:spPr>
          <a:xfrm>
            <a:off x="1961812" y="3094863"/>
            <a:ext cx="0" cy="69106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DFEF50A5-502C-4AAE-7732-0CAC874183F8}"/>
              </a:ext>
            </a:extLst>
          </p:cNvPr>
          <p:cNvCxnSpPr/>
          <p:nvPr/>
        </p:nvCxnSpPr>
        <p:spPr>
          <a:xfrm>
            <a:off x="4597441" y="1907407"/>
            <a:ext cx="0" cy="1630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06A5F5C9-9A1C-BE11-5F43-7C7D4A04E473}"/>
              </a:ext>
            </a:extLst>
          </p:cNvPr>
          <p:cNvCxnSpPr>
            <a:cxnSpLocks/>
            <a:stCxn id="30" idx="7"/>
          </p:cNvCxnSpPr>
          <p:nvPr/>
        </p:nvCxnSpPr>
        <p:spPr>
          <a:xfrm>
            <a:off x="813762" y="1806659"/>
            <a:ext cx="1148050" cy="131826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7F3F502A-D533-13E4-9E63-2A5AB2998A3F}"/>
              </a:ext>
            </a:extLst>
          </p:cNvPr>
          <p:cNvCxnSpPr>
            <a:cxnSpLocks/>
          </p:cNvCxnSpPr>
          <p:nvPr/>
        </p:nvCxnSpPr>
        <p:spPr>
          <a:xfrm flipV="1">
            <a:off x="1941829" y="1789472"/>
            <a:ext cx="2318669" cy="132374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2AA996F1-E2EA-601C-C760-2EDE274706A4}"/>
              </a:ext>
            </a:extLst>
          </p:cNvPr>
          <p:cNvSpPr/>
          <p:nvPr/>
        </p:nvSpPr>
        <p:spPr>
          <a:xfrm>
            <a:off x="571245" y="1864877"/>
            <a:ext cx="184298" cy="18429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763AF013-FD17-B330-ADF4-FF6589633263}"/>
              </a:ext>
            </a:extLst>
          </p:cNvPr>
          <p:cNvSpPr/>
          <p:nvPr/>
        </p:nvSpPr>
        <p:spPr>
          <a:xfrm>
            <a:off x="4292640" y="1864877"/>
            <a:ext cx="184298" cy="18429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B134A4C5-002C-39D3-1BD2-E39E8C269767}"/>
              </a:ext>
            </a:extLst>
          </p:cNvPr>
          <p:cNvSpPr/>
          <p:nvPr/>
        </p:nvSpPr>
        <p:spPr>
          <a:xfrm>
            <a:off x="162269" y="3591649"/>
            <a:ext cx="576948" cy="792521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79AAEB4B-C52E-840D-A142-582E1598419C}"/>
              </a:ext>
            </a:extLst>
          </p:cNvPr>
          <p:cNvSpPr/>
          <p:nvPr/>
        </p:nvSpPr>
        <p:spPr>
          <a:xfrm>
            <a:off x="1673338" y="3787564"/>
            <a:ext cx="576948" cy="998532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F9874D3B-2D81-CBB4-6895-C7055A5D57A5}"/>
              </a:ext>
            </a:extLst>
          </p:cNvPr>
          <p:cNvSpPr/>
          <p:nvPr/>
        </p:nvSpPr>
        <p:spPr>
          <a:xfrm>
            <a:off x="4308967" y="3537732"/>
            <a:ext cx="576948" cy="792521"/>
          </a:xfrm>
          <a:prstGeom prst="rect">
            <a:avLst/>
          </a:prstGeom>
          <a:solidFill>
            <a:schemeClr val="accent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64996FD0-5248-6226-D732-EE8369CBDC5A}"/>
                  </a:ext>
                </a:extLst>
              </p:cNvPr>
              <p:cNvSpPr txBox="1"/>
              <p:nvPr/>
            </p:nvSpPr>
            <p:spPr>
              <a:xfrm>
                <a:off x="4416558" y="3785923"/>
                <a:ext cx="3617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64996FD0-5248-6226-D732-EE8369CBD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558" y="3785923"/>
                <a:ext cx="361766" cy="276999"/>
              </a:xfrm>
              <a:prstGeom prst="rect">
                <a:avLst/>
              </a:prstGeom>
              <a:blipFill>
                <a:blip r:embed="rId5"/>
                <a:stretch>
                  <a:fillRect l="-16949" r="-3390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37DB78D1-2CAB-ECED-B1E1-6EF13E29C571}"/>
                  </a:ext>
                </a:extLst>
              </p:cNvPr>
              <p:cNvSpPr txBox="1"/>
              <p:nvPr/>
            </p:nvSpPr>
            <p:spPr>
              <a:xfrm>
                <a:off x="1813973" y="4166180"/>
                <a:ext cx="2557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37DB78D1-2CAB-ECED-B1E1-6EF13E29C5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973" y="4166180"/>
                <a:ext cx="255711" cy="276999"/>
              </a:xfrm>
              <a:prstGeom prst="rect">
                <a:avLst/>
              </a:prstGeom>
              <a:blipFill>
                <a:blip r:embed="rId6"/>
                <a:stretch>
                  <a:fillRect l="-23810" r="-16667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3BCD30C3-34EC-8358-51CD-CAE267F58179}"/>
                  </a:ext>
                </a:extLst>
              </p:cNvPr>
              <p:cNvSpPr txBox="1"/>
              <p:nvPr/>
            </p:nvSpPr>
            <p:spPr>
              <a:xfrm>
                <a:off x="250364" y="3811488"/>
                <a:ext cx="3419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3BCD30C3-34EC-8358-51CD-CAE267F58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364" y="3811488"/>
                <a:ext cx="341953" cy="276999"/>
              </a:xfrm>
              <a:prstGeom prst="rect">
                <a:avLst/>
              </a:prstGeom>
              <a:blipFill>
                <a:blip r:embed="rId7"/>
                <a:stretch>
                  <a:fillRect l="-14286" r="-5357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Conector reto 47">
            <a:extLst>
              <a:ext uri="{FF2B5EF4-FFF2-40B4-BE49-F238E27FC236}">
                <a16:creationId xmlns:a16="http://schemas.microsoft.com/office/drawing/2014/main" id="{680CBF5B-FC9E-460A-074D-B764725B5DAF}"/>
              </a:ext>
            </a:extLst>
          </p:cNvPr>
          <p:cNvCxnSpPr>
            <a:cxnSpLocks/>
          </p:cNvCxnSpPr>
          <p:nvPr/>
        </p:nvCxnSpPr>
        <p:spPr>
          <a:xfrm>
            <a:off x="663395" y="1744375"/>
            <a:ext cx="3721395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718E0C52-BE8F-FD22-7116-79207627EC4A}"/>
              </a:ext>
            </a:extLst>
          </p:cNvPr>
          <p:cNvCxnSpPr>
            <a:cxnSpLocks/>
          </p:cNvCxnSpPr>
          <p:nvPr/>
        </p:nvCxnSpPr>
        <p:spPr>
          <a:xfrm>
            <a:off x="1142368" y="3124919"/>
            <a:ext cx="1958795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7ECEDEFC-DF88-BA6E-3867-551BA7A17BC6}"/>
                  </a:ext>
                </a:extLst>
              </p:cNvPr>
              <p:cNvSpPr txBox="1"/>
              <p:nvPr/>
            </p:nvSpPr>
            <p:spPr>
              <a:xfrm>
                <a:off x="1480308" y="2814032"/>
                <a:ext cx="2800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7ECEDEFC-DF88-BA6E-3867-551BA7A17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0308" y="2814032"/>
                <a:ext cx="280012" cy="276999"/>
              </a:xfrm>
              <a:prstGeom prst="rect">
                <a:avLst/>
              </a:prstGeom>
              <a:blipFill>
                <a:blip r:embed="rId8"/>
                <a:stretch>
                  <a:fillRect l="-21739" r="-4348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A1861976-30A7-BA77-B8BC-8E6D483BD9CB}"/>
                  </a:ext>
                </a:extLst>
              </p:cNvPr>
              <p:cNvSpPr txBox="1"/>
              <p:nvPr/>
            </p:nvSpPr>
            <p:spPr>
              <a:xfrm>
                <a:off x="2347213" y="2842068"/>
                <a:ext cx="2998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A1861976-30A7-BA77-B8BC-8E6D483BD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7213" y="2842068"/>
                <a:ext cx="299826" cy="276999"/>
              </a:xfrm>
              <a:prstGeom prst="rect">
                <a:avLst/>
              </a:prstGeom>
              <a:blipFill>
                <a:blip r:embed="rId9"/>
                <a:stretch>
                  <a:fillRect l="-18367" r="-4082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98A59406-13AB-9DD9-CE4A-6A3BC9691591}"/>
                  </a:ext>
                </a:extLst>
              </p:cNvPr>
              <p:cNvSpPr txBox="1"/>
              <p:nvPr/>
            </p:nvSpPr>
            <p:spPr>
              <a:xfrm>
                <a:off x="2403033" y="1397275"/>
                <a:ext cx="2199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98A59406-13AB-9DD9-CE4A-6A3BC9691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033" y="1397275"/>
                <a:ext cx="219932" cy="276999"/>
              </a:xfrm>
              <a:prstGeom prst="rect">
                <a:avLst/>
              </a:prstGeom>
              <a:blipFill>
                <a:blip r:embed="rId10"/>
                <a:stretch>
                  <a:fillRect l="-25000" r="-22222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7B3DCD64-A6DC-0B70-E53F-1A7761091378}"/>
                  </a:ext>
                </a:extLst>
              </p:cNvPr>
              <p:cNvSpPr txBox="1"/>
              <p:nvPr/>
            </p:nvSpPr>
            <p:spPr>
              <a:xfrm>
                <a:off x="1239064" y="2002864"/>
                <a:ext cx="1810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7B3DCD64-A6DC-0B70-E53F-1A7761091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064" y="2002864"/>
                <a:ext cx="181075" cy="276999"/>
              </a:xfrm>
              <a:prstGeom prst="rect">
                <a:avLst/>
              </a:prstGeom>
              <a:blipFill>
                <a:blip r:embed="rId11"/>
                <a:stretch>
                  <a:fillRect l="-30000" r="-2666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583F035F-1B09-E35A-C8E8-74D6AE73A369}"/>
                  </a:ext>
                </a:extLst>
              </p:cNvPr>
              <p:cNvSpPr txBox="1"/>
              <p:nvPr/>
            </p:nvSpPr>
            <p:spPr>
              <a:xfrm>
                <a:off x="3163433" y="2002864"/>
                <a:ext cx="207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583F035F-1B09-E35A-C8E8-74D6AE73A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3433" y="2002864"/>
                <a:ext cx="207108" cy="276999"/>
              </a:xfrm>
              <a:prstGeom prst="rect">
                <a:avLst/>
              </a:prstGeom>
              <a:blipFill>
                <a:blip r:embed="rId12"/>
                <a:stretch>
                  <a:fillRect l="-29412" r="-20588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aixaDeTexto 54">
                <a:extLst>
                  <a:ext uri="{FF2B5EF4-FFF2-40B4-BE49-F238E27FC236}">
                    <a16:creationId xmlns:a16="http://schemas.microsoft.com/office/drawing/2014/main" id="{5E58E4DE-D5F7-5289-824D-E7EE94287148}"/>
                  </a:ext>
                </a:extLst>
              </p:cNvPr>
              <p:cNvSpPr txBox="1"/>
              <p:nvPr/>
            </p:nvSpPr>
            <p:spPr>
              <a:xfrm>
                <a:off x="1886694" y="2669105"/>
                <a:ext cx="21935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5" name="CaixaDeTexto 54">
                <a:extLst>
                  <a:ext uri="{FF2B5EF4-FFF2-40B4-BE49-F238E27FC236}">
                    <a16:creationId xmlns:a16="http://schemas.microsoft.com/office/drawing/2014/main" id="{5E58E4DE-D5F7-5289-824D-E7EE94287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6694" y="2669105"/>
                <a:ext cx="219354" cy="307777"/>
              </a:xfrm>
              <a:prstGeom prst="rect">
                <a:avLst/>
              </a:prstGeom>
              <a:blipFill>
                <a:blip r:embed="rId13"/>
                <a:stretch>
                  <a:fillRect l="-13889" r="-13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aixaDeTexto 55">
                <a:extLst>
                  <a:ext uri="{FF2B5EF4-FFF2-40B4-BE49-F238E27FC236}">
                    <a16:creationId xmlns:a16="http://schemas.microsoft.com/office/drawing/2014/main" id="{C7848C32-CC4A-6DD9-90E9-23F5F8E0FEFE}"/>
                  </a:ext>
                </a:extLst>
              </p:cNvPr>
              <p:cNvSpPr txBox="1"/>
              <p:nvPr/>
            </p:nvSpPr>
            <p:spPr>
              <a:xfrm>
                <a:off x="5426160" y="1907407"/>
                <a:ext cx="3374969" cy="6276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⇒</m:t>
                      </m:r>
                      <m:sSup>
                        <m:sSup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6" name="CaixaDeTexto 55">
                <a:extLst>
                  <a:ext uri="{FF2B5EF4-FFF2-40B4-BE49-F238E27FC236}">
                    <a16:creationId xmlns:a16="http://schemas.microsoft.com/office/drawing/2014/main" id="{C7848C32-CC4A-6DD9-90E9-23F5F8E0F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6160" y="1907407"/>
                <a:ext cx="3374969" cy="62760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etângulo 56">
            <a:extLst>
              <a:ext uri="{FF2B5EF4-FFF2-40B4-BE49-F238E27FC236}">
                <a16:creationId xmlns:a16="http://schemas.microsoft.com/office/drawing/2014/main" id="{F6249FC0-C4F1-9BE9-A83D-B0B861511222}"/>
              </a:ext>
            </a:extLst>
          </p:cNvPr>
          <p:cNvSpPr/>
          <p:nvPr/>
        </p:nvSpPr>
        <p:spPr>
          <a:xfrm>
            <a:off x="5213071" y="1789472"/>
            <a:ext cx="3688342" cy="89900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4538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8000"/>
    </mc:Choice>
    <mc:Fallback xmlns="">
      <p:transition spd="slow" advClick="0" advTm="18000"/>
    </mc:Fallback>
  </mc:AlternateContent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1444</TotalTime>
  <Words>487</Words>
  <Application>Microsoft Office PowerPoint</Application>
  <PresentationFormat>Apresentação na tela (16:9)</PresentationFormat>
  <Paragraphs>165</Paragraphs>
  <Slides>31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Calibri</vt:lpstr>
      <vt:lpstr>Arial</vt:lpstr>
      <vt:lpstr>Calibri Light</vt:lpstr>
      <vt:lpstr>Cambria Math</vt:lpstr>
      <vt:lpstr>Tema do Office 2013 - 2022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Osvaldo Luiz Santos Pereira</dc:creator>
  <cp:lastModifiedBy>Osvaldo Luiz Santos Pereira</cp:lastModifiedBy>
  <cp:revision>1</cp:revision>
  <dcterms:created xsi:type="dcterms:W3CDTF">2025-07-15T20:33:43Z</dcterms:created>
  <dcterms:modified xsi:type="dcterms:W3CDTF">2026-04-21T01:14:01Z</dcterms:modified>
</cp:coreProperties>
</file>