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3" r:id="rId2"/>
    <p:sldId id="265" r:id="rId3"/>
    <p:sldId id="266" r:id="rId4"/>
    <p:sldId id="268" r:id="rId5"/>
    <p:sldId id="269" r:id="rId6"/>
    <p:sldId id="267" r:id="rId7"/>
    <p:sldId id="270" r:id="rId8"/>
    <p:sldId id="271" r:id="rId9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7B6"/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2130EE-B6D4-41CF-AF9D-D05C0FADC183}" v="7" dt="2026-05-03T19:55:20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6" autoAdjust="0"/>
    <p:restoredTop sz="94660"/>
  </p:normalViewPr>
  <p:slideViewPr>
    <p:cSldViewPr snapToGrid="0">
      <p:cViewPr varScale="1">
        <p:scale>
          <a:sx n="80" d="100"/>
          <a:sy n="80" d="100"/>
        </p:scale>
        <p:origin x="9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EF59E56-4CCE-4FE5-AF5F-969E092DDC67}"/>
    <pc:docChg chg="undo custSel addSld delSld modSld modMainMaster">
      <pc:chgData name="Osvaldo Luiz Santos Pereira" userId="c308351cf5a860c7" providerId="LiveId" clId="{3EF59E56-4CCE-4FE5-AF5F-969E092DDC67}" dt="2026-05-03T19:58:20.334" v="1590" actId="2710"/>
      <pc:docMkLst>
        <pc:docMk/>
      </pc:docMkLst>
      <pc:sldChg chg="addSp delSp modSp del mod setBg modAnim">
        <pc:chgData name="Osvaldo Luiz Santos Pereira" userId="c308351cf5a860c7" providerId="LiveId" clId="{3EF59E56-4CCE-4FE5-AF5F-969E092DDC67}" dt="2026-05-03T19:50:12.354" v="1265" actId="47"/>
        <pc:sldMkLst>
          <pc:docMk/>
          <pc:sldMk cId="3410455670" sldId="256"/>
        </pc:sldMkLst>
      </pc:sldChg>
      <pc:sldChg chg="delSp modSp add mod">
        <pc:chgData name="Osvaldo Luiz Santos Pereira" userId="c308351cf5a860c7" providerId="LiveId" clId="{3EF59E56-4CCE-4FE5-AF5F-969E092DDC67}" dt="2026-05-03T19:58:20.334" v="1590" actId="2710"/>
        <pc:sldMkLst>
          <pc:docMk/>
          <pc:sldMk cId="1580223183" sldId="263"/>
        </pc:sldMkLst>
        <pc:spChg chg="del">
          <ac:chgData name="Osvaldo Luiz Santos Pereira" userId="c308351cf5a860c7" providerId="LiveId" clId="{3EF59E56-4CCE-4FE5-AF5F-969E092DDC67}" dt="2026-05-03T19:56:23.742" v="1406" actId="478"/>
          <ac:spMkLst>
            <pc:docMk/>
            <pc:sldMk cId="1580223183" sldId="263"/>
            <ac:spMk id="2" creationId="{33A99964-FDA3-CD83-08F8-7195A100EB3E}"/>
          </ac:spMkLst>
        </pc:spChg>
        <pc:spChg chg="del">
          <ac:chgData name="Osvaldo Luiz Santos Pereira" userId="c308351cf5a860c7" providerId="LiveId" clId="{3EF59E56-4CCE-4FE5-AF5F-969E092DDC67}" dt="2026-05-03T19:50:34.764" v="1281" actId="478"/>
          <ac:spMkLst>
            <pc:docMk/>
            <pc:sldMk cId="1580223183" sldId="263"/>
            <ac:spMk id="4" creationId="{AF27E8E3-1420-38B1-3856-11879B004FD6}"/>
          </ac:spMkLst>
        </pc:spChg>
        <pc:spChg chg="del">
          <ac:chgData name="Osvaldo Luiz Santos Pereira" userId="c308351cf5a860c7" providerId="LiveId" clId="{3EF59E56-4CCE-4FE5-AF5F-969E092DDC67}" dt="2026-05-03T19:50:34.764" v="1281" actId="478"/>
          <ac:spMkLst>
            <pc:docMk/>
            <pc:sldMk cId="1580223183" sldId="263"/>
            <ac:spMk id="5" creationId="{97810DA4-7900-286E-7144-C09EC78EE8A6}"/>
          </ac:spMkLst>
        </pc:spChg>
        <pc:spChg chg="mod">
          <ac:chgData name="Osvaldo Luiz Santos Pereira" userId="c308351cf5a860c7" providerId="LiveId" clId="{3EF59E56-4CCE-4FE5-AF5F-969E092DDC67}" dt="2026-05-03T19:58:20.334" v="1590" actId="2710"/>
          <ac:spMkLst>
            <pc:docMk/>
            <pc:sldMk cId="1580223183" sldId="263"/>
            <ac:spMk id="9" creationId="{0A83C0D2-8840-4CCC-79FE-0EC231FCB6BE}"/>
          </ac:spMkLst>
        </pc:spChg>
        <pc:spChg chg="mod">
          <ac:chgData name="Osvaldo Luiz Santos Pereira" userId="c308351cf5a860c7" providerId="LiveId" clId="{3EF59E56-4CCE-4FE5-AF5F-969E092DDC67}" dt="2026-05-03T19:56:30.565" v="1422" actId="20577"/>
          <ac:spMkLst>
            <pc:docMk/>
            <pc:sldMk cId="1580223183" sldId="263"/>
            <ac:spMk id="12" creationId="{38620B9C-12BA-551F-7E05-750B8A7DCF7D}"/>
          </ac:spMkLst>
        </pc:spChg>
      </pc:sldChg>
      <pc:sldChg chg="add del">
        <pc:chgData name="Osvaldo Luiz Santos Pereira" userId="c308351cf5a860c7" providerId="LiveId" clId="{3EF59E56-4CCE-4FE5-AF5F-969E092DDC67}" dt="2026-05-03T19:50:12.354" v="1265" actId="47"/>
        <pc:sldMkLst>
          <pc:docMk/>
          <pc:sldMk cId="2344541412" sldId="264"/>
        </pc:sldMkLst>
      </pc:sldChg>
      <pc:sldChg chg="delSp modSp add mod">
        <pc:chgData name="Osvaldo Luiz Santos Pereira" userId="c308351cf5a860c7" providerId="LiveId" clId="{3EF59E56-4CCE-4FE5-AF5F-969E092DDC67}" dt="2026-05-03T19:54:56.825" v="1289" actId="20577"/>
        <pc:sldMkLst>
          <pc:docMk/>
          <pc:sldMk cId="3008371086" sldId="265"/>
        </pc:sldMkLst>
        <pc:spChg chg="del">
          <ac:chgData name="Osvaldo Luiz Santos Pereira" userId="c308351cf5a860c7" providerId="LiveId" clId="{3EF59E56-4CCE-4FE5-AF5F-969E092DDC67}" dt="2026-05-03T19:50:22.692" v="1266" actId="478"/>
          <ac:spMkLst>
            <pc:docMk/>
            <pc:sldMk cId="3008371086" sldId="265"/>
            <ac:spMk id="2" creationId="{66E4B46B-FC70-11D2-6921-F70CE92DA7E0}"/>
          </ac:spMkLst>
        </pc:spChg>
        <pc:spChg chg="del">
          <ac:chgData name="Osvaldo Luiz Santos Pereira" userId="c308351cf5a860c7" providerId="LiveId" clId="{3EF59E56-4CCE-4FE5-AF5F-969E092DDC67}" dt="2026-05-03T19:50:22.692" v="1266" actId="478"/>
          <ac:spMkLst>
            <pc:docMk/>
            <pc:sldMk cId="3008371086" sldId="265"/>
            <ac:spMk id="4" creationId="{436DB718-630B-C018-1AF6-02FA35C7239D}"/>
          </ac:spMkLst>
        </pc:spChg>
        <pc:spChg chg="del">
          <ac:chgData name="Osvaldo Luiz Santos Pereira" userId="c308351cf5a860c7" providerId="LiveId" clId="{3EF59E56-4CCE-4FE5-AF5F-969E092DDC67}" dt="2026-05-03T19:50:22.692" v="1266" actId="478"/>
          <ac:spMkLst>
            <pc:docMk/>
            <pc:sldMk cId="3008371086" sldId="265"/>
            <ac:spMk id="5" creationId="{B666DE56-2EF8-6F8A-B9D6-64BBAB612A3C}"/>
          </ac:spMkLst>
        </pc:spChg>
        <pc:spChg chg="mod">
          <ac:chgData name="Osvaldo Luiz Santos Pereira" userId="c308351cf5a860c7" providerId="LiveId" clId="{3EF59E56-4CCE-4FE5-AF5F-969E092DDC67}" dt="2026-05-03T19:50:27.292" v="1278" actId="20577"/>
          <ac:spMkLst>
            <pc:docMk/>
            <pc:sldMk cId="3008371086" sldId="265"/>
            <ac:spMk id="9" creationId="{54B1BE9C-5543-2062-C62A-248E7B49D445}"/>
          </ac:spMkLst>
        </pc:spChg>
        <pc:spChg chg="mod">
          <ac:chgData name="Osvaldo Luiz Santos Pereira" userId="c308351cf5a860c7" providerId="LiveId" clId="{3EF59E56-4CCE-4FE5-AF5F-969E092DDC67}" dt="2026-05-03T19:54:56.825" v="1289" actId="20577"/>
          <ac:spMkLst>
            <pc:docMk/>
            <pc:sldMk cId="3008371086" sldId="265"/>
            <ac:spMk id="12" creationId="{4FC7315B-F57E-115C-06FA-41DD89BFB289}"/>
          </ac:spMkLst>
        </pc:spChg>
      </pc:sldChg>
      <pc:sldChg chg="modSp add mod">
        <pc:chgData name="Osvaldo Luiz Santos Pereira" userId="c308351cf5a860c7" providerId="LiveId" clId="{3EF59E56-4CCE-4FE5-AF5F-969E092DDC67}" dt="2026-05-03T19:55:05.785" v="1309" actId="20577"/>
        <pc:sldMkLst>
          <pc:docMk/>
          <pc:sldMk cId="253112060" sldId="266"/>
        </pc:sldMkLst>
        <pc:spChg chg="mod">
          <ac:chgData name="Osvaldo Luiz Santos Pereira" userId="c308351cf5a860c7" providerId="LiveId" clId="{3EF59E56-4CCE-4FE5-AF5F-969E092DDC67}" dt="2026-05-03T19:55:05.785" v="1309" actId="20577"/>
          <ac:spMkLst>
            <pc:docMk/>
            <pc:sldMk cId="253112060" sldId="266"/>
            <ac:spMk id="12" creationId="{E0B2FBF4-A440-8370-38CC-82DAD5A40F28}"/>
          </ac:spMkLst>
        </pc:spChg>
      </pc:sldChg>
      <pc:sldChg chg="modSp add mod">
        <pc:chgData name="Osvaldo Luiz Santos Pereira" userId="c308351cf5a860c7" providerId="LiveId" clId="{3EF59E56-4CCE-4FE5-AF5F-969E092DDC67}" dt="2026-05-03T19:55:40.628" v="1375" actId="6549"/>
        <pc:sldMkLst>
          <pc:docMk/>
          <pc:sldMk cId="1210034339" sldId="267"/>
        </pc:sldMkLst>
        <pc:spChg chg="mod">
          <ac:chgData name="Osvaldo Luiz Santos Pereira" userId="c308351cf5a860c7" providerId="LiveId" clId="{3EF59E56-4CCE-4FE5-AF5F-969E092DDC67}" dt="2026-05-03T19:55:40.628" v="1375" actId="6549"/>
          <ac:spMkLst>
            <pc:docMk/>
            <pc:sldMk cId="1210034339" sldId="267"/>
            <ac:spMk id="12" creationId="{A52640B0-76A1-CA8F-C48C-2819BBC808AD}"/>
          </ac:spMkLst>
        </pc:spChg>
      </pc:sldChg>
      <pc:sldChg chg="modSp add mod">
        <pc:chgData name="Osvaldo Luiz Santos Pereira" userId="c308351cf5a860c7" providerId="LiveId" clId="{3EF59E56-4CCE-4FE5-AF5F-969E092DDC67}" dt="2026-05-03T19:55:12.369" v="1327" actId="20577"/>
        <pc:sldMkLst>
          <pc:docMk/>
          <pc:sldMk cId="225994904" sldId="268"/>
        </pc:sldMkLst>
        <pc:spChg chg="mod">
          <ac:chgData name="Osvaldo Luiz Santos Pereira" userId="c308351cf5a860c7" providerId="LiveId" clId="{3EF59E56-4CCE-4FE5-AF5F-969E092DDC67}" dt="2026-05-03T19:55:12.369" v="1327" actId="20577"/>
          <ac:spMkLst>
            <pc:docMk/>
            <pc:sldMk cId="225994904" sldId="268"/>
            <ac:spMk id="12" creationId="{60417FE0-6D2E-3123-D050-D443279EAE46}"/>
          </ac:spMkLst>
        </pc:spChg>
      </pc:sldChg>
      <pc:sldChg chg="modSp add mod">
        <pc:chgData name="Osvaldo Luiz Santos Pereira" userId="c308351cf5a860c7" providerId="LiveId" clId="{3EF59E56-4CCE-4FE5-AF5F-969E092DDC67}" dt="2026-05-03T19:55:17.536" v="1340" actId="20577"/>
        <pc:sldMkLst>
          <pc:docMk/>
          <pc:sldMk cId="1427900406" sldId="269"/>
        </pc:sldMkLst>
        <pc:spChg chg="mod">
          <ac:chgData name="Osvaldo Luiz Santos Pereira" userId="c308351cf5a860c7" providerId="LiveId" clId="{3EF59E56-4CCE-4FE5-AF5F-969E092DDC67}" dt="2026-05-03T19:55:17.536" v="1340" actId="20577"/>
          <ac:spMkLst>
            <pc:docMk/>
            <pc:sldMk cId="1427900406" sldId="269"/>
            <ac:spMk id="12" creationId="{EDC4A894-F426-31A9-590B-2A606B7A29E3}"/>
          </ac:spMkLst>
        </pc:spChg>
      </pc:sldChg>
      <pc:sldChg chg="modSp add mod">
        <pc:chgData name="Osvaldo Luiz Santos Pereira" userId="c308351cf5a860c7" providerId="LiveId" clId="{3EF59E56-4CCE-4FE5-AF5F-969E092DDC67}" dt="2026-05-03T19:55:52.071" v="1390" actId="20577"/>
        <pc:sldMkLst>
          <pc:docMk/>
          <pc:sldMk cId="2883931103" sldId="270"/>
        </pc:sldMkLst>
        <pc:spChg chg="mod">
          <ac:chgData name="Osvaldo Luiz Santos Pereira" userId="c308351cf5a860c7" providerId="LiveId" clId="{3EF59E56-4CCE-4FE5-AF5F-969E092DDC67}" dt="2026-05-03T19:55:52.071" v="1390" actId="20577"/>
          <ac:spMkLst>
            <pc:docMk/>
            <pc:sldMk cId="2883931103" sldId="270"/>
            <ac:spMk id="12" creationId="{DFD2C5FA-5ACC-D2C2-1049-FEC786DFAEE2}"/>
          </ac:spMkLst>
        </pc:spChg>
      </pc:sldChg>
      <pc:sldChg chg="modSp add mod">
        <pc:chgData name="Osvaldo Luiz Santos Pereira" userId="c308351cf5a860c7" providerId="LiveId" clId="{3EF59E56-4CCE-4FE5-AF5F-969E092DDC67}" dt="2026-05-03T19:56:09.542" v="1405" actId="20577"/>
        <pc:sldMkLst>
          <pc:docMk/>
          <pc:sldMk cId="1699556471" sldId="271"/>
        </pc:sldMkLst>
        <pc:spChg chg="mod">
          <ac:chgData name="Osvaldo Luiz Santos Pereira" userId="c308351cf5a860c7" providerId="LiveId" clId="{3EF59E56-4CCE-4FE5-AF5F-969E092DDC67}" dt="2026-05-03T19:56:09.542" v="1405" actId="20577"/>
          <ac:spMkLst>
            <pc:docMk/>
            <pc:sldMk cId="1699556471" sldId="271"/>
            <ac:spMk id="12" creationId="{2C228AEC-A04F-523D-FDC9-D52BF5FC3F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80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69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82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9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63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16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9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69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43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23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91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EF45-041D-7791-D209-4C7FEB7D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0A83C0D2-8840-4CCC-79FE-0EC231FCB6BE}"/>
              </a:ext>
            </a:extLst>
          </p:cNvPr>
          <p:cNvSpPr txBox="1"/>
          <p:nvPr/>
        </p:nvSpPr>
        <p:spPr>
          <a:xfrm>
            <a:off x="266131" y="1332148"/>
            <a:ext cx="14609303" cy="5521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Detecção de padrões em séries econômicas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 neurais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de séries temporais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Ciclos econômicos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Bolhas econômicas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6B96AC43-BD43-3F75-792A-392774CA7F14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AABAB1D-9797-6773-45E4-0ECAAB235598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9F40675-3053-1DD2-A775-72B7BECA7FD4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62FACE7-476F-1FCE-FFA9-E75CC190D4E5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B39915-738C-348C-40D2-D9D6A143049C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620B9C-12BA-551F-7E05-750B8A7DCF7D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Ideia de projeto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6AA065A-EF38-BDD3-82EF-B1BF56F307D4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22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5E5D-8025-3890-3ABE-418B52CA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54B1BE9C-5543-2062-C62A-248E7B49D445}"/>
              </a:ext>
            </a:extLst>
          </p:cNvPr>
          <p:cNvSpPr txBox="1"/>
          <p:nvPr/>
        </p:nvSpPr>
        <p:spPr>
          <a:xfrm>
            <a:off x="266132" y="1332148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7F773D4-C8E0-55D3-18A2-756CB208EC14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B78AD45F-016D-D536-AA86-D0A5DD283210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317BA5B-06A6-198F-DDA6-F0B805F54C27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5DA44129-B44C-8F99-3F68-8F4E7B9ADB8F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AD986C9A-BDD5-2AEE-FB04-77A7F6440DC6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C7315B-F57E-115C-06FA-41DD89BFB289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E27E899-8B22-A230-DDEF-596C643AE3BE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71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A040-99AF-BB14-907C-206B0BB8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5EB9B358-B23B-39FC-1039-A4721C58CE3F}"/>
              </a:ext>
            </a:extLst>
          </p:cNvPr>
          <p:cNvSpPr txBox="1"/>
          <p:nvPr/>
        </p:nvSpPr>
        <p:spPr>
          <a:xfrm>
            <a:off x="266132" y="1332148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D513B60E-CEC9-9A88-F96D-FDDD637CC8E6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7489C63-3D72-77F5-91B8-819BB5679554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A63CCA3D-0518-E41C-0AF8-DEBD37290D5B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0ED871E-992E-3A22-8C33-5EFFFC0196DA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EAED25F1-91B0-3DB5-1E7E-2036B85D7BFB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0B2FBF4-A440-8370-38CC-82DAD5A40F28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Séries temporais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3732D8A-277C-7848-5BA4-151AAE70FC22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1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CC31C-8C1C-165C-8053-20E19AF6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C1985CA-6C82-C632-06BF-E5F3CF516CA4}"/>
              </a:ext>
            </a:extLst>
          </p:cNvPr>
          <p:cNvSpPr txBox="1"/>
          <p:nvPr/>
        </p:nvSpPr>
        <p:spPr>
          <a:xfrm>
            <a:off x="266132" y="1332148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DBEB63E0-ECE9-56CC-FF12-2119F390EC00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72FD383-9AFA-8654-ED18-3C9A6E015685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581A3639-CCAD-34B9-1556-8C6961F105BB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4BFAC6A-9ECB-CCB5-9607-C562ED6C63F8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5298953B-E709-9263-256A-835B664D1998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0417FE0-6D2E-3123-D050-D443279EAE46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B4C4783-ECE2-DF5D-84DB-27FABFB76CBF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94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E45B7-FE7E-5A7F-4C5F-07570C075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5CC73801-36B6-20B4-325A-E2C90BD83645}"/>
              </a:ext>
            </a:extLst>
          </p:cNvPr>
          <p:cNvSpPr txBox="1"/>
          <p:nvPr/>
        </p:nvSpPr>
        <p:spPr>
          <a:xfrm>
            <a:off x="266132" y="1332148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9E82D04-47E2-DDF2-AF9D-FD7532A70376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B2DF9E38-F2BF-CC28-0A91-3412FB326FD1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D52F78B1-BD68-491C-0780-C1DBD09F9C7D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40FC9B29-371E-6EBA-E125-99FF91770489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49D4B6-E3FA-C169-75EE-0654F03F4D0A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DC4A894-F426-31A9-590B-2A606B7A29E3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 neurais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944B08CE-FE68-5590-4181-47BA9E1CAF4F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900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F2A9-4E7C-939E-A182-67C13AF22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2D7A7EEF-7FBD-CAFE-28EB-FEA305D618BA}"/>
              </a:ext>
            </a:extLst>
          </p:cNvPr>
          <p:cNvSpPr txBox="1"/>
          <p:nvPr/>
        </p:nvSpPr>
        <p:spPr>
          <a:xfrm>
            <a:off x="266132" y="1332148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A11A7EE0-3E61-09C2-3303-976DEA9FC405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0326B745-21F7-ED92-1E11-9C5790B87FDA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E0C85A2-5A03-5938-9F37-1764FAF24198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32661BC-F0A8-0BA5-828C-7CFCB0971E95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296E2132-AA7B-EB1A-ABDE-72E19D779F4C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2640B0-76A1-CA8F-C48C-2819BBC808AD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Séries econômicas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3B32AA6-1D60-CE21-350A-995509237103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034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BFAE-9276-909B-C40C-ADE98A674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146BFBF7-6C8A-9C10-1001-235A9EB6CFE5}"/>
              </a:ext>
            </a:extLst>
          </p:cNvPr>
          <p:cNvSpPr txBox="1"/>
          <p:nvPr/>
        </p:nvSpPr>
        <p:spPr>
          <a:xfrm>
            <a:off x="266132" y="1332148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0094251-12A6-3BD1-9E52-54FBA496D53A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E7272FE-6E08-8621-36B8-BB7D50691E99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F4C7227-0F31-895E-A013-912EA24E1C9F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AABBDBA9-EBE8-DDAD-5A9B-F0AE98C9E176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829687F3-8E70-4918-0608-C093F2993793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FD2C5FA-5ACC-D2C2-1049-FEC786DFAEE2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Ciclo econômico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CB08B7F8-EC11-7319-8A31-E8E3917F992B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31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D070-0DC5-C191-5E63-FDFFD8BC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3FAEF846-83BD-493E-0B13-A3DF91792C8E}"/>
              </a:ext>
            </a:extLst>
          </p:cNvPr>
          <p:cNvSpPr txBox="1"/>
          <p:nvPr/>
        </p:nvSpPr>
        <p:spPr>
          <a:xfrm>
            <a:off x="266132" y="1332148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D54B3A3-4C5C-4110-B38C-05FBAD49E56C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03B9B612-F55F-DF63-EA2C-F76C0CDF4373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AC66EA4-1CAC-E877-66FB-2FAC0130A016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C03DCD9-57CF-57B2-6F62-B3704C788D3D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476C6CCE-61F8-8740-7103-247F99FCF70A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228AEC-A04F-523D-FDC9-D52BF5FC3F59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Bolha econômica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82022B4-D72B-122B-83CA-93BAAC5C427F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5564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588</TotalTime>
  <Words>159</Words>
  <Application>Microsoft Office PowerPoint</Application>
  <PresentationFormat>Personalizar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2026-05-03T19:58:25Z</dcterms:modified>
</cp:coreProperties>
</file>