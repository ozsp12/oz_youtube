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48" r:id="rId2"/>
    <p:sldId id="349" r:id="rId3"/>
    <p:sldId id="366" r:id="rId4"/>
    <p:sldId id="377" r:id="rId5"/>
    <p:sldId id="375" r:id="rId6"/>
    <p:sldId id="376" r:id="rId7"/>
    <p:sldId id="327" r:id="rId8"/>
    <p:sldId id="344" r:id="rId9"/>
    <p:sldId id="345" r:id="rId10"/>
    <p:sldId id="380" r:id="rId11"/>
    <p:sldId id="379" r:id="rId12"/>
    <p:sldId id="382" r:id="rId13"/>
    <p:sldId id="346" r:id="rId14"/>
    <p:sldId id="374" r:id="rId15"/>
    <p:sldId id="378" r:id="rId16"/>
    <p:sldId id="381" r:id="rId17"/>
    <p:sldId id="347" r:id="rId18"/>
    <p:sldId id="257" r:id="rId19"/>
    <p:sldId id="329" r:id="rId20"/>
    <p:sldId id="343" r:id="rId21"/>
    <p:sldId id="350" r:id="rId22"/>
    <p:sldId id="256" r:id="rId23"/>
    <p:sldId id="258" r:id="rId24"/>
    <p:sldId id="25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8D2C9C-F104-4E5D-B49D-B34DB3F99B55}" v="4" dt="2025-07-25T22:28:03.2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359DE834-4716-4728-9619-37039AAB5259}"/>
    <pc:docChg chg="custSel addSld delSld modSld">
      <pc:chgData name="Osvaldo Luiz Santos Pereira" userId="c308351cf5a860c7" providerId="LiveId" clId="{359DE834-4716-4728-9619-37039AAB5259}" dt="2025-04-10T13:12:06.442" v="3" actId="47"/>
      <pc:docMkLst>
        <pc:docMk/>
      </pc:docMkLst>
      <pc:sldChg chg="delSp add del mod">
        <pc:chgData name="Osvaldo Luiz Santos Pereira" userId="c308351cf5a860c7" providerId="LiveId" clId="{359DE834-4716-4728-9619-37039AAB5259}" dt="2025-04-10T13:12:06.442" v="3" actId="47"/>
        <pc:sldMkLst>
          <pc:docMk/>
          <pc:sldMk cId="1737320972" sldId="382"/>
        </pc:sldMkLst>
      </pc:sldChg>
    </pc:docChg>
  </pc:docChgLst>
  <pc:docChgLst>
    <pc:chgData name="Osvaldo Luiz Santos Pereira" userId="c308351cf5a860c7" providerId="LiveId" clId="{DE8D2C9C-F104-4E5D-B49D-B34DB3F99B55}"/>
    <pc:docChg chg="addSld delSld modSld">
      <pc:chgData name="Osvaldo Luiz Santos Pereira" userId="c308351cf5a860c7" providerId="LiveId" clId="{DE8D2C9C-F104-4E5D-B49D-B34DB3F99B55}" dt="2025-07-25T22:28:03.239" v="4"/>
      <pc:docMkLst>
        <pc:docMk/>
      </pc:docMkLst>
      <pc:sldChg chg="del">
        <pc:chgData name="Osvaldo Luiz Santos Pereira" userId="c308351cf5a860c7" providerId="LiveId" clId="{DE8D2C9C-F104-4E5D-B49D-B34DB3F99B55}" dt="2025-07-25T22:27:29.882" v="2" actId="47"/>
        <pc:sldMkLst>
          <pc:docMk/>
          <pc:sldMk cId="555628342" sldId="260"/>
        </pc:sldMkLst>
      </pc:sldChg>
      <pc:sldChg chg="add">
        <pc:chgData name="Osvaldo Luiz Santos Pereira" userId="c308351cf5a860c7" providerId="LiveId" clId="{DE8D2C9C-F104-4E5D-B49D-B34DB3F99B55}" dt="2025-07-25T22:28:03.239" v="4"/>
        <pc:sldMkLst>
          <pc:docMk/>
          <pc:sldMk cId="2972287295" sldId="329"/>
        </pc:sldMkLst>
      </pc:sldChg>
      <pc:sldChg chg="add">
        <pc:chgData name="Osvaldo Luiz Santos Pereira" userId="c308351cf5a860c7" providerId="LiveId" clId="{DE8D2C9C-F104-4E5D-B49D-B34DB3F99B55}" dt="2025-07-25T22:28:03.239" v="4"/>
        <pc:sldMkLst>
          <pc:docMk/>
          <pc:sldMk cId="1525406427" sldId="343"/>
        </pc:sldMkLst>
      </pc:sldChg>
      <pc:sldChg chg="add">
        <pc:chgData name="Osvaldo Luiz Santos Pereira" userId="c308351cf5a860c7" providerId="LiveId" clId="{DE8D2C9C-F104-4E5D-B49D-B34DB3F99B55}" dt="2025-07-25T22:27:49.588" v="3"/>
        <pc:sldMkLst>
          <pc:docMk/>
          <pc:sldMk cId="1621345722" sldId="347"/>
        </pc:sldMkLst>
      </pc:sldChg>
      <pc:sldChg chg="add">
        <pc:chgData name="Osvaldo Luiz Santos Pereira" userId="c308351cf5a860c7" providerId="LiveId" clId="{DE8D2C9C-F104-4E5D-B49D-B34DB3F99B55}" dt="2025-07-25T22:25:19.372" v="0"/>
        <pc:sldMkLst>
          <pc:docMk/>
          <pc:sldMk cId="3464971042" sldId="348"/>
        </pc:sldMkLst>
      </pc:sldChg>
      <pc:sldChg chg="add">
        <pc:chgData name="Osvaldo Luiz Santos Pereira" userId="c308351cf5a860c7" providerId="LiveId" clId="{DE8D2C9C-F104-4E5D-B49D-B34DB3F99B55}" dt="2025-07-25T22:25:19.372" v="0"/>
        <pc:sldMkLst>
          <pc:docMk/>
          <pc:sldMk cId="887731418" sldId="349"/>
        </pc:sldMkLst>
      </pc:sldChg>
      <pc:sldChg chg="add">
        <pc:chgData name="Osvaldo Luiz Santos Pereira" userId="c308351cf5a860c7" providerId="LiveId" clId="{DE8D2C9C-F104-4E5D-B49D-B34DB3F99B55}" dt="2025-07-25T22:26:54.833" v="1"/>
        <pc:sldMkLst>
          <pc:docMk/>
          <pc:sldMk cId="3494035615" sldId="350"/>
        </pc:sldMkLst>
      </pc:sldChg>
    </pc:docChg>
  </pc:docChgLst>
  <pc:docChgLst>
    <pc:chgData name="Osvaldo Luiz Santos Pereira" userId="c308351cf5a860c7" providerId="LiveId" clId="{4D22A4B7-AAE2-4E40-8948-C0F8224E9A32}"/>
    <pc:docChg chg="undo custSel addSld modSld sldOrd">
      <pc:chgData name="Osvaldo Luiz Santos Pereira" userId="c308351cf5a860c7" providerId="LiveId" clId="{4D22A4B7-AAE2-4E40-8948-C0F8224E9A32}" dt="2025-04-19T20:56:58.788" v="31" actId="20577"/>
      <pc:docMkLst>
        <pc:docMk/>
      </pc:docMkLst>
      <pc:sldChg chg="modSp mod ord">
        <pc:chgData name="Osvaldo Luiz Santos Pereira" userId="c308351cf5a860c7" providerId="LiveId" clId="{4D22A4B7-AAE2-4E40-8948-C0F8224E9A32}" dt="2025-04-19T20:56:29.247" v="27"/>
        <pc:sldMkLst>
          <pc:docMk/>
          <pc:sldMk cId="1489494026" sldId="379"/>
        </pc:sldMkLst>
      </pc:sldChg>
      <pc:sldChg chg="addSp modSp add mod">
        <pc:chgData name="Osvaldo Luiz Santos Pereira" userId="c308351cf5a860c7" providerId="LiveId" clId="{4D22A4B7-AAE2-4E40-8948-C0F8224E9A32}" dt="2025-04-19T20:56:58.788" v="31" actId="20577"/>
        <pc:sldMkLst>
          <pc:docMk/>
          <pc:sldMk cId="768447593" sldId="382"/>
        </pc:sldMkLst>
      </pc:sldChg>
    </pc:docChg>
  </pc:docChgLst>
  <pc:docChgLst>
    <pc:chgData name="Osvaldo Luiz Santos Pereira" userId="c308351cf5a860c7" providerId="LiveId" clId="{75695CCC-8232-421E-8AEF-0ECB31D71B16}"/>
    <pc:docChg chg="addSld modSld">
      <pc:chgData name="Osvaldo Luiz Santos Pereira" userId="c308351cf5a860c7" providerId="LiveId" clId="{75695CCC-8232-421E-8AEF-0ECB31D71B16}" dt="2025-02-21T18:03:36.525" v="3" actId="1076"/>
      <pc:docMkLst>
        <pc:docMk/>
      </pc:docMkLst>
      <pc:sldChg chg="addSp delSp modSp add">
        <pc:chgData name="Osvaldo Luiz Santos Pereira" userId="c308351cf5a860c7" providerId="LiveId" clId="{75695CCC-8232-421E-8AEF-0ECB31D71B16}" dt="2025-02-21T18:03:36.525" v="3" actId="1076"/>
        <pc:sldMkLst>
          <pc:docMk/>
          <pc:sldMk cId="3184403043" sldId="3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3A757-C71E-447F-833E-17A0CEB5D1CC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A50274-438F-4EB1-9A1F-8818E1E611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24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135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135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7809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824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6061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65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135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135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1357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514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C704-1B2E-1E8B-C3C5-FB482E21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411F7AE-5B03-A597-DC5E-6D31A9FC4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17E8943-7271-FBBC-3037-F41697B55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7580A9E-D6E6-2611-8CF1-A06D13EC80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27832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135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75388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135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5503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9121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773422-57F2-4CA1-92A3-8030B540D888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135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DC6F3-9335-29F7-EF14-BBD8795182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7FFB30-1976-28F9-429F-A555D76E2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A91E24-5BF6-B737-8B02-EDB30382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9EF01-B59A-44C0-AABE-B59D40175D0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C7AF1B-8BCD-F95B-7ADA-C9D0B8F9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C2DAB9-DAE0-417A-FF8D-57F9F1607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E599-4048-4F5F-9BAE-89FB7A7A0E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725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B3000C-1B3A-6DA9-0BFC-BB4A74243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21D3AB-128D-2C93-C878-3AD256264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25CA6F-1F97-F33B-73F7-A6C72B1FB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9EF01-B59A-44C0-AABE-B59D40175D0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11D2B2-203F-EB33-F0E5-3D11899C0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E25FD0-5EEF-FBB0-8002-E8FB3B2B8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E599-4048-4F5F-9BAE-89FB7A7A0E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78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21F76-49DB-A15E-A3A3-7AA064FC1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A634C9-04E8-39BA-DDF6-30A05FE58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85ADF5-2446-2D72-A331-7870D250B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9EF01-B59A-44C0-AABE-B59D40175D0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16A190-947D-36C6-5F38-747758A14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561CB4-C3B8-B159-0E4C-8123903C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E599-4048-4F5F-9BAE-89FB7A7A0E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539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3A4DD-B7C5-E331-D958-D58DB964F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A9C8A-5704-7A7F-864E-8010EAE79D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B25E605-2E6B-B3D1-D8F8-87DCF3B32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627FF8-1747-0838-7034-DC53799FB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9EF01-B59A-44C0-AABE-B59D40175D0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404213-4E46-DE79-4798-2F94ACE6F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D42660-9E25-24A2-F7AB-151AD3613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E599-4048-4F5F-9BAE-89FB7A7A0E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87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C11DF-1642-F8A5-EB26-9A9C1C665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6D9D48-7B0D-D347-5E31-EAD1AFB81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FADD43-DDB6-4F81-7475-DCA318FB2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1AA8B79-2869-8753-958E-786E9DA7C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6CD64CA-65EC-011C-5F8A-4694B014F7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BB26D1D-A979-2C5F-2FD0-FFBDAE38B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9EF01-B59A-44C0-AABE-B59D40175D0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D7A18FB-64D9-B816-37DF-80A51225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D2E6D81-4D83-365D-F991-BE44AB9C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E599-4048-4F5F-9BAE-89FB7A7A0E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218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B43B0F-ACA0-7FBC-CFE0-7D9FB91B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11B1139-269F-A6CB-E46A-4642FCD78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9EF01-B59A-44C0-AABE-B59D40175D0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FC339D0-E9A5-FA82-75F0-D245A7822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B331936-22F9-E8CD-A028-ADC4B26CD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E599-4048-4F5F-9BAE-89FB7A7A0E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125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5399D6B-8193-57DC-A8EE-6230F8651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9EF01-B59A-44C0-AABE-B59D40175D0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9810D97-232F-1789-88CB-4D21345AC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C6081E1-1BDA-4581-0860-DB485D791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E599-4048-4F5F-9BAE-89FB7A7A0E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14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55171-BF1B-0579-00A8-7AEEFA636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060FDF-F49B-01FB-205B-616431CC5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76F4B3-5152-EC58-9073-5F9A8C890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2ED512-E0A9-A1BC-3F0E-E10B7B8E5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9EF01-B59A-44C0-AABE-B59D40175D0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34E521-E700-7E95-EA95-CB92DE8E8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5AAAA1-D5CF-F3CE-FFAB-09F3A5607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E599-4048-4F5F-9BAE-89FB7A7A0E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2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50CB3F-71E9-788C-B32D-1106795C0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FE4B3FF-D3AD-7BD3-57AE-B46D29CA2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9E0DC9-1A40-4CAC-B6FC-9F390F99B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BB556C-BD83-7861-E06E-8BD24F127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9EF01-B59A-44C0-AABE-B59D40175D0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14CB5E-22BF-8987-D6FD-C5429FAE3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63E09D-5F05-1D8A-0AD7-26F425CD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E599-4048-4F5F-9BAE-89FB7A7A0E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31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607D2-A2B5-4CA3-EBA0-7F2C93072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775D935-DFA0-9BE5-9B2E-ED6174F46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1B684F-B455-42D9-2543-7BDD61E0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9EF01-B59A-44C0-AABE-B59D40175D0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30D23B-1F09-20F8-89EC-B506A903C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EC10FA-0172-5031-6BB9-550A6FA60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E599-4048-4F5F-9BAE-89FB7A7A0E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36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F48418-2CFB-CA8C-6A3D-B2D435DC0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363BE97-EB27-0C0D-99F7-7B962A748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E25F45-DF16-2E62-6BA9-392D1E54B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9EF01-B59A-44C0-AABE-B59D40175D0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062F0A-8F24-D970-C5B0-AE806DE87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52D29D-4A03-B2FE-167E-763047F75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BE599-4048-4F5F-9BAE-89FB7A7A0E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06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F14D6A1-06FA-8612-6996-F9BA61FE0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6DF9E2-3C5F-1851-87AB-047E9E80D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176DE1-9CC8-7A7B-E337-2A095CDAB8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9EF01-B59A-44C0-AABE-B59D40175D01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D9000A-A39B-E694-2245-0B6B5E56C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86ED4A-A680-D586-7A6C-04479F43A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BE599-4048-4F5F-9BAE-89FB7A7A0E4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3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0.png"/><Relationship Id="rId3" Type="http://schemas.openxmlformats.org/officeDocument/2006/relationships/image" Target="../media/image430.png"/><Relationship Id="rId7" Type="http://schemas.openxmlformats.org/officeDocument/2006/relationships/image" Target="../media/image470.png"/><Relationship Id="rId12" Type="http://schemas.openxmlformats.org/officeDocument/2006/relationships/image" Target="../media/image5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0.png"/><Relationship Id="rId5" Type="http://schemas.openxmlformats.org/officeDocument/2006/relationships/image" Target="../media/image450.png"/><Relationship Id="rId10" Type="http://schemas.openxmlformats.org/officeDocument/2006/relationships/image" Target="../media/image500.png"/><Relationship Id="rId4" Type="http://schemas.openxmlformats.org/officeDocument/2006/relationships/image" Target="../media/image440.png"/><Relationship Id="rId9" Type="http://schemas.openxmlformats.org/officeDocument/2006/relationships/image" Target="../media/image49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00.png"/><Relationship Id="rId4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mis.de/journals/LRG/Articles/lrr-2015-1/articlese6.html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ipse 8"/>
          <p:cNvSpPr/>
          <p:nvPr/>
        </p:nvSpPr>
        <p:spPr>
          <a:xfrm>
            <a:off x="1773382" y="1385455"/>
            <a:ext cx="1593273" cy="4641272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de seta reta 14"/>
          <p:cNvCxnSpPr/>
          <p:nvPr/>
        </p:nvCxnSpPr>
        <p:spPr>
          <a:xfrm>
            <a:off x="2687782" y="3706091"/>
            <a:ext cx="7356763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9214818" y="3803073"/>
            <a:ext cx="120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x-</a:t>
            </a:r>
            <a:r>
              <a:rPr lang="pt-BR" dirty="0" err="1"/>
              <a:t>direction</a:t>
            </a:r>
            <a:endParaRPr lang="pt-BR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1735355" y="1034529"/>
            <a:ext cx="1936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y,z-direction</a:t>
            </a:r>
            <a:endParaRPr lang="pt-BR" dirty="0"/>
          </a:p>
        </p:txBody>
      </p:sp>
      <p:sp>
        <p:nvSpPr>
          <p:cNvPr id="21" name="Elipse 20"/>
          <p:cNvSpPr/>
          <p:nvPr/>
        </p:nvSpPr>
        <p:spPr>
          <a:xfrm>
            <a:off x="5915903" y="3636818"/>
            <a:ext cx="166255" cy="1662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Forma livre 21"/>
          <p:cNvSpPr/>
          <p:nvPr/>
        </p:nvSpPr>
        <p:spPr>
          <a:xfrm>
            <a:off x="4114800" y="2106871"/>
            <a:ext cx="3976255" cy="3123030"/>
          </a:xfrm>
          <a:custGeom>
            <a:avLst/>
            <a:gdLst>
              <a:gd name="connsiteX0" fmla="*/ 0 w 3976255"/>
              <a:gd name="connsiteY0" fmla="*/ 1606147 h 3123030"/>
              <a:gd name="connsiteX1" fmla="*/ 969818 w 3976255"/>
              <a:gd name="connsiteY1" fmla="*/ 40584 h 3123030"/>
              <a:gd name="connsiteX2" fmla="*/ 2715491 w 3976255"/>
              <a:gd name="connsiteY2" fmla="*/ 3074729 h 3123030"/>
              <a:gd name="connsiteX3" fmla="*/ 3976255 w 3976255"/>
              <a:gd name="connsiteY3" fmla="*/ 1620002 h 3123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76255" h="3123030">
                <a:moveTo>
                  <a:pt x="0" y="1606147"/>
                </a:moveTo>
                <a:cubicBezTo>
                  <a:pt x="258618" y="700983"/>
                  <a:pt x="517236" y="-204180"/>
                  <a:pt x="969818" y="40584"/>
                </a:cubicBezTo>
                <a:cubicBezTo>
                  <a:pt x="1422400" y="285348"/>
                  <a:pt x="2214418" y="2811493"/>
                  <a:pt x="2715491" y="3074729"/>
                </a:cubicBezTo>
                <a:cubicBezTo>
                  <a:pt x="3216564" y="3337965"/>
                  <a:pt x="3596409" y="2478983"/>
                  <a:pt x="3976255" y="1620002"/>
                </a:cubicBezTo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/>
          <p:cNvSpPr txBox="1"/>
          <p:nvPr/>
        </p:nvSpPr>
        <p:spPr>
          <a:xfrm>
            <a:off x="3771793" y="1709829"/>
            <a:ext cx="2530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Expansion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spacetime</a:t>
            </a:r>
            <a:endParaRPr lang="pt-BR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5739139" y="5277185"/>
            <a:ext cx="2530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Contraction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spacetime</a:t>
            </a:r>
            <a:endParaRPr lang="pt-BR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4621856" y="3766248"/>
            <a:ext cx="1479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Warp</a:t>
            </a:r>
            <a:r>
              <a:rPr lang="pt-BR" dirty="0"/>
              <a:t> </a:t>
            </a:r>
            <a:r>
              <a:rPr lang="pt-BR" dirty="0" err="1"/>
              <a:t>bubble</a:t>
            </a:r>
            <a:r>
              <a:rPr lang="pt-BR" dirty="0"/>
              <a:t> </a:t>
            </a:r>
          </a:p>
          <a:p>
            <a:r>
              <a:rPr lang="pt-BR" dirty="0"/>
              <a:t>center</a:t>
            </a:r>
          </a:p>
        </p:txBody>
      </p:sp>
    </p:spTree>
    <p:extLst>
      <p:ext uri="{BB962C8B-B14F-4D97-AF65-F5344CB8AC3E}">
        <p14:creationId xmlns:p14="http://schemas.microsoft.com/office/powerpoint/2010/main" val="3464971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ipse 8"/>
          <p:cNvSpPr/>
          <p:nvPr/>
        </p:nvSpPr>
        <p:spPr>
          <a:xfrm>
            <a:off x="1773382" y="1385455"/>
            <a:ext cx="1593273" cy="4641272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de seta reta 14"/>
          <p:cNvCxnSpPr/>
          <p:nvPr/>
        </p:nvCxnSpPr>
        <p:spPr>
          <a:xfrm>
            <a:off x="2687782" y="3706091"/>
            <a:ext cx="5832763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/>
          <p:cNvSpPr txBox="1"/>
          <p:nvPr/>
        </p:nvSpPr>
        <p:spPr>
          <a:xfrm>
            <a:off x="7318291" y="3835247"/>
            <a:ext cx="1202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x-</a:t>
            </a:r>
            <a:r>
              <a:rPr lang="pt-BR" dirty="0" err="1"/>
              <a:t>direction</a:t>
            </a:r>
            <a:endParaRPr lang="pt-BR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1735355" y="1034529"/>
            <a:ext cx="1936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y,z-direction</a:t>
            </a:r>
            <a:endParaRPr lang="pt-BR" dirty="0"/>
          </a:p>
        </p:txBody>
      </p:sp>
      <p:sp>
        <p:nvSpPr>
          <p:cNvPr id="21" name="Elipse 20"/>
          <p:cNvSpPr/>
          <p:nvPr/>
        </p:nvSpPr>
        <p:spPr>
          <a:xfrm>
            <a:off x="5521036" y="3636818"/>
            <a:ext cx="166255" cy="1662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/>
          <p:cNvSpPr txBox="1"/>
          <p:nvPr/>
        </p:nvSpPr>
        <p:spPr>
          <a:xfrm>
            <a:off x="5071982" y="3803073"/>
            <a:ext cx="1230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(x</a:t>
            </a:r>
            <a:r>
              <a:rPr lang="pt-BR" sz="2400" baseline="-25000" dirty="0"/>
              <a:t>s</a:t>
            </a:r>
            <a:r>
              <a:rPr lang="pt-BR" sz="2400" dirty="0"/>
              <a:t>,0,0)</a:t>
            </a:r>
          </a:p>
        </p:txBody>
      </p:sp>
      <p:sp>
        <p:nvSpPr>
          <p:cNvPr id="11" name="Elipse 10"/>
          <p:cNvSpPr/>
          <p:nvPr/>
        </p:nvSpPr>
        <p:spPr>
          <a:xfrm>
            <a:off x="4231425" y="2347207"/>
            <a:ext cx="2745476" cy="2745476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de seta reta 3"/>
          <p:cNvCxnSpPr>
            <a:stCxn id="21" idx="1"/>
            <a:endCxn id="11" idx="1"/>
          </p:cNvCxnSpPr>
          <p:nvPr/>
        </p:nvCxnSpPr>
        <p:spPr>
          <a:xfrm flipH="1" flipV="1">
            <a:off x="4633491" y="2749273"/>
            <a:ext cx="911892" cy="91189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>
            <a:stCxn id="21" idx="7"/>
          </p:cNvCxnSpPr>
          <p:nvPr/>
        </p:nvCxnSpPr>
        <p:spPr>
          <a:xfrm flipV="1">
            <a:off x="5662944" y="1524000"/>
            <a:ext cx="1818511" cy="2137165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/>
              <p:cNvSpPr txBox="1"/>
              <p:nvPr/>
            </p:nvSpPr>
            <p:spPr>
              <a:xfrm>
                <a:off x="6226014" y="1835324"/>
                <a:ext cx="6923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𝑟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𝑠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(</m:t>
                      </m:r>
                      <m:r>
                        <a:rPr lang="pt-BR" b="0" i="1" smtClean="0">
                          <a:latin typeface="Cambria Math"/>
                        </a:rPr>
                        <m:t>𝑡</m:t>
                      </m:r>
                      <m:r>
                        <a:rPr lang="pt-BR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6014" y="1835324"/>
                <a:ext cx="692369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aixaDeTexto 25"/>
          <p:cNvSpPr txBox="1"/>
          <p:nvPr/>
        </p:nvSpPr>
        <p:spPr>
          <a:xfrm>
            <a:off x="4938127" y="2835887"/>
            <a:ext cx="34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7079822" y="927952"/>
            <a:ext cx="924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(</a:t>
            </a:r>
            <a:r>
              <a:rPr lang="pt-BR" sz="2400" dirty="0" err="1"/>
              <a:t>x,y,z</a:t>
            </a:r>
            <a:r>
              <a:rPr lang="pt-BR" sz="2400" dirty="0"/>
              <a:t>)</a:t>
            </a:r>
          </a:p>
        </p:txBody>
      </p:sp>
      <p:sp>
        <p:nvSpPr>
          <p:cNvPr id="28" name="Elipse 27"/>
          <p:cNvSpPr/>
          <p:nvPr/>
        </p:nvSpPr>
        <p:spPr>
          <a:xfrm>
            <a:off x="7445133" y="1373682"/>
            <a:ext cx="166255" cy="1662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731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Agrupar 24">
            <a:extLst>
              <a:ext uri="{FF2B5EF4-FFF2-40B4-BE49-F238E27FC236}">
                <a16:creationId xmlns:a16="http://schemas.microsoft.com/office/drawing/2014/main" id="{9005C963-669A-A731-570F-ED94924EF041}"/>
              </a:ext>
            </a:extLst>
          </p:cNvPr>
          <p:cNvGrpSpPr/>
          <p:nvPr/>
        </p:nvGrpSpPr>
        <p:grpSpPr>
          <a:xfrm>
            <a:off x="2621901" y="3754636"/>
            <a:ext cx="6232850" cy="2653724"/>
            <a:chOff x="1936101" y="1916505"/>
            <a:chExt cx="5584373" cy="2377626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0485679-0042-A1F8-B949-53CBCBC635E4}"/>
                </a:ext>
              </a:extLst>
            </p:cNvPr>
            <p:cNvSpPr/>
            <p:nvPr/>
          </p:nvSpPr>
          <p:spPr>
            <a:xfrm>
              <a:off x="1936101" y="3512038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C468D54E-0D82-3CF8-2524-4D5907727D3D}"/>
                </a:ext>
              </a:extLst>
            </p:cNvPr>
            <p:cNvSpPr/>
            <p:nvPr/>
          </p:nvSpPr>
          <p:spPr>
            <a:xfrm>
              <a:off x="2351315" y="1916505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69806A8C-7E30-8F4E-A186-394291BB2211}"/>
                </a:ext>
              </a:extLst>
            </p:cNvPr>
            <p:cNvSpPr/>
            <p:nvPr/>
          </p:nvSpPr>
          <p:spPr>
            <a:xfrm>
              <a:off x="1945433" y="2248678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34EC4F58-A9D6-BE32-CC35-9D2933D9E945}"/>
                </a:ext>
              </a:extLst>
            </p:cNvPr>
            <p:cNvSpPr/>
            <p:nvPr/>
          </p:nvSpPr>
          <p:spPr>
            <a:xfrm>
              <a:off x="7114592" y="2693932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9C94FD0B-4736-3047-D47C-D1F56379C528}"/>
              </a:ext>
            </a:extLst>
          </p:cNvPr>
          <p:cNvGrpSpPr/>
          <p:nvPr/>
        </p:nvGrpSpPr>
        <p:grpSpPr>
          <a:xfrm>
            <a:off x="2621901" y="892360"/>
            <a:ext cx="6232850" cy="2653724"/>
            <a:chOff x="1936101" y="1916505"/>
            <a:chExt cx="5584373" cy="2377626"/>
          </a:xfrm>
        </p:grpSpPr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973C1303-8ADB-6458-0EAA-36B0F76C6417}"/>
                </a:ext>
              </a:extLst>
            </p:cNvPr>
            <p:cNvSpPr/>
            <p:nvPr/>
          </p:nvSpPr>
          <p:spPr>
            <a:xfrm>
              <a:off x="1936101" y="3512038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419B8437-7940-7780-FDF6-EE2573CC3D26}"/>
                </a:ext>
              </a:extLst>
            </p:cNvPr>
            <p:cNvSpPr/>
            <p:nvPr/>
          </p:nvSpPr>
          <p:spPr>
            <a:xfrm>
              <a:off x="2351315" y="1916505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6387D3BA-3D29-BF79-8EAD-E0AE30C122C1}"/>
                </a:ext>
              </a:extLst>
            </p:cNvPr>
            <p:cNvSpPr/>
            <p:nvPr/>
          </p:nvSpPr>
          <p:spPr>
            <a:xfrm>
              <a:off x="1945433" y="2248678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EC5B0C7B-5E03-8E3C-854A-4183242EDC3F}"/>
                </a:ext>
              </a:extLst>
            </p:cNvPr>
            <p:cNvSpPr/>
            <p:nvPr/>
          </p:nvSpPr>
          <p:spPr>
            <a:xfrm>
              <a:off x="7114592" y="2693932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8725A3A1-AAC2-8957-4499-1FA9B7B6B5DF}"/>
                  </a:ext>
                </a:extLst>
              </p:cNvPr>
              <p:cNvSpPr txBox="1"/>
              <p:nvPr/>
            </p:nvSpPr>
            <p:spPr>
              <a:xfrm>
                <a:off x="8391321" y="6325219"/>
                <a:ext cx="6856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8725A3A1-AAC2-8957-4499-1FA9B7B6B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321" y="6325219"/>
                <a:ext cx="685647" cy="369332"/>
              </a:xfrm>
              <a:prstGeom prst="rect">
                <a:avLst/>
              </a:prstGeom>
              <a:blipFill>
                <a:blip r:embed="rId3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5C2137D3-1E50-21E5-3BA0-AF9F70E86EFB}"/>
                  </a:ext>
                </a:extLst>
              </p:cNvPr>
              <p:cNvSpPr txBox="1"/>
              <p:nvPr/>
            </p:nvSpPr>
            <p:spPr>
              <a:xfrm>
                <a:off x="8573344" y="3460487"/>
                <a:ext cx="6856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5C2137D3-1E50-21E5-3BA0-AF9F70E86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344" y="3460487"/>
                <a:ext cx="685647" cy="369332"/>
              </a:xfrm>
              <a:prstGeom prst="rect">
                <a:avLst/>
              </a:prstGeom>
              <a:blipFill>
                <a:blip r:embed="rId4"/>
                <a:stretch>
                  <a:fillRect l="-15044" r="-9735" b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A3171E7D-CA67-86AA-5AA0-F241052D4FA8}"/>
              </a:ext>
            </a:extLst>
          </p:cNvPr>
          <p:cNvCxnSpPr>
            <a:cxnSpLocks/>
          </p:cNvCxnSpPr>
          <p:nvPr/>
        </p:nvCxnSpPr>
        <p:spPr>
          <a:xfrm flipV="1">
            <a:off x="4646645" y="2290665"/>
            <a:ext cx="0" cy="19920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812FF116-92B3-84EE-78AF-F9A40373CCAC}"/>
                  </a:ext>
                </a:extLst>
              </p:cNvPr>
              <p:cNvSpPr txBox="1"/>
              <p:nvPr/>
            </p:nvSpPr>
            <p:spPr>
              <a:xfrm>
                <a:off x="3282119" y="3183488"/>
                <a:ext cx="152781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812FF116-92B3-84EE-78AF-F9A40373C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119" y="3183488"/>
                <a:ext cx="1527812" cy="307777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34FF1B28-4097-E225-FAD1-C205D0E13643}"/>
              </a:ext>
            </a:extLst>
          </p:cNvPr>
          <p:cNvCxnSpPr>
            <a:cxnSpLocks/>
          </p:cNvCxnSpPr>
          <p:nvPr/>
        </p:nvCxnSpPr>
        <p:spPr>
          <a:xfrm flipV="1">
            <a:off x="5817637" y="1007328"/>
            <a:ext cx="1931139" cy="210230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893B63E8-EAC7-0C99-280F-1F82B3684A97}"/>
              </a:ext>
            </a:extLst>
          </p:cNvPr>
          <p:cNvCxnSpPr>
            <a:cxnSpLocks/>
          </p:cNvCxnSpPr>
          <p:nvPr/>
        </p:nvCxnSpPr>
        <p:spPr>
          <a:xfrm flipH="1">
            <a:off x="4656215" y="3058592"/>
            <a:ext cx="1203409" cy="122415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44FA8DC4-ABF7-FEC4-600B-0CADB9094C44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4656215" y="2290665"/>
            <a:ext cx="1753834" cy="13103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6E818895-A329-BC15-8719-2C4CC14ABE3A}"/>
              </a:ext>
            </a:extLst>
          </p:cNvPr>
          <p:cNvCxnSpPr>
            <a:cxnSpLocks/>
          </p:cNvCxnSpPr>
          <p:nvPr/>
        </p:nvCxnSpPr>
        <p:spPr>
          <a:xfrm flipH="1" flipV="1">
            <a:off x="4627319" y="408617"/>
            <a:ext cx="18242" cy="182815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067D6F1D-3F0F-90CC-3A3F-3402373DF47C}"/>
                  </a:ext>
                </a:extLst>
              </p:cNvPr>
              <p:cNvSpPr txBox="1"/>
              <p:nvPr/>
            </p:nvSpPr>
            <p:spPr>
              <a:xfrm>
                <a:off x="5102072" y="1879751"/>
                <a:ext cx="862120" cy="3534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067D6F1D-3F0F-90CC-3A3F-3402373DF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072" y="1879751"/>
                <a:ext cx="862120" cy="353430"/>
              </a:xfrm>
              <a:prstGeom prst="rect">
                <a:avLst/>
              </a:prstGeom>
              <a:blipFill>
                <a:blip r:embed="rId6"/>
                <a:stretch>
                  <a:fillRect t="-34483" r="-7092" b="-310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Elipse 59">
            <a:extLst>
              <a:ext uri="{FF2B5EF4-FFF2-40B4-BE49-F238E27FC236}">
                <a16:creationId xmlns:a16="http://schemas.microsoft.com/office/drawing/2014/main" id="{5799F804-A91C-212C-2F67-A0FD246D3A77}"/>
              </a:ext>
            </a:extLst>
          </p:cNvPr>
          <p:cNvSpPr/>
          <p:nvPr/>
        </p:nvSpPr>
        <p:spPr>
          <a:xfrm>
            <a:off x="6399716" y="2411363"/>
            <a:ext cx="70556" cy="7055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B3FA845F-6540-1887-4281-04054EC68CFF}"/>
              </a:ext>
            </a:extLst>
          </p:cNvPr>
          <p:cNvSpPr/>
          <p:nvPr/>
        </p:nvSpPr>
        <p:spPr>
          <a:xfrm>
            <a:off x="4605032" y="2216407"/>
            <a:ext cx="70556" cy="7055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220BAA4B-230F-BDBF-4C4C-7A51961D3E70}"/>
                  </a:ext>
                </a:extLst>
              </p:cNvPr>
              <p:cNvSpPr txBox="1"/>
              <p:nvPr/>
            </p:nvSpPr>
            <p:spPr>
              <a:xfrm>
                <a:off x="6434994" y="2409801"/>
                <a:ext cx="116377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220BAA4B-230F-BDBF-4C4C-7A51961D3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994" y="2409801"/>
                <a:ext cx="1163777" cy="307777"/>
              </a:xfrm>
              <a:prstGeom prst="rect">
                <a:avLst/>
              </a:prstGeom>
              <a:blipFill>
                <a:blip r:embed="rId7"/>
                <a:stretch>
                  <a:fillRect l="-2618" t="-1961" r="-6806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aixaDeTexto 65">
                <a:extLst>
                  <a:ext uri="{FF2B5EF4-FFF2-40B4-BE49-F238E27FC236}">
                    <a16:creationId xmlns:a16="http://schemas.microsoft.com/office/drawing/2014/main" id="{9D0062AD-62C4-C5DA-4626-B28515C1EEE6}"/>
                  </a:ext>
                </a:extLst>
              </p:cNvPr>
              <p:cNvSpPr txBox="1"/>
              <p:nvPr/>
            </p:nvSpPr>
            <p:spPr>
              <a:xfrm>
                <a:off x="5291781" y="3448717"/>
                <a:ext cx="73478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66" name="CaixaDeTexto 65">
                <a:extLst>
                  <a:ext uri="{FF2B5EF4-FFF2-40B4-BE49-F238E27FC236}">
                    <a16:creationId xmlns:a16="http://schemas.microsoft.com/office/drawing/2014/main" id="{9D0062AD-62C4-C5DA-4626-B28515C1E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1781" y="3448717"/>
                <a:ext cx="734784" cy="307777"/>
              </a:xfrm>
              <a:prstGeom prst="rect">
                <a:avLst/>
              </a:prstGeom>
              <a:blipFill>
                <a:blip r:embed="rId8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895CB1CB-409D-35E2-9695-0C870FE96841}"/>
                  </a:ext>
                </a:extLst>
              </p:cNvPr>
              <p:cNvSpPr txBox="1"/>
              <p:nvPr/>
            </p:nvSpPr>
            <p:spPr>
              <a:xfrm>
                <a:off x="3431781" y="2065333"/>
                <a:ext cx="116377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895CB1CB-409D-35E2-9695-0C870FE96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781" y="2065333"/>
                <a:ext cx="1163777" cy="307777"/>
              </a:xfrm>
              <a:prstGeom prst="rect">
                <a:avLst/>
              </a:prstGeom>
              <a:blipFill>
                <a:blip r:embed="rId9"/>
                <a:stretch>
                  <a:fillRect b="-34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Elipse 67">
            <a:extLst>
              <a:ext uri="{FF2B5EF4-FFF2-40B4-BE49-F238E27FC236}">
                <a16:creationId xmlns:a16="http://schemas.microsoft.com/office/drawing/2014/main" id="{74821E1C-35D6-20A6-2862-B94D898F81E0}"/>
              </a:ext>
            </a:extLst>
          </p:cNvPr>
          <p:cNvSpPr/>
          <p:nvPr/>
        </p:nvSpPr>
        <p:spPr>
          <a:xfrm>
            <a:off x="4620937" y="4226485"/>
            <a:ext cx="70556" cy="7055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64D8DC87-2ED0-1432-007C-9AAFB2CAF18E}"/>
                  </a:ext>
                </a:extLst>
              </p:cNvPr>
              <p:cNvSpPr txBox="1"/>
              <p:nvPr/>
            </p:nvSpPr>
            <p:spPr>
              <a:xfrm>
                <a:off x="4228042" y="4387121"/>
                <a:ext cx="116377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64D8DC87-2ED0-1432-007C-9AAFB2CAF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042" y="4387121"/>
                <a:ext cx="1163777" cy="307777"/>
              </a:xfrm>
              <a:prstGeom prst="rect">
                <a:avLst/>
              </a:prstGeom>
              <a:blipFill>
                <a:blip r:embed="rId10"/>
                <a:stretch>
                  <a:fillRect t="-4000" b="-3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C9BB1C0B-9624-3D8A-1CE8-CAE2AB47968D}"/>
                  </a:ext>
                </a:extLst>
              </p:cNvPr>
              <p:cNvSpPr txBox="1"/>
              <p:nvPr/>
            </p:nvSpPr>
            <p:spPr>
              <a:xfrm>
                <a:off x="4013669" y="231823"/>
                <a:ext cx="86212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73" name="CaixaDeTexto 72">
                <a:extLst>
                  <a:ext uri="{FF2B5EF4-FFF2-40B4-BE49-F238E27FC236}">
                    <a16:creationId xmlns:a16="http://schemas.microsoft.com/office/drawing/2014/main" id="{C9BB1C0B-9624-3D8A-1CE8-CAE2AB479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669" y="231823"/>
                <a:ext cx="862120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8229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Agrupar 24">
            <a:extLst>
              <a:ext uri="{FF2B5EF4-FFF2-40B4-BE49-F238E27FC236}">
                <a16:creationId xmlns:a16="http://schemas.microsoft.com/office/drawing/2014/main" id="{9005C963-669A-A731-570F-ED94924EF041}"/>
              </a:ext>
            </a:extLst>
          </p:cNvPr>
          <p:cNvGrpSpPr/>
          <p:nvPr/>
        </p:nvGrpSpPr>
        <p:grpSpPr>
          <a:xfrm>
            <a:off x="2621901" y="3578670"/>
            <a:ext cx="6704046" cy="2829690"/>
            <a:chOff x="1936101" y="1916505"/>
            <a:chExt cx="5584373" cy="2377626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0485679-0042-A1F8-B949-53CBCBC635E4}"/>
                </a:ext>
              </a:extLst>
            </p:cNvPr>
            <p:cNvSpPr/>
            <p:nvPr/>
          </p:nvSpPr>
          <p:spPr>
            <a:xfrm>
              <a:off x="1936101" y="3512038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C468D54E-0D82-3CF8-2524-4D5907727D3D}"/>
                </a:ext>
              </a:extLst>
            </p:cNvPr>
            <p:cNvSpPr/>
            <p:nvPr/>
          </p:nvSpPr>
          <p:spPr>
            <a:xfrm>
              <a:off x="2351315" y="1916505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69806A8C-7E30-8F4E-A186-394291BB2211}"/>
                </a:ext>
              </a:extLst>
            </p:cNvPr>
            <p:cNvSpPr/>
            <p:nvPr/>
          </p:nvSpPr>
          <p:spPr>
            <a:xfrm>
              <a:off x="1945433" y="2248678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34EC4F58-A9D6-BE32-CC35-9D2933D9E945}"/>
                </a:ext>
              </a:extLst>
            </p:cNvPr>
            <p:cNvSpPr/>
            <p:nvPr/>
          </p:nvSpPr>
          <p:spPr>
            <a:xfrm>
              <a:off x="7114592" y="2693932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9C94FD0B-4736-3047-D47C-D1F56379C528}"/>
              </a:ext>
            </a:extLst>
          </p:cNvPr>
          <p:cNvGrpSpPr/>
          <p:nvPr/>
        </p:nvGrpSpPr>
        <p:grpSpPr>
          <a:xfrm>
            <a:off x="2621901" y="716394"/>
            <a:ext cx="6704046" cy="2829690"/>
            <a:chOff x="1936101" y="1916505"/>
            <a:chExt cx="5584373" cy="2377626"/>
          </a:xfrm>
        </p:grpSpPr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973C1303-8ADB-6458-0EAA-36B0F76C6417}"/>
                </a:ext>
              </a:extLst>
            </p:cNvPr>
            <p:cNvSpPr/>
            <p:nvPr/>
          </p:nvSpPr>
          <p:spPr>
            <a:xfrm>
              <a:off x="1936101" y="3512038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419B8437-7940-7780-FDF6-EE2573CC3D26}"/>
                </a:ext>
              </a:extLst>
            </p:cNvPr>
            <p:cNvSpPr/>
            <p:nvPr/>
          </p:nvSpPr>
          <p:spPr>
            <a:xfrm>
              <a:off x="2351315" y="1916505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6387D3BA-3D29-BF79-8EAD-E0AE30C122C1}"/>
                </a:ext>
              </a:extLst>
            </p:cNvPr>
            <p:cNvSpPr/>
            <p:nvPr/>
          </p:nvSpPr>
          <p:spPr>
            <a:xfrm>
              <a:off x="1945433" y="2248678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EC5B0C7B-5E03-8E3C-854A-4183242EDC3F}"/>
                </a:ext>
              </a:extLst>
            </p:cNvPr>
            <p:cNvSpPr/>
            <p:nvPr/>
          </p:nvSpPr>
          <p:spPr>
            <a:xfrm>
              <a:off x="7114592" y="2693932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8725A3A1-AAC2-8957-4499-1FA9B7B6B5DF}"/>
                  </a:ext>
                </a:extLst>
              </p:cNvPr>
              <p:cNvSpPr txBox="1"/>
              <p:nvPr/>
            </p:nvSpPr>
            <p:spPr>
              <a:xfrm>
                <a:off x="8733891" y="6256280"/>
                <a:ext cx="6856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8725A3A1-AAC2-8957-4499-1FA9B7B6B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891" y="6256280"/>
                <a:ext cx="685647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5C2137D3-1E50-21E5-3BA0-AF9F70E86EFB}"/>
                  </a:ext>
                </a:extLst>
              </p:cNvPr>
              <p:cNvSpPr txBox="1"/>
              <p:nvPr/>
            </p:nvSpPr>
            <p:spPr>
              <a:xfrm>
                <a:off x="8942541" y="3418786"/>
                <a:ext cx="685647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5C2137D3-1E50-21E5-3BA0-AF9F70E86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2541" y="3418786"/>
                <a:ext cx="685647" cy="369332"/>
              </a:xfrm>
              <a:prstGeom prst="rect">
                <a:avLst/>
              </a:prstGeom>
              <a:blipFill>
                <a:blip r:embed="rId4"/>
                <a:stretch>
                  <a:fillRect l="-16071" r="-10714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A3171E7D-CA67-86AA-5AA0-F241052D4FA8}"/>
              </a:ext>
            </a:extLst>
          </p:cNvPr>
          <p:cNvCxnSpPr>
            <a:cxnSpLocks/>
          </p:cNvCxnSpPr>
          <p:nvPr/>
        </p:nvCxnSpPr>
        <p:spPr>
          <a:xfrm flipV="1">
            <a:off x="4646645" y="2290665"/>
            <a:ext cx="0" cy="19920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812FF116-92B3-84EE-78AF-F9A40373CCAC}"/>
                  </a:ext>
                </a:extLst>
              </p:cNvPr>
              <p:cNvSpPr txBox="1"/>
              <p:nvPr/>
            </p:nvSpPr>
            <p:spPr>
              <a:xfrm>
                <a:off x="3282119" y="3183488"/>
                <a:ext cx="152781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5" name="CaixaDeTexto 34">
                <a:extLst>
                  <a:ext uri="{FF2B5EF4-FFF2-40B4-BE49-F238E27FC236}">
                    <a16:creationId xmlns:a16="http://schemas.microsoft.com/office/drawing/2014/main" id="{812FF116-92B3-84EE-78AF-F9A40373C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119" y="3183488"/>
                <a:ext cx="1527812" cy="307777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34FF1B28-4097-E225-FAD1-C205D0E13643}"/>
              </a:ext>
            </a:extLst>
          </p:cNvPr>
          <p:cNvCxnSpPr>
            <a:cxnSpLocks/>
            <a:stCxn id="60" idx="6"/>
          </p:cNvCxnSpPr>
          <p:nvPr/>
        </p:nvCxnSpPr>
        <p:spPr>
          <a:xfrm flipV="1">
            <a:off x="5842574" y="1992146"/>
            <a:ext cx="1939717" cy="50619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44FA8DC4-ABF7-FEC4-600B-0CADB9094C44}"/>
              </a:ext>
            </a:extLst>
          </p:cNvPr>
          <p:cNvCxnSpPr>
            <a:cxnSpLocks/>
            <a:stCxn id="64" idx="6"/>
            <a:endCxn id="60" idx="1"/>
          </p:cNvCxnSpPr>
          <p:nvPr/>
        </p:nvCxnSpPr>
        <p:spPr>
          <a:xfrm>
            <a:off x="4675588" y="2251685"/>
            <a:ext cx="1106763" cy="22171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id="{6E818895-A329-BC15-8719-2C4CC14ABE3A}"/>
              </a:ext>
            </a:extLst>
          </p:cNvPr>
          <p:cNvCxnSpPr>
            <a:cxnSpLocks/>
          </p:cNvCxnSpPr>
          <p:nvPr/>
        </p:nvCxnSpPr>
        <p:spPr>
          <a:xfrm flipH="1" flipV="1">
            <a:off x="4627319" y="408617"/>
            <a:ext cx="18242" cy="182815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067D6F1D-3F0F-90CC-3A3F-3402373DF47C}"/>
                  </a:ext>
                </a:extLst>
              </p:cNvPr>
              <p:cNvSpPr txBox="1"/>
              <p:nvPr/>
            </p:nvSpPr>
            <p:spPr>
              <a:xfrm>
                <a:off x="4901056" y="2398076"/>
                <a:ext cx="58883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58" name="CaixaDeTexto 57">
                <a:extLst>
                  <a:ext uri="{FF2B5EF4-FFF2-40B4-BE49-F238E27FC236}">
                    <a16:creationId xmlns:a16="http://schemas.microsoft.com/office/drawing/2014/main" id="{067D6F1D-3F0F-90CC-3A3F-3402373DF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056" y="2398076"/>
                <a:ext cx="588839" cy="307777"/>
              </a:xfrm>
              <a:prstGeom prst="rect">
                <a:avLst/>
              </a:prstGeom>
              <a:blipFill>
                <a:blip r:embed="rId6"/>
                <a:stretch>
                  <a:fillRect l="-11340" r="-412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Elipse 59">
            <a:extLst>
              <a:ext uri="{FF2B5EF4-FFF2-40B4-BE49-F238E27FC236}">
                <a16:creationId xmlns:a16="http://schemas.microsoft.com/office/drawing/2014/main" id="{5799F804-A91C-212C-2F67-A0FD246D3A77}"/>
              </a:ext>
            </a:extLst>
          </p:cNvPr>
          <p:cNvSpPr/>
          <p:nvPr/>
        </p:nvSpPr>
        <p:spPr>
          <a:xfrm>
            <a:off x="5772018" y="2463062"/>
            <a:ext cx="70556" cy="7055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B3FA845F-6540-1887-4281-04054EC68CFF}"/>
              </a:ext>
            </a:extLst>
          </p:cNvPr>
          <p:cNvSpPr/>
          <p:nvPr/>
        </p:nvSpPr>
        <p:spPr>
          <a:xfrm>
            <a:off x="4605032" y="2216407"/>
            <a:ext cx="70556" cy="7055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220BAA4B-230F-BDBF-4C4C-7A51961D3E70}"/>
                  </a:ext>
                </a:extLst>
              </p:cNvPr>
              <p:cNvSpPr txBox="1"/>
              <p:nvPr/>
            </p:nvSpPr>
            <p:spPr>
              <a:xfrm>
                <a:off x="6444614" y="2302791"/>
                <a:ext cx="44868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220BAA4B-230F-BDBF-4C4C-7A51961D3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4614" y="2302791"/>
                <a:ext cx="448686" cy="307777"/>
              </a:xfrm>
              <a:prstGeom prst="rect">
                <a:avLst/>
              </a:prstGeom>
              <a:blipFill>
                <a:blip r:embed="rId7"/>
                <a:stretch>
                  <a:fillRect l="-10811" r="-1351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aixaDeTexto 65">
                <a:extLst>
                  <a:ext uri="{FF2B5EF4-FFF2-40B4-BE49-F238E27FC236}">
                    <a16:creationId xmlns:a16="http://schemas.microsoft.com/office/drawing/2014/main" id="{9D0062AD-62C4-C5DA-4626-B28515C1EEE6}"/>
                  </a:ext>
                </a:extLst>
              </p:cNvPr>
              <p:cNvSpPr txBox="1"/>
              <p:nvPr/>
            </p:nvSpPr>
            <p:spPr>
              <a:xfrm>
                <a:off x="4882974" y="2882203"/>
                <a:ext cx="50186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66" name="CaixaDeTexto 65">
                <a:extLst>
                  <a:ext uri="{FF2B5EF4-FFF2-40B4-BE49-F238E27FC236}">
                    <a16:creationId xmlns:a16="http://schemas.microsoft.com/office/drawing/2014/main" id="{9D0062AD-62C4-C5DA-4626-B28515C1E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974" y="2882203"/>
                <a:ext cx="501867" cy="307777"/>
              </a:xfrm>
              <a:prstGeom prst="rect">
                <a:avLst/>
              </a:prstGeom>
              <a:blipFill>
                <a:blip r:embed="rId8"/>
                <a:stretch>
                  <a:fillRect l="-14634" r="-18293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895CB1CB-409D-35E2-9695-0C870FE96841}"/>
                  </a:ext>
                </a:extLst>
              </p:cNvPr>
              <p:cNvSpPr txBox="1"/>
              <p:nvPr/>
            </p:nvSpPr>
            <p:spPr>
              <a:xfrm>
                <a:off x="5428254" y="1736938"/>
                <a:ext cx="116377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67" name="CaixaDeTexto 66">
                <a:extLst>
                  <a:ext uri="{FF2B5EF4-FFF2-40B4-BE49-F238E27FC236}">
                    <a16:creationId xmlns:a16="http://schemas.microsoft.com/office/drawing/2014/main" id="{895CB1CB-409D-35E2-9695-0C870FE96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254" y="1736938"/>
                <a:ext cx="1163777" cy="307777"/>
              </a:xfrm>
              <a:prstGeom prst="rect">
                <a:avLst/>
              </a:prstGeom>
              <a:blipFill>
                <a:blip r:embed="rId9"/>
                <a:stretch>
                  <a:fillRect l="-6806" r="-6283" b="-3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Elipse 67">
            <a:extLst>
              <a:ext uri="{FF2B5EF4-FFF2-40B4-BE49-F238E27FC236}">
                <a16:creationId xmlns:a16="http://schemas.microsoft.com/office/drawing/2014/main" id="{74821E1C-35D6-20A6-2862-B94D898F81E0}"/>
              </a:ext>
            </a:extLst>
          </p:cNvPr>
          <p:cNvSpPr/>
          <p:nvPr/>
        </p:nvSpPr>
        <p:spPr>
          <a:xfrm>
            <a:off x="4620937" y="4226485"/>
            <a:ext cx="70556" cy="7055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64D8DC87-2ED0-1432-007C-9AAFB2CAF18E}"/>
                  </a:ext>
                </a:extLst>
              </p:cNvPr>
              <p:cNvSpPr txBox="1"/>
              <p:nvPr/>
            </p:nvSpPr>
            <p:spPr>
              <a:xfrm>
                <a:off x="4805446" y="4178879"/>
                <a:ext cx="65692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69" name="CaixaDeTexto 68">
                <a:extLst>
                  <a:ext uri="{FF2B5EF4-FFF2-40B4-BE49-F238E27FC236}">
                    <a16:creationId xmlns:a16="http://schemas.microsoft.com/office/drawing/2014/main" id="{64D8DC87-2ED0-1432-007C-9AAFB2CAF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446" y="4178879"/>
                <a:ext cx="656922" cy="307777"/>
              </a:xfrm>
              <a:prstGeom prst="rect">
                <a:avLst/>
              </a:prstGeom>
              <a:blipFill>
                <a:blip r:embed="rId10"/>
                <a:stretch>
                  <a:fillRect t="-4000" r="-8333" b="-3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B314D29B-3924-C9BD-4821-C9A2C0902505}"/>
              </a:ext>
            </a:extLst>
          </p:cNvPr>
          <p:cNvCxnSpPr>
            <a:cxnSpLocks/>
            <a:stCxn id="68" idx="6"/>
            <a:endCxn id="23" idx="4"/>
          </p:cNvCxnSpPr>
          <p:nvPr/>
        </p:nvCxnSpPr>
        <p:spPr>
          <a:xfrm flipV="1">
            <a:off x="4691493" y="1992146"/>
            <a:ext cx="3216099" cy="22696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33C83839-F5D6-3E75-073B-DD73B1807365}"/>
              </a:ext>
            </a:extLst>
          </p:cNvPr>
          <p:cNvCxnSpPr>
            <a:cxnSpLocks/>
            <a:stCxn id="64" idx="6"/>
            <a:endCxn id="23" idx="2"/>
          </p:cNvCxnSpPr>
          <p:nvPr/>
        </p:nvCxnSpPr>
        <p:spPr>
          <a:xfrm flipV="1">
            <a:off x="4675588" y="1956868"/>
            <a:ext cx="3196726" cy="2948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Elipse 22">
            <a:extLst>
              <a:ext uri="{FF2B5EF4-FFF2-40B4-BE49-F238E27FC236}">
                <a16:creationId xmlns:a16="http://schemas.microsoft.com/office/drawing/2014/main" id="{FCCB942D-428D-C492-E5D0-C8E4A91D3E8D}"/>
              </a:ext>
            </a:extLst>
          </p:cNvPr>
          <p:cNvSpPr/>
          <p:nvPr/>
        </p:nvSpPr>
        <p:spPr>
          <a:xfrm>
            <a:off x="7872314" y="1921590"/>
            <a:ext cx="70556" cy="7055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id="{DB0F4FB6-088B-8D98-55A2-1E9A77FD2658}"/>
              </a:ext>
            </a:extLst>
          </p:cNvPr>
          <p:cNvCxnSpPr>
            <a:cxnSpLocks/>
            <a:stCxn id="68" idx="7"/>
            <a:endCxn id="60" idx="3"/>
          </p:cNvCxnSpPr>
          <p:nvPr/>
        </p:nvCxnSpPr>
        <p:spPr>
          <a:xfrm flipV="1">
            <a:off x="4681160" y="2523285"/>
            <a:ext cx="1101191" cy="171353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4BE79161-2C15-8A26-3584-BC42E9EFF483}"/>
                  </a:ext>
                </a:extLst>
              </p:cNvPr>
              <p:cNvSpPr txBox="1"/>
              <p:nvPr/>
            </p:nvSpPr>
            <p:spPr>
              <a:xfrm>
                <a:off x="7974292" y="1856904"/>
                <a:ext cx="95908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4BE79161-2C15-8A26-3584-BC42E9EFF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4292" y="1856904"/>
                <a:ext cx="959080" cy="307777"/>
              </a:xfrm>
              <a:prstGeom prst="rect">
                <a:avLst/>
              </a:prstGeom>
              <a:blipFill>
                <a:blip r:embed="rId11"/>
                <a:stretch>
                  <a:fillRect l="-2548" r="-1274" b="-1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497DADA3-408B-74F5-6CDC-5233999A64A5}"/>
                  </a:ext>
                </a:extLst>
              </p:cNvPr>
              <p:cNvSpPr txBox="1"/>
              <p:nvPr/>
            </p:nvSpPr>
            <p:spPr>
              <a:xfrm>
                <a:off x="4312725" y="2055759"/>
                <a:ext cx="37081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497DADA3-408B-74F5-6CDC-5233999A6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725" y="2055759"/>
                <a:ext cx="370815" cy="307777"/>
              </a:xfrm>
              <a:prstGeom prst="rect">
                <a:avLst/>
              </a:prstGeom>
              <a:blipFill>
                <a:blip r:embed="rId1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D3F2060C-E186-40E4-4B77-29BF6C6F838B}"/>
                  </a:ext>
                </a:extLst>
              </p:cNvPr>
              <p:cNvSpPr txBox="1"/>
              <p:nvPr/>
            </p:nvSpPr>
            <p:spPr>
              <a:xfrm>
                <a:off x="5672672" y="2189801"/>
                <a:ext cx="37081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D3F2060C-E186-40E4-4B77-29BF6C6F8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2672" y="2189801"/>
                <a:ext cx="370815" cy="307777"/>
              </a:xfrm>
              <a:prstGeom prst="rect">
                <a:avLst/>
              </a:prstGeom>
              <a:blipFill>
                <a:blip r:embed="rId1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FED9FF81-377A-8595-FB1A-415F99B45CFC}"/>
                  </a:ext>
                </a:extLst>
              </p:cNvPr>
              <p:cNvSpPr txBox="1"/>
              <p:nvPr/>
            </p:nvSpPr>
            <p:spPr>
              <a:xfrm>
                <a:off x="7722184" y="1639107"/>
                <a:ext cx="37081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48" name="CaixaDeTexto 47">
                <a:extLst>
                  <a:ext uri="{FF2B5EF4-FFF2-40B4-BE49-F238E27FC236}">
                    <a16:creationId xmlns:a16="http://schemas.microsoft.com/office/drawing/2014/main" id="{FED9FF81-377A-8595-FB1A-415F99B45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184" y="1639107"/>
                <a:ext cx="370815" cy="307777"/>
              </a:xfrm>
              <a:prstGeom prst="rect">
                <a:avLst/>
              </a:prstGeom>
              <a:blipFill>
                <a:blip r:embed="rId14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589E4A63-1E86-FD94-FFE8-5294DBAC8F65}"/>
                  </a:ext>
                </a:extLst>
              </p:cNvPr>
              <p:cNvSpPr txBox="1"/>
              <p:nvPr/>
            </p:nvSpPr>
            <p:spPr>
              <a:xfrm>
                <a:off x="6142983" y="3264897"/>
                <a:ext cx="448686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𝑑</m:t>
                    </m:r>
                    <m:sSup>
                      <m:sSupPr>
                        <m:ctrlPr>
                          <a:rPr lang="pt-B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2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sup>
                    </m:sSup>
                  </m:oMath>
                </a14:m>
                <a:r>
                  <a:rPr lang="pt-BR" sz="2000" dirty="0"/>
                  <a:t> </a:t>
                </a:r>
              </a:p>
            </p:txBody>
          </p:sp>
        </mc:Choice>
        <mc:Fallback xmlns=""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589E4A63-1E86-FD94-FFE8-5294DBAC8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2983" y="3264897"/>
                <a:ext cx="448686" cy="307777"/>
              </a:xfrm>
              <a:prstGeom prst="rect">
                <a:avLst/>
              </a:prstGeom>
              <a:blipFill>
                <a:blip r:embed="rId15"/>
                <a:stretch>
                  <a:fillRect l="-20548" r="-10959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B2750BA5-C97C-4FA1-1FF3-C269A83CD25A}"/>
                  </a:ext>
                </a:extLst>
              </p:cNvPr>
              <p:cNvSpPr txBox="1"/>
              <p:nvPr/>
            </p:nvSpPr>
            <p:spPr>
              <a:xfrm>
                <a:off x="4300055" y="4283111"/>
                <a:ext cx="37081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95" name="CaixaDeTexto 94">
                <a:extLst>
                  <a:ext uri="{FF2B5EF4-FFF2-40B4-BE49-F238E27FC236}">
                    <a16:creationId xmlns:a16="http://schemas.microsoft.com/office/drawing/2014/main" id="{B2750BA5-C97C-4FA1-1FF3-C269A83CD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055" y="4283111"/>
                <a:ext cx="370815" cy="307777"/>
              </a:xfrm>
              <a:prstGeom prst="rect">
                <a:avLst/>
              </a:prstGeom>
              <a:blipFill>
                <a:blip r:embed="rId16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5880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Agrupar 24">
            <a:extLst>
              <a:ext uri="{FF2B5EF4-FFF2-40B4-BE49-F238E27FC236}">
                <a16:creationId xmlns:a16="http://schemas.microsoft.com/office/drawing/2014/main" id="{9005C963-669A-A731-570F-ED94924EF041}"/>
              </a:ext>
            </a:extLst>
          </p:cNvPr>
          <p:cNvGrpSpPr/>
          <p:nvPr/>
        </p:nvGrpSpPr>
        <p:grpSpPr>
          <a:xfrm>
            <a:off x="2621901" y="3093234"/>
            <a:ext cx="2127381" cy="905762"/>
            <a:chOff x="1936101" y="1916505"/>
            <a:chExt cx="5584373" cy="2377626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0485679-0042-A1F8-B949-53CBCBC635E4}"/>
                </a:ext>
              </a:extLst>
            </p:cNvPr>
            <p:cNvSpPr/>
            <p:nvPr/>
          </p:nvSpPr>
          <p:spPr>
            <a:xfrm>
              <a:off x="1936101" y="3512038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C468D54E-0D82-3CF8-2524-4D5907727D3D}"/>
                </a:ext>
              </a:extLst>
            </p:cNvPr>
            <p:cNvSpPr/>
            <p:nvPr/>
          </p:nvSpPr>
          <p:spPr>
            <a:xfrm>
              <a:off x="2351315" y="1916505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69806A8C-7E30-8F4E-A186-394291BB2211}"/>
                </a:ext>
              </a:extLst>
            </p:cNvPr>
            <p:cNvSpPr/>
            <p:nvPr/>
          </p:nvSpPr>
          <p:spPr>
            <a:xfrm>
              <a:off x="1945433" y="2248678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34EC4F58-A9D6-BE32-CC35-9D2933D9E945}"/>
                </a:ext>
              </a:extLst>
            </p:cNvPr>
            <p:cNvSpPr/>
            <p:nvPr/>
          </p:nvSpPr>
          <p:spPr>
            <a:xfrm>
              <a:off x="7114592" y="2693932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9C94FD0B-4736-3047-D47C-D1F56379C528}"/>
              </a:ext>
            </a:extLst>
          </p:cNvPr>
          <p:cNvGrpSpPr/>
          <p:nvPr/>
        </p:nvGrpSpPr>
        <p:grpSpPr>
          <a:xfrm>
            <a:off x="2621901" y="2183497"/>
            <a:ext cx="2127381" cy="905762"/>
            <a:chOff x="1936101" y="1916505"/>
            <a:chExt cx="5584373" cy="2377626"/>
          </a:xfrm>
        </p:grpSpPr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973C1303-8ADB-6458-0EAA-36B0F76C6417}"/>
                </a:ext>
              </a:extLst>
            </p:cNvPr>
            <p:cNvSpPr/>
            <p:nvPr/>
          </p:nvSpPr>
          <p:spPr>
            <a:xfrm>
              <a:off x="1936101" y="3512038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419B8437-7940-7780-FDF6-EE2573CC3D26}"/>
                </a:ext>
              </a:extLst>
            </p:cNvPr>
            <p:cNvSpPr/>
            <p:nvPr/>
          </p:nvSpPr>
          <p:spPr>
            <a:xfrm>
              <a:off x="2351315" y="1916505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6387D3BA-3D29-BF79-8EAD-E0AE30C122C1}"/>
                </a:ext>
              </a:extLst>
            </p:cNvPr>
            <p:cNvSpPr/>
            <p:nvPr/>
          </p:nvSpPr>
          <p:spPr>
            <a:xfrm>
              <a:off x="1945433" y="2248678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EC5B0C7B-5E03-8E3C-854A-4183242EDC3F}"/>
                </a:ext>
              </a:extLst>
            </p:cNvPr>
            <p:cNvSpPr/>
            <p:nvPr/>
          </p:nvSpPr>
          <p:spPr>
            <a:xfrm>
              <a:off x="7114592" y="2693932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8725A3A1-AAC2-8957-4499-1FA9B7B6B5DF}"/>
                  </a:ext>
                </a:extLst>
              </p:cNvPr>
              <p:cNvSpPr txBox="1"/>
              <p:nvPr/>
            </p:nvSpPr>
            <p:spPr>
              <a:xfrm>
                <a:off x="4486327" y="3819582"/>
                <a:ext cx="685647" cy="4010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8725A3A1-AAC2-8957-4499-1FA9B7B6B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6327" y="3819582"/>
                <a:ext cx="685647" cy="401072"/>
              </a:xfrm>
              <a:prstGeom prst="rect">
                <a:avLst/>
              </a:prstGeom>
              <a:blipFill>
                <a:blip r:embed="rId3"/>
                <a:stretch>
                  <a:fillRect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A3171E7D-CA67-86AA-5AA0-F241052D4FA8}"/>
              </a:ext>
            </a:extLst>
          </p:cNvPr>
          <p:cNvCxnSpPr>
            <a:cxnSpLocks/>
          </p:cNvCxnSpPr>
          <p:nvPr/>
        </p:nvCxnSpPr>
        <p:spPr>
          <a:xfrm flipV="1">
            <a:off x="2174033" y="1428297"/>
            <a:ext cx="0" cy="251388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87DB604-B34B-C4DD-AA26-68DD35305673}"/>
              </a:ext>
            </a:extLst>
          </p:cNvPr>
          <p:cNvGrpSpPr/>
          <p:nvPr/>
        </p:nvGrpSpPr>
        <p:grpSpPr>
          <a:xfrm>
            <a:off x="2621901" y="1301755"/>
            <a:ext cx="2127381" cy="905762"/>
            <a:chOff x="1936101" y="1916505"/>
            <a:chExt cx="5584373" cy="2377626"/>
          </a:xfrm>
        </p:grpSpPr>
        <p:sp>
          <p:nvSpPr>
            <p:cNvPr id="3" name="Forma Livre: Forma 2">
              <a:extLst>
                <a:ext uri="{FF2B5EF4-FFF2-40B4-BE49-F238E27FC236}">
                  <a16:creationId xmlns:a16="http://schemas.microsoft.com/office/drawing/2014/main" id="{B3973B80-CB90-646F-306C-8221F31B4B4D}"/>
                </a:ext>
              </a:extLst>
            </p:cNvPr>
            <p:cNvSpPr/>
            <p:nvPr/>
          </p:nvSpPr>
          <p:spPr>
            <a:xfrm>
              <a:off x="1936101" y="3512038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Forma Livre: Forma 3">
              <a:extLst>
                <a:ext uri="{FF2B5EF4-FFF2-40B4-BE49-F238E27FC236}">
                  <a16:creationId xmlns:a16="http://schemas.microsoft.com/office/drawing/2014/main" id="{D5973097-7D2D-227E-2B59-3D424D291D70}"/>
                </a:ext>
              </a:extLst>
            </p:cNvPr>
            <p:cNvSpPr/>
            <p:nvPr/>
          </p:nvSpPr>
          <p:spPr>
            <a:xfrm>
              <a:off x="2351315" y="1916505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43886B8E-00A7-FB0F-4325-11C9D42495E1}"/>
                </a:ext>
              </a:extLst>
            </p:cNvPr>
            <p:cNvSpPr/>
            <p:nvPr/>
          </p:nvSpPr>
          <p:spPr>
            <a:xfrm>
              <a:off x="1945433" y="2248678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81324F77-FFBC-4655-B778-203E01A5FDC3}"/>
                </a:ext>
              </a:extLst>
            </p:cNvPr>
            <p:cNvSpPr/>
            <p:nvPr/>
          </p:nvSpPr>
          <p:spPr>
            <a:xfrm>
              <a:off x="7114592" y="2693932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114CC9D8-897E-E6E7-81C8-CEA8941E92C9}"/>
                  </a:ext>
                </a:extLst>
              </p:cNvPr>
              <p:cNvSpPr txBox="1"/>
              <p:nvPr/>
            </p:nvSpPr>
            <p:spPr>
              <a:xfrm>
                <a:off x="4511501" y="2922675"/>
                <a:ext cx="685647" cy="415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114CC9D8-897E-E6E7-81C8-CEA8941E9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501" y="2922675"/>
                <a:ext cx="685647" cy="415627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2C6DBFD1-066D-1185-CD0A-B7326170E3D5}"/>
                  </a:ext>
                </a:extLst>
              </p:cNvPr>
              <p:cNvSpPr txBox="1"/>
              <p:nvPr/>
            </p:nvSpPr>
            <p:spPr>
              <a:xfrm>
                <a:off x="4511502" y="1991013"/>
                <a:ext cx="685647" cy="4010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2C6DBFD1-066D-1185-CD0A-B7326170E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502" y="1991013"/>
                <a:ext cx="685647" cy="401072"/>
              </a:xfrm>
              <a:prstGeom prst="rect">
                <a:avLst/>
              </a:prstGeom>
              <a:blipFill>
                <a:blip r:embed="rId5"/>
                <a:stretch>
                  <a:fillRect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ixaDeTexto 13">
            <a:extLst>
              <a:ext uri="{FF2B5EF4-FFF2-40B4-BE49-F238E27FC236}">
                <a16:creationId xmlns:a16="http://schemas.microsoft.com/office/drawing/2014/main" id="{CE59DA8F-3ED4-95D9-8DB7-418293C7C2B1}"/>
              </a:ext>
            </a:extLst>
          </p:cNvPr>
          <p:cNvSpPr txBox="1"/>
          <p:nvPr/>
        </p:nvSpPr>
        <p:spPr>
          <a:xfrm>
            <a:off x="1693703" y="1007704"/>
            <a:ext cx="928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814437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Agrupar 24">
            <a:extLst>
              <a:ext uri="{FF2B5EF4-FFF2-40B4-BE49-F238E27FC236}">
                <a16:creationId xmlns:a16="http://schemas.microsoft.com/office/drawing/2014/main" id="{9005C963-669A-A731-570F-ED94924EF041}"/>
              </a:ext>
            </a:extLst>
          </p:cNvPr>
          <p:cNvGrpSpPr/>
          <p:nvPr/>
        </p:nvGrpSpPr>
        <p:grpSpPr>
          <a:xfrm>
            <a:off x="2621901" y="3759992"/>
            <a:ext cx="3780018" cy="1609395"/>
            <a:chOff x="1936101" y="1916505"/>
            <a:chExt cx="5584373" cy="2377626"/>
          </a:xfrm>
        </p:grpSpPr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30485679-0042-A1F8-B949-53CBCBC635E4}"/>
                </a:ext>
              </a:extLst>
            </p:cNvPr>
            <p:cNvSpPr/>
            <p:nvPr/>
          </p:nvSpPr>
          <p:spPr>
            <a:xfrm>
              <a:off x="1936101" y="3512038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C468D54E-0D82-3CF8-2524-4D5907727D3D}"/>
                </a:ext>
              </a:extLst>
            </p:cNvPr>
            <p:cNvSpPr/>
            <p:nvPr/>
          </p:nvSpPr>
          <p:spPr>
            <a:xfrm>
              <a:off x="2351315" y="1916505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69806A8C-7E30-8F4E-A186-394291BB2211}"/>
                </a:ext>
              </a:extLst>
            </p:cNvPr>
            <p:cNvSpPr/>
            <p:nvPr/>
          </p:nvSpPr>
          <p:spPr>
            <a:xfrm>
              <a:off x="1945433" y="2248678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34EC4F58-A9D6-BE32-CC35-9D2933D9E945}"/>
                </a:ext>
              </a:extLst>
            </p:cNvPr>
            <p:cNvSpPr/>
            <p:nvPr/>
          </p:nvSpPr>
          <p:spPr>
            <a:xfrm>
              <a:off x="7114592" y="2693932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9C94FD0B-4736-3047-D47C-D1F56379C528}"/>
              </a:ext>
            </a:extLst>
          </p:cNvPr>
          <p:cNvGrpSpPr/>
          <p:nvPr/>
        </p:nvGrpSpPr>
        <p:grpSpPr>
          <a:xfrm>
            <a:off x="2621901" y="2387607"/>
            <a:ext cx="3780018" cy="1609395"/>
            <a:chOff x="1936101" y="1916505"/>
            <a:chExt cx="5584373" cy="2377626"/>
          </a:xfrm>
        </p:grpSpPr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973C1303-8ADB-6458-0EAA-36B0F76C6417}"/>
                </a:ext>
              </a:extLst>
            </p:cNvPr>
            <p:cNvSpPr/>
            <p:nvPr/>
          </p:nvSpPr>
          <p:spPr>
            <a:xfrm>
              <a:off x="1936101" y="3512038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419B8437-7940-7780-FDF6-EE2573CC3D26}"/>
                </a:ext>
              </a:extLst>
            </p:cNvPr>
            <p:cNvSpPr/>
            <p:nvPr/>
          </p:nvSpPr>
          <p:spPr>
            <a:xfrm>
              <a:off x="2351315" y="1916505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6387D3BA-3D29-BF79-8EAD-E0AE30C122C1}"/>
                </a:ext>
              </a:extLst>
            </p:cNvPr>
            <p:cNvSpPr/>
            <p:nvPr/>
          </p:nvSpPr>
          <p:spPr>
            <a:xfrm>
              <a:off x="1945433" y="2248678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Forma Livre: Forma 29">
              <a:extLst>
                <a:ext uri="{FF2B5EF4-FFF2-40B4-BE49-F238E27FC236}">
                  <a16:creationId xmlns:a16="http://schemas.microsoft.com/office/drawing/2014/main" id="{EC5B0C7B-5E03-8E3C-854A-4183242EDC3F}"/>
                </a:ext>
              </a:extLst>
            </p:cNvPr>
            <p:cNvSpPr/>
            <p:nvPr/>
          </p:nvSpPr>
          <p:spPr>
            <a:xfrm>
              <a:off x="7114592" y="2693932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8725A3A1-AAC2-8957-4499-1FA9B7B6B5DF}"/>
                  </a:ext>
                </a:extLst>
              </p:cNvPr>
              <p:cNvSpPr txBox="1"/>
              <p:nvPr/>
            </p:nvSpPr>
            <p:spPr>
              <a:xfrm>
                <a:off x="6052779" y="5241649"/>
                <a:ext cx="685647" cy="4010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8725A3A1-AAC2-8957-4499-1FA9B7B6B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779" y="5241649"/>
                <a:ext cx="685647" cy="401072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Agrupar 1">
            <a:extLst>
              <a:ext uri="{FF2B5EF4-FFF2-40B4-BE49-F238E27FC236}">
                <a16:creationId xmlns:a16="http://schemas.microsoft.com/office/drawing/2014/main" id="{C87DB604-B34B-C4DD-AA26-68DD35305673}"/>
              </a:ext>
            </a:extLst>
          </p:cNvPr>
          <p:cNvGrpSpPr/>
          <p:nvPr/>
        </p:nvGrpSpPr>
        <p:grpSpPr>
          <a:xfrm>
            <a:off x="2621901" y="1003512"/>
            <a:ext cx="3780018" cy="1609395"/>
            <a:chOff x="1936101" y="1916505"/>
            <a:chExt cx="5584373" cy="2377626"/>
          </a:xfrm>
        </p:grpSpPr>
        <p:sp>
          <p:nvSpPr>
            <p:cNvPr id="3" name="Forma Livre: Forma 2">
              <a:extLst>
                <a:ext uri="{FF2B5EF4-FFF2-40B4-BE49-F238E27FC236}">
                  <a16:creationId xmlns:a16="http://schemas.microsoft.com/office/drawing/2014/main" id="{B3973B80-CB90-646F-306C-8221F31B4B4D}"/>
                </a:ext>
              </a:extLst>
            </p:cNvPr>
            <p:cNvSpPr/>
            <p:nvPr/>
          </p:nvSpPr>
          <p:spPr>
            <a:xfrm>
              <a:off x="1936101" y="3512038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Forma Livre: Forma 3">
              <a:extLst>
                <a:ext uri="{FF2B5EF4-FFF2-40B4-BE49-F238E27FC236}">
                  <a16:creationId xmlns:a16="http://schemas.microsoft.com/office/drawing/2014/main" id="{D5973097-7D2D-227E-2B59-3D424D291D70}"/>
                </a:ext>
              </a:extLst>
            </p:cNvPr>
            <p:cNvSpPr/>
            <p:nvPr/>
          </p:nvSpPr>
          <p:spPr>
            <a:xfrm>
              <a:off x="2351315" y="1916505"/>
              <a:ext cx="5169159" cy="782093"/>
            </a:xfrm>
            <a:custGeom>
              <a:avLst/>
              <a:gdLst>
                <a:gd name="connsiteX0" fmla="*/ 0 w 5169159"/>
                <a:gd name="connsiteY0" fmla="*/ 341504 h 782093"/>
                <a:gd name="connsiteX1" fmla="*/ 1492898 w 5169159"/>
                <a:gd name="connsiteY1" fmla="*/ 10267 h 782093"/>
                <a:gd name="connsiteX2" fmla="*/ 3946849 w 5169159"/>
                <a:gd name="connsiteY2" fmla="*/ 686736 h 782093"/>
                <a:gd name="connsiteX3" fmla="*/ 5169159 w 5169159"/>
                <a:gd name="connsiteY3" fmla="*/ 761381 h 782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9159" h="782093">
                  <a:moveTo>
                    <a:pt x="0" y="341504"/>
                  </a:moveTo>
                  <a:cubicBezTo>
                    <a:pt x="417545" y="147116"/>
                    <a:pt x="835090" y="-47272"/>
                    <a:pt x="1492898" y="10267"/>
                  </a:cubicBezTo>
                  <a:cubicBezTo>
                    <a:pt x="2150706" y="67806"/>
                    <a:pt x="3334139" y="561550"/>
                    <a:pt x="3946849" y="686736"/>
                  </a:cubicBezTo>
                  <a:cubicBezTo>
                    <a:pt x="4559559" y="811922"/>
                    <a:pt x="4864359" y="786651"/>
                    <a:pt x="5169159" y="761381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43886B8E-00A7-FB0F-4325-11C9D42495E1}"/>
                </a:ext>
              </a:extLst>
            </p:cNvPr>
            <p:cNvSpPr/>
            <p:nvPr/>
          </p:nvSpPr>
          <p:spPr>
            <a:xfrm>
              <a:off x="1945433" y="2248678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Forma Livre: Forma 5">
              <a:extLst>
                <a:ext uri="{FF2B5EF4-FFF2-40B4-BE49-F238E27FC236}">
                  <a16:creationId xmlns:a16="http://schemas.microsoft.com/office/drawing/2014/main" id="{81324F77-FFBC-4655-B778-203E01A5FDC3}"/>
                </a:ext>
              </a:extLst>
            </p:cNvPr>
            <p:cNvSpPr/>
            <p:nvPr/>
          </p:nvSpPr>
          <p:spPr>
            <a:xfrm>
              <a:off x="7114592" y="2693932"/>
              <a:ext cx="396551" cy="1590869"/>
            </a:xfrm>
            <a:custGeom>
              <a:avLst/>
              <a:gdLst>
                <a:gd name="connsiteX0" fmla="*/ 0 w 396551"/>
                <a:gd name="connsiteY0" fmla="*/ 1590869 h 1590869"/>
                <a:gd name="connsiteX1" fmla="*/ 74645 w 396551"/>
                <a:gd name="connsiteY1" fmla="*/ 625151 h 1590869"/>
                <a:gd name="connsiteX2" fmla="*/ 396551 w 396551"/>
                <a:gd name="connsiteY2" fmla="*/ 0 h 1590869"/>
                <a:gd name="connsiteX3" fmla="*/ 396551 w 396551"/>
                <a:gd name="connsiteY3" fmla="*/ 0 h 1590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551" h="1590869">
                  <a:moveTo>
                    <a:pt x="0" y="1590869"/>
                  </a:moveTo>
                  <a:cubicBezTo>
                    <a:pt x="4276" y="1240582"/>
                    <a:pt x="8553" y="890296"/>
                    <a:pt x="74645" y="625151"/>
                  </a:cubicBezTo>
                  <a:cubicBezTo>
                    <a:pt x="140737" y="360006"/>
                    <a:pt x="396551" y="0"/>
                    <a:pt x="396551" y="0"/>
                  </a:cubicBezTo>
                  <a:lnTo>
                    <a:pt x="396551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114CC9D8-897E-E6E7-81C8-CEA8941E92C9}"/>
                  </a:ext>
                </a:extLst>
              </p:cNvPr>
              <p:cNvSpPr txBox="1"/>
              <p:nvPr/>
            </p:nvSpPr>
            <p:spPr>
              <a:xfrm>
                <a:off x="6096000" y="3816874"/>
                <a:ext cx="685647" cy="415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114CC9D8-897E-E6E7-81C8-CEA8941E9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16874"/>
                <a:ext cx="685647" cy="415627"/>
              </a:xfrm>
              <a:prstGeom prst="rect">
                <a:avLst/>
              </a:prstGeom>
              <a:blipFill>
                <a:blip r:embed="rId4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2C6DBFD1-066D-1185-CD0A-B7326170E3D5}"/>
                  </a:ext>
                </a:extLst>
              </p:cNvPr>
              <p:cNvSpPr txBox="1"/>
              <p:nvPr/>
            </p:nvSpPr>
            <p:spPr>
              <a:xfrm>
                <a:off x="6065411" y="2387607"/>
                <a:ext cx="685647" cy="4010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2C6DBFD1-066D-1185-CD0A-B7326170E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411" y="2387607"/>
                <a:ext cx="685647" cy="401072"/>
              </a:xfrm>
              <a:prstGeom prst="rect">
                <a:avLst/>
              </a:prstGeom>
              <a:blipFill>
                <a:blip r:embed="rId5"/>
                <a:stretch>
                  <a:fillRect b="-1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onector: Curvo 7">
            <a:extLst>
              <a:ext uri="{FF2B5EF4-FFF2-40B4-BE49-F238E27FC236}">
                <a16:creationId xmlns:a16="http://schemas.microsoft.com/office/drawing/2014/main" id="{8CA124F1-7CFE-34C7-5D6C-06D2FAE2E21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72502" y="2900737"/>
            <a:ext cx="5620302" cy="500275"/>
          </a:xfrm>
          <a:prstGeom prst="curvedConnector3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: Curvo 17">
            <a:extLst>
              <a:ext uri="{FF2B5EF4-FFF2-40B4-BE49-F238E27FC236}">
                <a16:creationId xmlns:a16="http://schemas.microsoft.com/office/drawing/2014/main" id="{AF054BC0-8BD9-8CAC-76FC-44DCC7FAB892}"/>
              </a:ext>
            </a:extLst>
          </p:cNvPr>
          <p:cNvCxnSpPr/>
          <p:nvPr/>
        </p:nvCxnSpPr>
        <p:spPr>
          <a:xfrm rot="5400000" flipH="1" flipV="1">
            <a:off x="2205365" y="2583866"/>
            <a:ext cx="5435081" cy="1387024"/>
          </a:xfrm>
          <a:prstGeom prst="curvedConnector3">
            <a:avLst/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ipse 18">
            <a:extLst>
              <a:ext uri="{FF2B5EF4-FFF2-40B4-BE49-F238E27FC236}">
                <a16:creationId xmlns:a16="http://schemas.microsoft.com/office/drawing/2014/main" id="{D10E62AA-A60F-7355-E8B7-D76FCD678ACA}"/>
              </a:ext>
            </a:extLst>
          </p:cNvPr>
          <p:cNvSpPr/>
          <p:nvPr/>
        </p:nvSpPr>
        <p:spPr>
          <a:xfrm>
            <a:off x="3482653" y="3080318"/>
            <a:ext cx="70556" cy="7055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9AD37EFF-48EE-B588-6699-13776C2680B4}"/>
              </a:ext>
            </a:extLst>
          </p:cNvPr>
          <p:cNvSpPr/>
          <p:nvPr/>
        </p:nvSpPr>
        <p:spPr>
          <a:xfrm>
            <a:off x="3678199" y="1494468"/>
            <a:ext cx="70556" cy="7055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C9C31807-5A40-DADF-385D-60F2AF96F747}"/>
              </a:ext>
            </a:extLst>
          </p:cNvPr>
          <p:cNvSpPr/>
          <p:nvPr/>
        </p:nvSpPr>
        <p:spPr>
          <a:xfrm>
            <a:off x="5474342" y="1883844"/>
            <a:ext cx="70556" cy="7055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C57E8754-6474-D8B8-47CC-98704EF4DBE1}"/>
              </a:ext>
            </a:extLst>
          </p:cNvPr>
          <p:cNvSpPr/>
          <p:nvPr/>
        </p:nvSpPr>
        <p:spPr>
          <a:xfrm>
            <a:off x="4755885" y="3306237"/>
            <a:ext cx="70556" cy="7055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689C43EA-270B-BE83-1AA0-194D0C6A8DB7}"/>
              </a:ext>
            </a:extLst>
          </p:cNvPr>
          <p:cNvSpPr/>
          <p:nvPr/>
        </p:nvSpPr>
        <p:spPr>
          <a:xfrm>
            <a:off x="4317336" y="4523260"/>
            <a:ext cx="70556" cy="7055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9DEFE579-607C-3C4E-79F3-AC9B7FD09DEA}"/>
              </a:ext>
            </a:extLst>
          </p:cNvPr>
          <p:cNvSpPr/>
          <p:nvPr/>
        </p:nvSpPr>
        <p:spPr>
          <a:xfrm>
            <a:off x="3254102" y="4402578"/>
            <a:ext cx="70556" cy="7055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2E8AFDB4-4FB8-AF5C-0B39-E27F23BB52BB}"/>
                  </a:ext>
                </a:extLst>
              </p:cNvPr>
              <p:cNvSpPr txBox="1"/>
              <p:nvPr/>
            </p:nvSpPr>
            <p:spPr>
              <a:xfrm>
                <a:off x="3118972" y="342699"/>
                <a:ext cx="86212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2E8AFDB4-4FB8-AF5C-0B39-E27F23BB5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972" y="342699"/>
                <a:ext cx="862120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7C13D153-5581-160A-95B7-87757AE01649}"/>
                  </a:ext>
                </a:extLst>
              </p:cNvPr>
              <p:cNvSpPr txBox="1"/>
              <p:nvPr/>
            </p:nvSpPr>
            <p:spPr>
              <a:xfrm>
                <a:off x="5501249" y="393442"/>
                <a:ext cx="73478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7C13D153-5581-160A-95B7-87757AE016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1249" y="393442"/>
                <a:ext cx="734784" cy="307777"/>
              </a:xfrm>
              <a:prstGeom prst="rect">
                <a:avLst/>
              </a:prstGeom>
              <a:blipFill>
                <a:blip r:embed="rId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5658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177" y="374795"/>
            <a:ext cx="7957442" cy="619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72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m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179" y="1908076"/>
            <a:ext cx="8144789" cy="205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814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628922" y="137191"/>
            <a:ext cx="928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Time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9202531" y="5296169"/>
            <a:ext cx="164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Space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891307" y="5546538"/>
            <a:ext cx="135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Observer</a:t>
            </a:r>
            <a:r>
              <a:rPr lang="pt-BR" dirty="0"/>
              <a:t> 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7336937" y="5546538"/>
            <a:ext cx="164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Observer</a:t>
            </a:r>
            <a:r>
              <a:rPr lang="pt-BR" dirty="0"/>
              <a:t> B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486298" y="244913"/>
            <a:ext cx="2095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/>
              <a:t>Timelike</a:t>
            </a:r>
            <a:r>
              <a:rPr lang="pt-BR" sz="1400" dirty="0"/>
              <a:t> World </a:t>
            </a:r>
            <a:r>
              <a:rPr lang="pt-BR" sz="1400" dirty="0" err="1"/>
              <a:t>line</a:t>
            </a:r>
            <a:r>
              <a:rPr lang="pt-BR" sz="1400" dirty="0"/>
              <a:t> </a:t>
            </a:r>
          </a:p>
          <a:p>
            <a:pPr algn="ctr"/>
            <a:r>
              <a:rPr lang="pt-BR" sz="1400" dirty="0"/>
              <a:t>for observer 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5960649" y="3410942"/>
            <a:ext cx="1075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/>
              <a:t>spaceship</a:t>
            </a:r>
            <a:r>
              <a:rPr lang="pt-BR" sz="1400" dirty="0"/>
              <a:t> </a:t>
            </a:r>
          </a:p>
          <a:p>
            <a:pPr algn="ctr"/>
            <a:r>
              <a:rPr lang="pt-BR" sz="1400" dirty="0"/>
              <a:t>world </a:t>
            </a:r>
            <a:r>
              <a:rPr lang="pt-BR" sz="1400" dirty="0" err="1"/>
              <a:t>line</a:t>
            </a:r>
            <a:endParaRPr lang="pt-BR" sz="1400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6070914" y="6179301"/>
            <a:ext cx="633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D</a:t>
            </a:r>
          </a:p>
        </p:txBody>
      </p:sp>
      <p:cxnSp>
        <p:nvCxnSpPr>
          <p:cNvPr id="4" name="Conector de seta reta 3"/>
          <p:cNvCxnSpPr/>
          <p:nvPr/>
        </p:nvCxnSpPr>
        <p:spPr>
          <a:xfrm flipV="1">
            <a:off x="2557120" y="244913"/>
            <a:ext cx="0" cy="50512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>
            <a:off x="2557120" y="5296169"/>
            <a:ext cx="7744691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 flipV="1">
            <a:off x="4532148" y="807296"/>
            <a:ext cx="0" cy="482138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 flipV="1">
            <a:off x="8159117" y="807296"/>
            <a:ext cx="0" cy="482138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44" idx="2"/>
          </p:cNvCxnSpPr>
          <p:nvPr/>
        </p:nvCxnSpPr>
        <p:spPr>
          <a:xfrm flipV="1">
            <a:off x="5127892" y="1125951"/>
            <a:ext cx="3031225" cy="253734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riângulo isósceles 43"/>
          <p:cNvSpPr/>
          <p:nvPr/>
        </p:nvSpPr>
        <p:spPr>
          <a:xfrm rot="10800000">
            <a:off x="3936401" y="3663299"/>
            <a:ext cx="1191491" cy="51357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Triângulo isósceles 47"/>
          <p:cNvSpPr/>
          <p:nvPr/>
        </p:nvSpPr>
        <p:spPr>
          <a:xfrm>
            <a:off x="3936402" y="4160097"/>
            <a:ext cx="1191491" cy="51357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/>
          <p:cNvSpPr/>
          <p:nvPr/>
        </p:nvSpPr>
        <p:spPr>
          <a:xfrm>
            <a:off x="8078827" y="1058095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/>
          <p:cNvSpPr/>
          <p:nvPr/>
        </p:nvSpPr>
        <p:spPr>
          <a:xfrm>
            <a:off x="4461400" y="408809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Forma livre 50"/>
          <p:cNvSpPr/>
          <p:nvPr/>
        </p:nvSpPr>
        <p:spPr>
          <a:xfrm>
            <a:off x="4579884" y="1112096"/>
            <a:ext cx="3574472" cy="3048000"/>
          </a:xfrm>
          <a:custGeom>
            <a:avLst/>
            <a:gdLst>
              <a:gd name="connsiteX0" fmla="*/ 0 w 3574472"/>
              <a:gd name="connsiteY0" fmla="*/ 3048000 h 3048000"/>
              <a:gd name="connsiteX1" fmla="*/ 1080654 w 3574472"/>
              <a:gd name="connsiteY1" fmla="*/ 2438400 h 3048000"/>
              <a:gd name="connsiteX2" fmla="*/ 2244436 w 3574472"/>
              <a:gd name="connsiteY2" fmla="*/ 2036618 h 3048000"/>
              <a:gd name="connsiteX3" fmla="*/ 3574472 w 3574472"/>
              <a:gd name="connsiteY3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4472" h="3048000">
                <a:moveTo>
                  <a:pt x="0" y="3048000"/>
                </a:moveTo>
                <a:cubicBezTo>
                  <a:pt x="353290" y="2827482"/>
                  <a:pt x="706581" y="2606964"/>
                  <a:pt x="1080654" y="2438400"/>
                </a:cubicBezTo>
                <a:cubicBezTo>
                  <a:pt x="1454727" y="2269836"/>
                  <a:pt x="1828800" y="2443018"/>
                  <a:pt x="2244436" y="2036618"/>
                </a:cubicBezTo>
                <a:cubicBezTo>
                  <a:pt x="2660072" y="1630218"/>
                  <a:pt x="3117272" y="815109"/>
                  <a:pt x="3574472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CaixaDeTexto 53"/>
          <p:cNvSpPr txBox="1"/>
          <p:nvPr/>
        </p:nvSpPr>
        <p:spPr>
          <a:xfrm rot="19204974">
            <a:off x="5160844" y="2373396"/>
            <a:ext cx="209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Light path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7174922" y="244913"/>
            <a:ext cx="2095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/>
              <a:t>Timelike</a:t>
            </a:r>
            <a:r>
              <a:rPr lang="pt-BR" sz="1400" dirty="0"/>
              <a:t> World </a:t>
            </a:r>
            <a:r>
              <a:rPr lang="pt-BR" sz="1400" dirty="0" err="1"/>
              <a:t>line</a:t>
            </a:r>
            <a:r>
              <a:rPr lang="pt-BR" sz="1400" dirty="0"/>
              <a:t> </a:t>
            </a:r>
          </a:p>
          <a:p>
            <a:pPr algn="ctr"/>
            <a:r>
              <a:rPr lang="pt-BR" sz="1400" dirty="0"/>
              <a:t>for </a:t>
            </a:r>
            <a:r>
              <a:rPr lang="pt-BR" sz="1400" dirty="0" err="1"/>
              <a:t>observer</a:t>
            </a:r>
            <a:r>
              <a:rPr lang="pt-BR" sz="1400" dirty="0"/>
              <a:t> B</a:t>
            </a:r>
          </a:p>
        </p:txBody>
      </p:sp>
      <p:cxnSp>
        <p:nvCxnSpPr>
          <p:cNvPr id="57" name="Conector reto 56"/>
          <p:cNvCxnSpPr/>
          <p:nvPr/>
        </p:nvCxnSpPr>
        <p:spPr>
          <a:xfrm>
            <a:off x="2557120" y="4160096"/>
            <a:ext cx="1985627" cy="934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/>
          <p:cNvCxnSpPr>
            <a:endCxn id="46" idx="2"/>
          </p:cNvCxnSpPr>
          <p:nvPr/>
        </p:nvCxnSpPr>
        <p:spPr>
          <a:xfrm>
            <a:off x="2557120" y="1130095"/>
            <a:ext cx="552170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/>
          <p:nvPr/>
        </p:nvCxnSpPr>
        <p:spPr>
          <a:xfrm>
            <a:off x="4591545" y="6234538"/>
            <a:ext cx="3617427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ixaDeTexto 66"/>
          <p:cNvSpPr txBox="1"/>
          <p:nvPr/>
        </p:nvSpPr>
        <p:spPr>
          <a:xfrm>
            <a:off x="1923149" y="3955219"/>
            <a:ext cx="633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T</a:t>
            </a:r>
            <a:r>
              <a:rPr lang="pt-BR" sz="2400" baseline="-25000" dirty="0"/>
              <a:t>1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1923149" y="899262"/>
            <a:ext cx="633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T</a:t>
            </a:r>
            <a:r>
              <a:rPr lang="pt-BR" sz="2400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93504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628922" y="137191"/>
            <a:ext cx="928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Time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9202531" y="5296169"/>
            <a:ext cx="164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Space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891307" y="5546538"/>
            <a:ext cx="135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Point A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7336937" y="5546538"/>
            <a:ext cx="164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Point B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486298" y="244913"/>
            <a:ext cx="2095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/>
              <a:t>Timelike</a:t>
            </a:r>
            <a:r>
              <a:rPr lang="pt-BR" sz="1400" dirty="0"/>
              <a:t> World </a:t>
            </a:r>
            <a:r>
              <a:rPr lang="pt-BR" sz="1400" dirty="0" err="1"/>
              <a:t>line</a:t>
            </a:r>
            <a:r>
              <a:rPr lang="pt-BR" sz="1400" dirty="0"/>
              <a:t> </a:t>
            </a:r>
          </a:p>
          <a:p>
            <a:pPr algn="ctr"/>
            <a:r>
              <a:rPr lang="pt-BR" sz="1400" dirty="0"/>
              <a:t>for Point 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5960649" y="3410942"/>
            <a:ext cx="1480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Material </a:t>
            </a:r>
            <a:r>
              <a:rPr lang="pt-BR" sz="1400" dirty="0" err="1"/>
              <a:t>particle</a:t>
            </a:r>
            <a:r>
              <a:rPr lang="pt-BR" sz="1400" dirty="0"/>
              <a:t> </a:t>
            </a:r>
          </a:p>
          <a:p>
            <a:pPr algn="ctr"/>
            <a:r>
              <a:rPr lang="pt-BR" sz="1400" dirty="0"/>
              <a:t>world </a:t>
            </a:r>
            <a:r>
              <a:rPr lang="pt-BR" sz="1400" dirty="0" err="1"/>
              <a:t>line</a:t>
            </a:r>
            <a:endParaRPr lang="pt-BR" sz="1400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6070914" y="6179301"/>
            <a:ext cx="633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D</a:t>
            </a:r>
          </a:p>
        </p:txBody>
      </p:sp>
      <p:cxnSp>
        <p:nvCxnSpPr>
          <p:cNvPr id="4" name="Conector de seta reta 3"/>
          <p:cNvCxnSpPr/>
          <p:nvPr/>
        </p:nvCxnSpPr>
        <p:spPr>
          <a:xfrm flipV="1">
            <a:off x="2557120" y="244913"/>
            <a:ext cx="0" cy="50512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>
            <a:off x="2557120" y="5296169"/>
            <a:ext cx="7744691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/>
          <p:cNvCxnSpPr/>
          <p:nvPr/>
        </p:nvCxnSpPr>
        <p:spPr>
          <a:xfrm flipV="1">
            <a:off x="4532148" y="807296"/>
            <a:ext cx="0" cy="482138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/>
          <p:nvPr/>
        </p:nvCxnSpPr>
        <p:spPr>
          <a:xfrm flipV="1">
            <a:off x="8159117" y="807296"/>
            <a:ext cx="0" cy="482138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44" idx="2"/>
          </p:cNvCxnSpPr>
          <p:nvPr/>
        </p:nvCxnSpPr>
        <p:spPr>
          <a:xfrm flipV="1">
            <a:off x="5127892" y="1125951"/>
            <a:ext cx="3031225" cy="253734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riângulo isósceles 43"/>
          <p:cNvSpPr/>
          <p:nvPr/>
        </p:nvSpPr>
        <p:spPr>
          <a:xfrm rot="10800000">
            <a:off x="3936401" y="3663299"/>
            <a:ext cx="1191491" cy="51357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Triângulo isósceles 47"/>
          <p:cNvSpPr/>
          <p:nvPr/>
        </p:nvSpPr>
        <p:spPr>
          <a:xfrm>
            <a:off x="3936402" y="4160097"/>
            <a:ext cx="1191491" cy="51357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/>
          <p:cNvSpPr/>
          <p:nvPr/>
        </p:nvSpPr>
        <p:spPr>
          <a:xfrm>
            <a:off x="8078827" y="1058095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/>
          <p:cNvSpPr/>
          <p:nvPr/>
        </p:nvSpPr>
        <p:spPr>
          <a:xfrm>
            <a:off x="4461400" y="408809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Forma livre 50"/>
          <p:cNvSpPr/>
          <p:nvPr/>
        </p:nvSpPr>
        <p:spPr>
          <a:xfrm>
            <a:off x="4579884" y="1112096"/>
            <a:ext cx="3574472" cy="3048000"/>
          </a:xfrm>
          <a:custGeom>
            <a:avLst/>
            <a:gdLst>
              <a:gd name="connsiteX0" fmla="*/ 0 w 3574472"/>
              <a:gd name="connsiteY0" fmla="*/ 3048000 h 3048000"/>
              <a:gd name="connsiteX1" fmla="*/ 1080654 w 3574472"/>
              <a:gd name="connsiteY1" fmla="*/ 2438400 h 3048000"/>
              <a:gd name="connsiteX2" fmla="*/ 2244436 w 3574472"/>
              <a:gd name="connsiteY2" fmla="*/ 2036618 h 3048000"/>
              <a:gd name="connsiteX3" fmla="*/ 3574472 w 3574472"/>
              <a:gd name="connsiteY3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4472" h="3048000">
                <a:moveTo>
                  <a:pt x="0" y="3048000"/>
                </a:moveTo>
                <a:cubicBezTo>
                  <a:pt x="353290" y="2827482"/>
                  <a:pt x="706581" y="2606964"/>
                  <a:pt x="1080654" y="2438400"/>
                </a:cubicBezTo>
                <a:cubicBezTo>
                  <a:pt x="1454727" y="2269836"/>
                  <a:pt x="1828800" y="2443018"/>
                  <a:pt x="2244436" y="2036618"/>
                </a:cubicBezTo>
                <a:cubicBezTo>
                  <a:pt x="2660072" y="1630218"/>
                  <a:pt x="3117272" y="815109"/>
                  <a:pt x="3574472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CaixaDeTexto 53"/>
          <p:cNvSpPr txBox="1"/>
          <p:nvPr/>
        </p:nvSpPr>
        <p:spPr>
          <a:xfrm rot="19204974">
            <a:off x="5160844" y="2373396"/>
            <a:ext cx="209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Light path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7174922" y="244913"/>
            <a:ext cx="2095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/>
              <a:t>Timelike</a:t>
            </a:r>
            <a:r>
              <a:rPr lang="pt-BR" sz="1400" dirty="0"/>
              <a:t> World </a:t>
            </a:r>
            <a:r>
              <a:rPr lang="pt-BR" sz="1400" dirty="0" err="1"/>
              <a:t>line</a:t>
            </a:r>
            <a:r>
              <a:rPr lang="pt-BR" sz="1400" dirty="0"/>
              <a:t> </a:t>
            </a:r>
          </a:p>
          <a:p>
            <a:pPr algn="ctr"/>
            <a:r>
              <a:rPr lang="pt-BR" sz="1400" dirty="0"/>
              <a:t>for Point B</a:t>
            </a:r>
          </a:p>
        </p:txBody>
      </p:sp>
      <p:cxnSp>
        <p:nvCxnSpPr>
          <p:cNvPr id="57" name="Conector reto 56"/>
          <p:cNvCxnSpPr/>
          <p:nvPr/>
        </p:nvCxnSpPr>
        <p:spPr>
          <a:xfrm>
            <a:off x="2557120" y="4160096"/>
            <a:ext cx="1985627" cy="934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/>
          <p:cNvCxnSpPr>
            <a:endCxn id="46" idx="2"/>
          </p:cNvCxnSpPr>
          <p:nvPr/>
        </p:nvCxnSpPr>
        <p:spPr>
          <a:xfrm>
            <a:off x="2557120" y="1130095"/>
            <a:ext cx="552170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/>
          <p:cNvCxnSpPr/>
          <p:nvPr/>
        </p:nvCxnSpPr>
        <p:spPr>
          <a:xfrm>
            <a:off x="4591545" y="6234538"/>
            <a:ext cx="3617427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ixaDeTexto 66"/>
          <p:cNvSpPr txBox="1"/>
          <p:nvPr/>
        </p:nvSpPr>
        <p:spPr>
          <a:xfrm>
            <a:off x="1923149" y="3955219"/>
            <a:ext cx="633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T</a:t>
            </a:r>
            <a:r>
              <a:rPr lang="pt-BR" sz="2400" baseline="-25000" dirty="0"/>
              <a:t>1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1923149" y="899262"/>
            <a:ext cx="633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T</a:t>
            </a:r>
            <a:r>
              <a:rPr lang="pt-BR" sz="2400" baseline="-25000" dirty="0"/>
              <a:t>2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D03ED59-4A31-5900-DEBC-DB701CC4C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943695">
            <a:off x="6598214" y="2695566"/>
            <a:ext cx="720290" cy="60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213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47E0299-4934-02DE-651B-D35B8DB92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825" y="576262"/>
            <a:ext cx="7875873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494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8C659-D3D4-B65B-E11E-0DF9E4453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3068D89-BCD7-545D-5339-03E97F93B92B}"/>
              </a:ext>
            </a:extLst>
          </p:cNvPr>
          <p:cNvSpPr txBox="1"/>
          <p:nvPr/>
        </p:nvSpPr>
        <p:spPr>
          <a:xfrm>
            <a:off x="1628922" y="137191"/>
            <a:ext cx="928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Time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35DB87B-AE24-0D47-3DE2-B52BFE3155D2}"/>
              </a:ext>
            </a:extLst>
          </p:cNvPr>
          <p:cNvSpPr txBox="1"/>
          <p:nvPr/>
        </p:nvSpPr>
        <p:spPr>
          <a:xfrm>
            <a:off x="9202531" y="5296169"/>
            <a:ext cx="164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Space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90A7F7E-B1D7-33E1-AAE6-3B69FC312A94}"/>
              </a:ext>
            </a:extLst>
          </p:cNvPr>
          <p:cNvSpPr txBox="1"/>
          <p:nvPr/>
        </p:nvSpPr>
        <p:spPr>
          <a:xfrm>
            <a:off x="3891307" y="5546538"/>
            <a:ext cx="1358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Point 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73ADB9F-E951-BFC3-9F7E-54B73EA2F986}"/>
              </a:ext>
            </a:extLst>
          </p:cNvPr>
          <p:cNvSpPr txBox="1"/>
          <p:nvPr/>
        </p:nvSpPr>
        <p:spPr>
          <a:xfrm>
            <a:off x="7336937" y="5546538"/>
            <a:ext cx="1644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Point B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E64706D-B6FA-D74D-CB80-8AD720FFD2A2}"/>
              </a:ext>
            </a:extLst>
          </p:cNvPr>
          <p:cNvSpPr txBox="1"/>
          <p:nvPr/>
        </p:nvSpPr>
        <p:spPr>
          <a:xfrm>
            <a:off x="3486298" y="244913"/>
            <a:ext cx="2095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/>
              <a:t>Timelike</a:t>
            </a:r>
            <a:r>
              <a:rPr lang="pt-BR" sz="1400" dirty="0"/>
              <a:t> World </a:t>
            </a:r>
            <a:r>
              <a:rPr lang="pt-BR" sz="1400" dirty="0" err="1"/>
              <a:t>line</a:t>
            </a:r>
            <a:r>
              <a:rPr lang="pt-BR" sz="1400" dirty="0"/>
              <a:t> </a:t>
            </a:r>
          </a:p>
          <a:p>
            <a:pPr algn="ctr"/>
            <a:r>
              <a:rPr lang="pt-BR" sz="1400" dirty="0"/>
              <a:t>for Point 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6E9A9C2-B89E-2076-597C-A741D8DB99D0}"/>
              </a:ext>
            </a:extLst>
          </p:cNvPr>
          <p:cNvSpPr txBox="1"/>
          <p:nvPr/>
        </p:nvSpPr>
        <p:spPr>
          <a:xfrm>
            <a:off x="5971467" y="3660345"/>
            <a:ext cx="1480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Material </a:t>
            </a:r>
            <a:r>
              <a:rPr lang="pt-BR" sz="1400" dirty="0" err="1"/>
              <a:t>particle</a:t>
            </a:r>
            <a:r>
              <a:rPr lang="pt-BR" sz="1400" dirty="0"/>
              <a:t> </a:t>
            </a:r>
          </a:p>
          <a:p>
            <a:pPr algn="ctr"/>
            <a:r>
              <a:rPr lang="pt-BR" sz="1400" dirty="0"/>
              <a:t>world </a:t>
            </a:r>
            <a:r>
              <a:rPr lang="pt-BR" sz="1400" dirty="0" err="1"/>
              <a:t>line</a:t>
            </a:r>
            <a:endParaRPr lang="pt-BR" sz="14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8C1554F-4F5A-60F1-B8A2-9EE703BCC127}"/>
              </a:ext>
            </a:extLst>
          </p:cNvPr>
          <p:cNvSpPr txBox="1"/>
          <p:nvPr/>
        </p:nvSpPr>
        <p:spPr>
          <a:xfrm>
            <a:off x="6070914" y="6179301"/>
            <a:ext cx="633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D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5DE88E2C-ACF2-E097-B905-0022C8738609}"/>
              </a:ext>
            </a:extLst>
          </p:cNvPr>
          <p:cNvCxnSpPr/>
          <p:nvPr/>
        </p:nvCxnSpPr>
        <p:spPr>
          <a:xfrm flipV="1">
            <a:off x="2557120" y="244913"/>
            <a:ext cx="0" cy="5051257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0D06706E-BB46-209C-16E5-D552F690FC20}"/>
              </a:ext>
            </a:extLst>
          </p:cNvPr>
          <p:cNvCxnSpPr/>
          <p:nvPr/>
        </p:nvCxnSpPr>
        <p:spPr>
          <a:xfrm>
            <a:off x="2557120" y="5296169"/>
            <a:ext cx="7744691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5CBDE977-874B-6657-7EBA-5D211038599D}"/>
              </a:ext>
            </a:extLst>
          </p:cNvPr>
          <p:cNvCxnSpPr/>
          <p:nvPr/>
        </p:nvCxnSpPr>
        <p:spPr>
          <a:xfrm flipV="1">
            <a:off x="4532148" y="807296"/>
            <a:ext cx="0" cy="482138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5D16221D-21B5-E9CF-F6A7-B9A34160FBF2}"/>
              </a:ext>
            </a:extLst>
          </p:cNvPr>
          <p:cNvCxnSpPr/>
          <p:nvPr/>
        </p:nvCxnSpPr>
        <p:spPr>
          <a:xfrm flipV="1">
            <a:off x="8159117" y="807296"/>
            <a:ext cx="0" cy="482138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1207949-49EE-0EA0-69D9-8294C8BDC50D}"/>
              </a:ext>
            </a:extLst>
          </p:cNvPr>
          <p:cNvCxnSpPr>
            <a:stCxn id="44" idx="2"/>
          </p:cNvCxnSpPr>
          <p:nvPr/>
        </p:nvCxnSpPr>
        <p:spPr>
          <a:xfrm flipV="1">
            <a:off x="5127892" y="1125951"/>
            <a:ext cx="3031225" cy="253734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riângulo isósceles 43">
            <a:extLst>
              <a:ext uri="{FF2B5EF4-FFF2-40B4-BE49-F238E27FC236}">
                <a16:creationId xmlns:a16="http://schemas.microsoft.com/office/drawing/2014/main" id="{526922B5-6F33-2243-A3E4-8DBF9E5D8BDF}"/>
              </a:ext>
            </a:extLst>
          </p:cNvPr>
          <p:cNvSpPr/>
          <p:nvPr/>
        </p:nvSpPr>
        <p:spPr>
          <a:xfrm rot="10800000">
            <a:off x="3936401" y="3663299"/>
            <a:ext cx="1191491" cy="51357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Triângulo isósceles 47">
            <a:extLst>
              <a:ext uri="{FF2B5EF4-FFF2-40B4-BE49-F238E27FC236}">
                <a16:creationId xmlns:a16="http://schemas.microsoft.com/office/drawing/2014/main" id="{B2CBEB62-7A37-998C-55A1-D45515B06D82}"/>
              </a:ext>
            </a:extLst>
          </p:cNvPr>
          <p:cNvSpPr/>
          <p:nvPr/>
        </p:nvSpPr>
        <p:spPr>
          <a:xfrm>
            <a:off x="3936402" y="4160097"/>
            <a:ext cx="1191491" cy="513574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05681A78-8A32-518C-62E1-51895C25DBDB}"/>
              </a:ext>
            </a:extLst>
          </p:cNvPr>
          <p:cNvSpPr/>
          <p:nvPr/>
        </p:nvSpPr>
        <p:spPr>
          <a:xfrm>
            <a:off x="8078827" y="1058095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23F4C465-51DF-AA52-09AD-5870C461869D}"/>
              </a:ext>
            </a:extLst>
          </p:cNvPr>
          <p:cNvSpPr/>
          <p:nvPr/>
        </p:nvSpPr>
        <p:spPr>
          <a:xfrm>
            <a:off x="4461400" y="4088097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Forma livre 50">
            <a:extLst>
              <a:ext uri="{FF2B5EF4-FFF2-40B4-BE49-F238E27FC236}">
                <a16:creationId xmlns:a16="http://schemas.microsoft.com/office/drawing/2014/main" id="{8F47834B-45E2-2788-33D5-87D48C74DD10}"/>
              </a:ext>
            </a:extLst>
          </p:cNvPr>
          <p:cNvSpPr/>
          <p:nvPr/>
        </p:nvSpPr>
        <p:spPr>
          <a:xfrm>
            <a:off x="4579883" y="1852636"/>
            <a:ext cx="3579225" cy="2307460"/>
          </a:xfrm>
          <a:custGeom>
            <a:avLst/>
            <a:gdLst>
              <a:gd name="connsiteX0" fmla="*/ 0 w 3574472"/>
              <a:gd name="connsiteY0" fmla="*/ 3048000 h 3048000"/>
              <a:gd name="connsiteX1" fmla="*/ 1080654 w 3574472"/>
              <a:gd name="connsiteY1" fmla="*/ 2438400 h 3048000"/>
              <a:gd name="connsiteX2" fmla="*/ 2244436 w 3574472"/>
              <a:gd name="connsiteY2" fmla="*/ 2036618 h 3048000"/>
              <a:gd name="connsiteX3" fmla="*/ 3574472 w 3574472"/>
              <a:gd name="connsiteY3" fmla="*/ 0 h 304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4472" h="3048000">
                <a:moveTo>
                  <a:pt x="0" y="3048000"/>
                </a:moveTo>
                <a:cubicBezTo>
                  <a:pt x="353290" y="2827482"/>
                  <a:pt x="706581" y="2606964"/>
                  <a:pt x="1080654" y="2438400"/>
                </a:cubicBezTo>
                <a:cubicBezTo>
                  <a:pt x="1454727" y="2269836"/>
                  <a:pt x="1828800" y="2443018"/>
                  <a:pt x="2244436" y="2036618"/>
                </a:cubicBezTo>
                <a:cubicBezTo>
                  <a:pt x="2660072" y="1630218"/>
                  <a:pt x="3117272" y="815109"/>
                  <a:pt x="3574472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ACE71659-BB0B-E052-5669-D2E2261BFA0A}"/>
              </a:ext>
            </a:extLst>
          </p:cNvPr>
          <p:cNvSpPr txBox="1"/>
          <p:nvPr/>
        </p:nvSpPr>
        <p:spPr>
          <a:xfrm rot="19204974">
            <a:off x="5160844" y="2373396"/>
            <a:ext cx="2095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Light path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7E49D343-C4E8-A972-31E9-AA843BFD716C}"/>
              </a:ext>
            </a:extLst>
          </p:cNvPr>
          <p:cNvSpPr txBox="1"/>
          <p:nvPr/>
        </p:nvSpPr>
        <p:spPr>
          <a:xfrm>
            <a:off x="7174922" y="244913"/>
            <a:ext cx="2095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 err="1"/>
              <a:t>Timelike</a:t>
            </a:r>
            <a:r>
              <a:rPr lang="pt-BR" sz="1400" dirty="0"/>
              <a:t> World </a:t>
            </a:r>
            <a:r>
              <a:rPr lang="pt-BR" sz="1400" dirty="0" err="1"/>
              <a:t>line</a:t>
            </a:r>
            <a:r>
              <a:rPr lang="pt-BR" sz="1400" dirty="0"/>
              <a:t> </a:t>
            </a:r>
          </a:p>
          <a:p>
            <a:pPr algn="ctr"/>
            <a:r>
              <a:rPr lang="pt-BR" sz="1400" dirty="0"/>
              <a:t>for Point B</a:t>
            </a:r>
          </a:p>
        </p:txBody>
      </p: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85F57B61-57D4-3EF1-537F-24B3DF08C42E}"/>
              </a:ext>
            </a:extLst>
          </p:cNvPr>
          <p:cNvCxnSpPr/>
          <p:nvPr/>
        </p:nvCxnSpPr>
        <p:spPr>
          <a:xfrm>
            <a:off x="2557120" y="4160096"/>
            <a:ext cx="1985627" cy="934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4F0DCBDD-E067-59D7-B427-E9F404220278}"/>
              </a:ext>
            </a:extLst>
          </p:cNvPr>
          <p:cNvCxnSpPr>
            <a:endCxn id="46" idx="2"/>
          </p:cNvCxnSpPr>
          <p:nvPr/>
        </p:nvCxnSpPr>
        <p:spPr>
          <a:xfrm>
            <a:off x="2557120" y="1130095"/>
            <a:ext cx="552170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791C6203-088B-F6C0-4514-D1864049FE7F}"/>
              </a:ext>
            </a:extLst>
          </p:cNvPr>
          <p:cNvCxnSpPr/>
          <p:nvPr/>
        </p:nvCxnSpPr>
        <p:spPr>
          <a:xfrm>
            <a:off x="4591545" y="6234538"/>
            <a:ext cx="3617427" cy="0"/>
          </a:xfrm>
          <a:prstGeom prst="straightConnector1">
            <a:avLst/>
          </a:prstGeom>
          <a:ln w="285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E6419C9F-D6E4-387F-593C-8AF8AF8C14CB}"/>
              </a:ext>
            </a:extLst>
          </p:cNvPr>
          <p:cNvSpPr txBox="1"/>
          <p:nvPr/>
        </p:nvSpPr>
        <p:spPr>
          <a:xfrm>
            <a:off x="1923149" y="3955219"/>
            <a:ext cx="633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T</a:t>
            </a:r>
            <a:r>
              <a:rPr lang="pt-BR" sz="2400" baseline="-25000" dirty="0"/>
              <a:t>1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4714CD13-9885-B420-1A21-AA34F98C5404}"/>
              </a:ext>
            </a:extLst>
          </p:cNvPr>
          <p:cNvSpPr txBox="1"/>
          <p:nvPr/>
        </p:nvSpPr>
        <p:spPr>
          <a:xfrm>
            <a:off x="1923149" y="899262"/>
            <a:ext cx="633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T</a:t>
            </a:r>
            <a:r>
              <a:rPr lang="pt-BR" sz="2400" baseline="-25000" dirty="0"/>
              <a:t>3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416FF02-6464-2AD2-E4CA-023145E70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943695">
            <a:off x="6883434" y="2720200"/>
            <a:ext cx="720290" cy="602034"/>
          </a:xfrm>
          <a:prstGeom prst="rect">
            <a:avLst/>
          </a:prstGeom>
        </p:spPr>
      </p:pic>
      <p:sp>
        <p:nvSpPr>
          <p:cNvPr id="3" name="Elipse 2">
            <a:extLst>
              <a:ext uri="{FF2B5EF4-FFF2-40B4-BE49-F238E27FC236}">
                <a16:creationId xmlns:a16="http://schemas.microsoft.com/office/drawing/2014/main" id="{7358524A-0FAB-77EE-2F75-A8FFF1046EEC}"/>
              </a:ext>
            </a:extLst>
          </p:cNvPr>
          <p:cNvSpPr/>
          <p:nvPr/>
        </p:nvSpPr>
        <p:spPr>
          <a:xfrm>
            <a:off x="8102472" y="1793585"/>
            <a:ext cx="144000" cy="14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84F6FD8-86A2-6096-21EB-626221C3DDA7}"/>
              </a:ext>
            </a:extLst>
          </p:cNvPr>
          <p:cNvCxnSpPr/>
          <p:nvPr/>
        </p:nvCxnSpPr>
        <p:spPr>
          <a:xfrm>
            <a:off x="2557120" y="1883274"/>
            <a:ext cx="5521707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D55E8DE-03D7-BE19-78F7-145A64AB9587}"/>
              </a:ext>
            </a:extLst>
          </p:cNvPr>
          <p:cNvSpPr txBox="1"/>
          <p:nvPr/>
        </p:nvSpPr>
        <p:spPr>
          <a:xfrm>
            <a:off x="1923149" y="1619127"/>
            <a:ext cx="633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T</a:t>
            </a:r>
            <a:r>
              <a:rPr lang="pt-BR" sz="2400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68447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16406"/>
            <a:ext cx="5076825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 descr="Imagem relacionad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176" y="4620058"/>
            <a:ext cx="1133475" cy="1143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8" name="Retângulo 2047"/>
          <p:cNvSpPr/>
          <p:nvPr/>
        </p:nvSpPr>
        <p:spPr>
          <a:xfrm>
            <a:off x="5624946" y="720436"/>
            <a:ext cx="5576070" cy="53478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56" name="Conector reto 2055"/>
          <p:cNvCxnSpPr/>
          <p:nvPr/>
        </p:nvCxnSpPr>
        <p:spPr>
          <a:xfrm flipV="1">
            <a:off x="5624945" y="2074988"/>
            <a:ext cx="5576070" cy="28225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987" y="867786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2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059" y="867786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277" y="867786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4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640" y="867786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10189440" y="867786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987" y="1730501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059" y="1730501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277" y="1730501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2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987" y="5281615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059" y="5281615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4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277" y="5281615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640" y="5281615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6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440" y="5281615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9067990" y="1758211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9" name="Conector reto 78"/>
          <p:cNvCxnSpPr/>
          <p:nvPr/>
        </p:nvCxnSpPr>
        <p:spPr>
          <a:xfrm flipV="1">
            <a:off x="2687782" y="720437"/>
            <a:ext cx="2937163" cy="43226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/>
          <p:cNvCxnSpPr/>
          <p:nvPr/>
        </p:nvCxnSpPr>
        <p:spPr>
          <a:xfrm>
            <a:off x="2687782" y="5043055"/>
            <a:ext cx="2937164" cy="10252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5579103" y="4347177"/>
            <a:ext cx="727324" cy="555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6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6655682" y="3997757"/>
            <a:ext cx="378135" cy="52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7243975" y="3452997"/>
            <a:ext cx="378135" cy="52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7444970" y="3997755"/>
            <a:ext cx="378135" cy="52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8116183" y="3677992"/>
            <a:ext cx="378135" cy="52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7985088" y="3038461"/>
            <a:ext cx="378135" cy="52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8933572" y="3219922"/>
            <a:ext cx="378135" cy="52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9890497" y="2957797"/>
            <a:ext cx="378135" cy="52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10472441" y="2540182"/>
            <a:ext cx="378135" cy="52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4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8567033" y="2813466"/>
            <a:ext cx="378135" cy="52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9308554" y="2478109"/>
            <a:ext cx="378135" cy="52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6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7444971" y="2679561"/>
            <a:ext cx="378135" cy="52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6759592" y="3000435"/>
            <a:ext cx="378135" cy="52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6017770" y="3597326"/>
            <a:ext cx="378135" cy="52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6759592" y="4592062"/>
            <a:ext cx="378135" cy="52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0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987" y="2610094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277" y="4369091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2640" y="4369091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440" y="4369091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440" y="3473850"/>
            <a:ext cx="901700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67089">
            <a:off x="9288917" y="3638663"/>
            <a:ext cx="610728" cy="51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6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5323">
            <a:off x="10290927" y="1844392"/>
            <a:ext cx="505759" cy="522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5916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aixaDeTexto 24"/>
          <p:cNvSpPr txBox="1"/>
          <p:nvPr/>
        </p:nvSpPr>
        <p:spPr>
          <a:xfrm>
            <a:off x="3451919" y="2782859"/>
            <a:ext cx="92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(</a:t>
            </a:r>
            <a:r>
              <a:rPr lang="pt-BR" dirty="0" err="1"/>
              <a:t>x,y,z</a:t>
            </a:r>
            <a:r>
              <a:rPr lang="pt-BR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/>
              <p:cNvSpPr txBox="1"/>
              <p:nvPr/>
            </p:nvSpPr>
            <p:spPr>
              <a:xfrm>
                <a:off x="4612796" y="2612636"/>
                <a:ext cx="7087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1" i="0" smtClean="0">
                              <a:latin typeface="Cambria Math"/>
                            </a:rPr>
                            <m:t>𝐫</m:t>
                          </m:r>
                        </m:e>
                        <m:sub>
                          <m:r>
                            <a:rPr lang="pt-BR" b="1" i="0" smtClean="0">
                              <a:latin typeface="Cambria Math"/>
                            </a:rPr>
                            <m:t>𝐬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(</m:t>
                      </m:r>
                      <m:r>
                        <a:rPr lang="pt-BR" b="0" i="1" smtClean="0">
                          <a:latin typeface="Cambria Math"/>
                        </a:rPr>
                        <m:t>𝑡</m:t>
                      </m:r>
                      <m:r>
                        <a:rPr lang="pt-BR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CaixaDeTexto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2796" y="2612636"/>
                <a:ext cx="708784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CaixaDeTexto 25"/>
          <p:cNvSpPr txBox="1"/>
          <p:nvPr/>
        </p:nvSpPr>
        <p:spPr>
          <a:xfrm>
            <a:off x="7650426" y="1562653"/>
            <a:ext cx="34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60947-88CB-54B8-2ADB-3E5643954DAA}"/>
              </a:ext>
            </a:extLst>
          </p:cNvPr>
          <p:cNvSpPr/>
          <p:nvPr/>
        </p:nvSpPr>
        <p:spPr>
          <a:xfrm>
            <a:off x="5645809" y="1562653"/>
            <a:ext cx="2414012" cy="24140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D4AA0CC-C99E-8D74-AE58-D6B4AF9ABFFB}"/>
              </a:ext>
            </a:extLst>
          </p:cNvPr>
          <p:cNvSpPr/>
          <p:nvPr/>
        </p:nvSpPr>
        <p:spPr>
          <a:xfrm>
            <a:off x="6301527" y="1562653"/>
            <a:ext cx="1102576" cy="2414012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20E1205-FEB4-52FA-3D37-3A4BDD24BA08}"/>
              </a:ext>
            </a:extLst>
          </p:cNvPr>
          <p:cNvSpPr/>
          <p:nvPr/>
        </p:nvSpPr>
        <p:spPr>
          <a:xfrm rot="16200000">
            <a:off x="6301527" y="1629120"/>
            <a:ext cx="1102576" cy="2414012"/>
          </a:xfrm>
          <a:prstGeom prst="ellipse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Elipse 16">
            <a:extLst>
              <a:ext uri="{FF2B5EF4-FFF2-40B4-BE49-F238E27FC236}">
                <a16:creationId xmlns:a16="http://schemas.microsoft.com/office/drawing/2014/main" id="{CB5F1986-9C9E-EA35-40BB-415ECF1EE45F}"/>
              </a:ext>
            </a:extLst>
          </p:cNvPr>
          <p:cNvSpPr/>
          <p:nvPr/>
        </p:nvSpPr>
        <p:spPr>
          <a:xfrm>
            <a:off x="6790513" y="2697225"/>
            <a:ext cx="124604" cy="1389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7" name="Conector de seta reta 3">
            <a:extLst>
              <a:ext uri="{FF2B5EF4-FFF2-40B4-BE49-F238E27FC236}">
                <a16:creationId xmlns:a16="http://schemas.microsoft.com/office/drawing/2014/main" id="{35E76F9D-D42B-1C4D-DC3C-02434A699BBC}"/>
              </a:ext>
            </a:extLst>
          </p:cNvPr>
          <p:cNvCxnSpPr>
            <a:cxnSpLocks/>
          </p:cNvCxnSpPr>
          <p:nvPr/>
        </p:nvCxnSpPr>
        <p:spPr>
          <a:xfrm flipV="1">
            <a:off x="2473778" y="2537746"/>
            <a:ext cx="7536" cy="214713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3">
            <a:extLst>
              <a:ext uri="{FF2B5EF4-FFF2-40B4-BE49-F238E27FC236}">
                <a16:creationId xmlns:a16="http://schemas.microsoft.com/office/drawing/2014/main" id="{4DE0C561-A9AB-78FD-594E-2B1425C1C12C}"/>
              </a:ext>
            </a:extLst>
          </p:cNvPr>
          <p:cNvCxnSpPr>
            <a:cxnSpLocks/>
          </p:cNvCxnSpPr>
          <p:nvPr/>
        </p:nvCxnSpPr>
        <p:spPr>
          <a:xfrm flipV="1">
            <a:off x="2473778" y="4692115"/>
            <a:ext cx="5230257" cy="32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3">
            <a:extLst>
              <a:ext uri="{FF2B5EF4-FFF2-40B4-BE49-F238E27FC236}">
                <a16:creationId xmlns:a16="http://schemas.microsoft.com/office/drawing/2014/main" id="{F452F9B8-AA81-47FD-4DA4-E13CB6AB5631}"/>
              </a:ext>
            </a:extLst>
          </p:cNvPr>
          <p:cNvCxnSpPr>
            <a:cxnSpLocks/>
          </p:cNvCxnSpPr>
          <p:nvPr/>
        </p:nvCxnSpPr>
        <p:spPr>
          <a:xfrm flipH="1">
            <a:off x="1005095" y="4678308"/>
            <a:ext cx="1476219" cy="1733839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4">
            <a:extLst>
              <a:ext uri="{FF2B5EF4-FFF2-40B4-BE49-F238E27FC236}">
                <a16:creationId xmlns:a16="http://schemas.microsoft.com/office/drawing/2014/main" id="{B92A62BC-9D93-2020-2DB0-FCA6DBFFEF31}"/>
              </a:ext>
            </a:extLst>
          </p:cNvPr>
          <p:cNvSpPr txBox="1"/>
          <p:nvPr/>
        </p:nvSpPr>
        <p:spPr>
          <a:xfrm>
            <a:off x="1556732" y="3712243"/>
            <a:ext cx="924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(0,0,0)</a:t>
            </a:r>
          </a:p>
        </p:txBody>
      </p:sp>
      <p:sp>
        <p:nvSpPr>
          <p:cNvPr id="33" name="CaixaDeTexto 24">
            <a:extLst>
              <a:ext uri="{FF2B5EF4-FFF2-40B4-BE49-F238E27FC236}">
                <a16:creationId xmlns:a16="http://schemas.microsoft.com/office/drawing/2014/main" id="{EDA3EAB7-ACB0-0774-4D08-AAA2DF8D81AC}"/>
              </a:ext>
            </a:extLst>
          </p:cNvPr>
          <p:cNvSpPr txBox="1"/>
          <p:nvPr/>
        </p:nvSpPr>
        <p:spPr>
          <a:xfrm>
            <a:off x="6338250" y="2885235"/>
            <a:ext cx="1065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(</a:t>
            </a:r>
            <a:r>
              <a:rPr lang="pt-BR" dirty="0" err="1"/>
              <a:t>x</a:t>
            </a:r>
            <a:r>
              <a:rPr lang="pt-BR" baseline="-25000" dirty="0" err="1"/>
              <a:t>s</a:t>
            </a:r>
            <a:r>
              <a:rPr lang="pt-BR" dirty="0"/>
              <a:t>, </a:t>
            </a:r>
            <a:r>
              <a:rPr lang="pt-BR" dirty="0" err="1"/>
              <a:t>y</a:t>
            </a:r>
            <a:r>
              <a:rPr lang="pt-BR" baseline="-25000" dirty="0" err="1"/>
              <a:t>s</a:t>
            </a:r>
            <a:r>
              <a:rPr lang="pt-BR" dirty="0"/>
              <a:t>, </a:t>
            </a:r>
            <a:r>
              <a:rPr lang="pt-BR" dirty="0" err="1"/>
              <a:t>z</a:t>
            </a:r>
            <a:r>
              <a:rPr lang="pt-BR" baseline="-25000" dirty="0" err="1"/>
              <a:t>s</a:t>
            </a:r>
            <a:r>
              <a:rPr lang="pt-BR" dirty="0"/>
              <a:t>)</a:t>
            </a:r>
          </a:p>
        </p:txBody>
      </p:sp>
      <p:cxnSp>
        <p:nvCxnSpPr>
          <p:cNvPr id="34" name="Conector de seta reta 3">
            <a:extLst>
              <a:ext uri="{FF2B5EF4-FFF2-40B4-BE49-F238E27FC236}">
                <a16:creationId xmlns:a16="http://schemas.microsoft.com/office/drawing/2014/main" id="{BF1098D7-CF43-255D-A269-16B3BE9530AF}"/>
              </a:ext>
            </a:extLst>
          </p:cNvPr>
          <p:cNvCxnSpPr>
            <a:cxnSpLocks/>
          </p:cNvCxnSpPr>
          <p:nvPr/>
        </p:nvCxnSpPr>
        <p:spPr>
          <a:xfrm flipV="1">
            <a:off x="2483915" y="2815784"/>
            <a:ext cx="4264548" cy="1862524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">
            <a:extLst>
              <a:ext uri="{FF2B5EF4-FFF2-40B4-BE49-F238E27FC236}">
                <a16:creationId xmlns:a16="http://schemas.microsoft.com/office/drawing/2014/main" id="{159D7FE4-BD67-F628-7A8C-FE7141A1284E}"/>
              </a:ext>
            </a:extLst>
          </p:cNvPr>
          <p:cNvCxnSpPr>
            <a:cxnSpLocks/>
          </p:cNvCxnSpPr>
          <p:nvPr/>
        </p:nvCxnSpPr>
        <p:spPr>
          <a:xfrm flipV="1">
            <a:off x="2483915" y="3248759"/>
            <a:ext cx="1364185" cy="1436119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ipse 16">
            <a:extLst>
              <a:ext uri="{FF2B5EF4-FFF2-40B4-BE49-F238E27FC236}">
                <a16:creationId xmlns:a16="http://schemas.microsoft.com/office/drawing/2014/main" id="{B9FD402A-1187-845C-5A25-1757A563A422}"/>
              </a:ext>
            </a:extLst>
          </p:cNvPr>
          <p:cNvSpPr/>
          <p:nvPr/>
        </p:nvSpPr>
        <p:spPr>
          <a:xfrm>
            <a:off x="3854589" y="3138235"/>
            <a:ext cx="124604" cy="138901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1" name="Conector de seta reta 3">
            <a:extLst>
              <a:ext uri="{FF2B5EF4-FFF2-40B4-BE49-F238E27FC236}">
                <a16:creationId xmlns:a16="http://schemas.microsoft.com/office/drawing/2014/main" id="{FCC4BB80-5D68-0BE2-5A83-ADCD97797969}"/>
              </a:ext>
            </a:extLst>
          </p:cNvPr>
          <p:cNvCxnSpPr>
            <a:cxnSpLocks/>
            <a:stCxn id="40" idx="6"/>
            <a:endCxn id="6" idx="2"/>
          </p:cNvCxnSpPr>
          <p:nvPr/>
        </p:nvCxnSpPr>
        <p:spPr>
          <a:xfrm flipV="1">
            <a:off x="3979193" y="2766676"/>
            <a:ext cx="2811320" cy="441010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aixaDeTexto 25">
            <a:extLst>
              <a:ext uri="{FF2B5EF4-FFF2-40B4-BE49-F238E27FC236}">
                <a16:creationId xmlns:a16="http://schemas.microsoft.com/office/drawing/2014/main" id="{911913CF-B6B4-C4E8-EECA-31B1BE59C554}"/>
              </a:ext>
            </a:extLst>
          </p:cNvPr>
          <p:cNvSpPr txBox="1"/>
          <p:nvPr/>
        </p:nvSpPr>
        <p:spPr>
          <a:xfrm>
            <a:off x="2345186" y="2161844"/>
            <a:ext cx="34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y</a:t>
            </a:r>
          </a:p>
        </p:txBody>
      </p:sp>
      <p:sp>
        <p:nvSpPr>
          <p:cNvPr id="50" name="CaixaDeTexto 25">
            <a:extLst>
              <a:ext uri="{FF2B5EF4-FFF2-40B4-BE49-F238E27FC236}">
                <a16:creationId xmlns:a16="http://schemas.microsoft.com/office/drawing/2014/main" id="{22B97AD1-01F6-763B-0D16-F4B465C655C8}"/>
              </a:ext>
            </a:extLst>
          </p:cNvPr>
          <p:cNvSpPr txBox="1"/>
          <p:nvPr/>
        </p:nvSpPr>
        <p:spPr>
          <a:xfrm>
            <a:off x="7729859" y="4493642"/>
            <a:ext cx="34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x</a:t>
            </a:r>
          </a:p>
        </p:txBody>
      </p:sp>
      <p:sp>
        <p:nvSpPr>
          <p:cNvPr id="51" name="CaixaDeTexto 25">
            <a:extLst>
              <a:ext uri="{FF2B5EF4-FFF2-40B4-BE49-F238E27FC236}">
                <a16:creationId xmlns:a16="http://schemas.microsoft.com/office/drawing/2014/main" id="{00FBAA07-EA61-B8A5-8387-13E95E406180}"/>
              </a:ext>
            </a:extLst>
          </p:cNvPr>
          <p:cNvSpPr txBox="1"/>
          <p:nvPr/>
        </p:nvSpPr>
        <p:spPr>
          <a:xfrm>
            <a:off x="830970" y="6319507"/>
            <a:ext cx="34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z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AB9437F-DDD3-B0BA-598E-D4323AA3BF25}"/>
              </a:ext>
            </a:extLst>
          </p:cNvPr>
          <p:cNvCxnSpPr>
            <a:cxnSpLocks/>
            <a:stCxn id="6" idx="7"/>
            <a:endCxn id="2" idx="7"/>
          </p:cNvCxnSpPr>
          <p:nvPr/>
        </p:nvCxnSpPr>
        <p:spPr>
          <a:xfrm flipV="1">
            <a:off x="6896869" y="1916177"/>
            <a:ext cx="809428" cy="80139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aixaDeTexto 9">
                <a:extLst>
                  <a:ext uri="{FF2B5EF4-FFF2-40B4-BE49-F238E27FC236}">
                    <a16:creationId xmlns:a16="http://schemas.microsoft.com/office/drawing/2014/main" id="{B4CCF71E-DF31-C177-BDE7-1E771A0B5E3E}"/>
                  </a:ext>
                </a:extLst>
              </p:cNvPr>
              <p:cNvSpPr txBox="1"/>
              <p:nvPr/>
            </p:nvSpPr>
            <p:spPr>
              <a:xfrm>
                <a:off x="2705991" y="3527577"/>
                <a:ext cx="360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1" i="0" smtClean="0">
                          <a:latin typeface="Cambria Math" panose="02040503050406030204" pitchFamily="18" charset="0"/>
                        </a:rPr>
                        <m:t>𝐫</m:t>
                      </m:r>
                    </m:oMath>
                  </m:oMathPara>
                </a14:m>
                <a:endParaRPr lang="pt-BR" b="1" dirty="0"/>
              </a:p>
            </p:txBody>
          </p:sp>
        </mc:Choice>
        <mc:Fallback xmlns="">
          <p:sp>
            <p:nvSpPr>
              <p:cNvPr id="70" name="CaixaDeTexto 9">
                <a:extLst>
                  <a:ext uri="{FF2B5EF4-FFF2-40B4-BE49-F238E27FC236}">
                    <a16:creationId xmlns:a16="http://schemas.microsoft.com/office/drawing/2014/main" id="{B4CCF71E-DF31-C177-BDE7-1E771A0B5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991" y="3527577"/>
                <a:ext cx="36099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aixaDeTexto 9">
                <a:extLst>
                  <a:ext uri="{FF2B5EF4-FFF2-40B4-BE49-F238E27FC236}">
                    <a16:creationId xmlns:a16="http://schemas.microsoft.com/office/drawing/2014/main" id="{3CF641D2-C61C-F8B8-0F67-7B003BE96ADE}"/>
                  </a:ext>
                </a:extLst>
              </p:cNvPr>
              <p:cNvSpPr txBox="1"/>
              <p:nvPr/>
            </p:nvSpPr>
            <p:spPr>
              <a:xfrm>
                <a:off x="4247998" y="3866167"/>
                <a:ext cx="3609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b="1" i="0" smtClean="0">
                        <a:latin typeface="Cambria Math" panose="02040503050406030204" pitchFamily="18" charset="0"/>
                      </a:rPr>
                      <m:t>𝐫</m:t>
                    </m:r>
                  </m:oMath>
                </a14:m>
                <a:r>
                  <a:rPr lang="pt-BR" b="1" dirty="0"/>
                  <a:t>’</a:t>
                </a:r>
              </a:p>
            </p:txBody>
          </p:sp>
        </mc:Choice>
        <mc:Fallback xmlns="">
          <p:sp>
            <p:nvSpPr>
              <p:cNvPr id="71" name="CaixaDeTexto 9">
                <a:extLst>
                  <a:ext uri="{FF2B5EF4-FFF2-40B4-BE49-F238E27FC236}">
                    <a16:creationId xmlns:a16="http://schemas.microsoft.com/office/drawing/2014/main" id="{3CF641D2-C61C-F8B8-0F67-7B003BE96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7998" y="3866167"/>
                <a:ext cx="360996" cy="369332"/>
              </a:xfrm>
              <a:prstGeom prst="rect">
                <a:avLst/>
              </a:prstGeom>
              <a:blipFill>
                <a:blip r:embed="rId5"/>
                <a:stretch>
                  <a:fillRect t="-8197" r="-1186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344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paceship - Free transport icons">
            <a:extLst>
              <a:ext uri="{FF2B5EF4-FFF2-40B4-BE49-F238E27FC236}">
                <a16:creationId xmlns:a16="http://schemas.microsoft.com/office/drawing/2014/main" id="{F438621C-CAAF-6BDB-40A3-B7E7EE668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151053" y="2947510"/>
            <a:ext cx="1109662" cy="1109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6F5AC643-82CC-45AA-ABC8-6B50924844D0}"/>
              </a:ext>
            </a:extLst>
          </p:cNvPr>
          <p:cNvSpPr/>
          <p:nvPr/>
        </p:nvSpPr>
        <p:spPr>
          <a:xfrm>
            <a:off x="2889172" y="2111953"/>
            <a:ext cx="3245716" cy="2634093"/>
          </a:xfrm>
          <a:custGeom>
            <a:avLst/>
            <a:gdLst>
              <a:gd name="connsiteX0" fmla="*/ 2382623 w 3245716"/>
              <a:gd name="connsiteY0" fmla="*/ 2596479 h 2634093"/>
              <a:gd name="connsiteX1" fmla="*/ 3245705 w 3245716"/>
              <a:gd name="connsiteY1" fmla="*/ 1696075 h 2634093"/>
              <a:gd name="connsiteX2" fmla="*/ 2396619 w 3245716"/>
              <a:gd name="connsiteY2" fmla="*/ 21230 h 2634093"/>
              <a:gd name="connsiteX3" fmla="*/ 273905 w 3245716"/>
              <a:gd name="connsiteY3" fmla="*/ 851655 h 2634093"/>
              <a:gd name="connsiteX4" fmla="*/ 255244 w 3245716"/>
              <a:gd name="connsiteY4" fmla="*/ 2302565 h 2634093"/>
              <a:gd name="connsiteX5" fmla="*/ 2382623 w 3245716"/>
              <a:gd name="connsiteY5" fmla="*/ 2596479 h 2634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45716" h="2634093">
                <a:moveTo>
                  <a:pt x="2382623" y="2596479"/>
                </a:moveTo>
                <a:cubicBezTo>
                  <a:pt x="2881033" y="2495397"/>
                  <a:pt x="3243372" y="2125283"/>
                  <a:pt x="3245705" y="1696075"/>
                </a:cubicBezTo>
                <a:cubicBezTo>
                  <a:pt x="3248038" y="1266867"/>
                  <a:pt x="2891919" y="161967"/>
                  <a:pt x="2396619" y="21230"/>
                </a:cubicBezTo>
                <a:cubicBezTo>
                  <a:pt x="1901319" y="-119507"/>
                  <a:pt x="630801" y="471433"/>
                  <a:pt x="273905" y="851655"/>
                </a:cubicBezTo>
                <a:cubicBezTo>
                  <a:pt x="-82991" y="1231877"/>
                  <a:pt x="-93099" y="2011761"/>
                  <a:pt x="255244" y="2302565"/>
                </a:cubicBezTo>
                <a:cubicBezTo>
                  <a:pt x="603587" y="2593369"/>
                  <a:pt x="1884213" y="2697561"/>
                  <a:pt x="2382623" y="2596479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464CE5A4-41E2-3D0D-1736-23F3CB73843C}"/>
              </a:ext>
            </a:extLst>
          </p:cNvPr>
          <p:cNvSpPr/>
          <p:nvPr/>
        </p:nvSpPr>
        <p:spPr>
          <a:xfrm>
            <a:off x="2436642" y="1744698"/>
            <a:ext cx="4150775" cy="3368603"/>
          </a:xfrm>
          <a:custGeom>
            <a:avLst/>
            <a:gdLst>
              <a:gd name="connsiteX0" fmla="*/ 2382623 w 3245716"/>
              <a:gd name="connsiteY0" fmla="*/ 2596479 h 2634093"/>
              <a:gd name="connsiteX1" fmla="*/ 3245705 w 3245716"/>
              <a:gd name="connsiteY1" fmla="*/ 1696075 h 2634093"/>
              <a:gd name="connsiteX2" fmla="*/ 2396619 w 3245716"/>
              <a:gd name="connsiteY2" fmla="*/ 21230 h 2634093"/>
              <a:gd name="connsiteX3" fmla="*/ 273905 w 3245716"/>
              <a:gd name="connsiteY3" fmla="*/ 851655 h 2634093"/>
              <a:gd name="connsiteX4" fmla="*/ 255244 w 3245716"/>
              <a:gd name="connsiteY4" fmla="*/ 2302565 h 2634093"/>
              <a:gd name="connsiteX5" fmla="*/ 2382623 w 3245716"/>
              <a:gd name="connsiteY5" fmla="*/ 2596479 h 2634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45716" h="2634093">
                <a:moveTo>
                  <a:pt x="2382623" y="2596479"/>
                </a:moveTo>
                <a:cubicBezTo>
                  <a:pt x="2881033" y="2495397"/>
                  <a:pt x="3243372" y="2125283"/>
                  <a:pt x="3245705" y="1696075"/>
                </a:cubicBezTo>
                <a:cubicBezTo>
                  <a:pt x="3248038" y="1266867"/>
                  <a:pt x="2891919" y="161967"/>
                  <a:pt x="2396619" y="21230"/>
                </a:cubicBezTo>
                <a:cubicBezTo>
                  <a:pt x="1901319" y="-119507"/>
                  <a:pt x="630801" y="471433"/>
                  <a:pt x="273905" y="851655"/>
                </a:cubicBezTo>
                <a:cubicBezTo>
                  <a:pt x="-82991" y="1231877"/>
                  <a:pt x="-93099" y="2011761"/>
                  <a:pt x="255244" y="2302565"/>
                </a:cubicBezTo>
                <a:cubicBezTo>
                  <a:pt x="603587" y="2593369"/>
                  <a:pt x="1884213" y="2697561"/>
                  <a:pt x="2382623" y="2596479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DCD9118E-1DDA-B89D-6AF5-F4AF405569BE}"/>
              </a:ext>
            </a:extLst>
          </p:cNvPr>
          <p:cNvCxnSpPr/>
          <p:nvPr/>
        </p:nvCxnSpPr>
        <p:spPr>
          <a:xfrm>
            <a:off x="1507476" y="3502341"/>
            <a:ext cx="750647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1EE30462-38C6-2EA7-3955-99EE3047B199}"/>
              </a:ext>
            </a:extLst>
          </p:cNvPr>
          <p:cNvCxnSpPr>
            <a:cxnSpLocks/>
          </p:cNvCxnSpPr>
          <p:nvPr/>
        </p:nvCxnSpPr>
        <p:spPr>
          <a:xfrm rot="5400000">
            <a:off x="5931942" y="2211167"/>
            <a:ext cx="723117" cy="401212"/>
          </a:xfrm>
          <a:prstGeom prst="curved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6D4B6755-19D1-986D-44E2-F49219035CE5}"/>
                  </a:ext>
                </a:extLst>
              </p:cNvPr>
              <p:cNvSpPr txBox="1"/>
              <p:nvPr/>
            </p:nvSpPr>
            <p:spPr>
              <a:xfrm>
                <a:off x="6494107" y="1744698"/>
                <a:ext cx="3881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6D4B6755-19D1-986D-44E2-F49219035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107" y="1744698"/>
                <a:ext cx="388183" cy="276999"/>
              </a:xfrm>
              <a:prstGeom prst="rect">
                <a:avLst/>
              </a:prstGeom>
              <a:blipFill>
                <a:blip r:embed="rId3"/>
                <a:stretch>
                  <a:fillRect l="-12500" r="-6250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AB5159CD-C17C-2F67-B11F-3B459BD0B7C4}"/>
                  </a:ext>
                </a:extLst>
              </p:cNvPr>
              <p:cNvSpPr txBox="1"/>
              <p:nvPr/>
            </p:nvSpPr>
            <p:spPr>
              <a:xfrm>
                <a:off x="3191070" y="1773215"/>
                <a:ext cx="3224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AB5159CD-C17C-2F67-B11F-3B459BD0B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070" y="1773215"/>
                <a:ext cx="322461" cy="276999"/>
              </a:xfrm>
              <a:prstGeom prst="rect">
                <a:avLst/>
              </a:prstGeom>
              <a:blipFill>
                <a:blip r:embed="rId4"/>
                <a:stretch>
                  <a:fillRect l="-15094" r="-754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ctor: Curvo 21">
            <a:extLst>
              <a:ext uri="{FF2B5EF4-FFF2-40B4-BE49-F238E27FC236}">
                <a16:creationId xmlns:a16="http://schemas.microsoft.com/office/drawing/2014/main" id="{9444C4FC-8509-8FFA-DE73-8B1AE6DBCF0F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96633" y="2370707"/>
            <a:ext cx="1025885" cy="452530"/>
          </a:xfrm>
          <a:prstGeom prst="curved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A0C00383-D8AB-1B37-046F-7749C9891860}"/>
                  </a:ext>
                </a:extLst>
              </p:cNvPr>
              <p:cNvSpPr txBox="1"/>
              <p:nvPr/>
            </p:nvSpPr>
            <p:spPr>
              <a:xfrm>
                <a:off x="9583168" y="140003"/>
                <a:ext cx="4539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𝐼𝐼𝐼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A0C00383-D8AB-1B37-046F-7749C9891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168" y="140003"/>
                <a:ext cx="453907" cy="276999"/>
              </a:xfrm>
              <a:prstGeom prst="rect">
                <a:avLst/>
              </a:prstGeom>
              <a:blipFill>
                <a:blip r:embed="rId5"/>
                <a:stretch>
                  <a:fillRect l="-10667" r="-4000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ector: Curvo 24">
            <a:extLst>
              <a:ext uri="{FF2B5EF4-FFF2-40B4-BE49-F238E27FC236}">
                <a16:creationId xmlns:a16="http://schemas.microsoft.com/office/drawing/2014/main" id="{DCB92D5F-BA1F-0DD4-6329-0A19CD1465B3}"/>
              </a:ext>
            </a:extLst>
          </p:cNvPr>
          <p:cNvCxnSpPr>
            <a:cxnSpLocks/>
          </p:cNvCxnSpPr>
          <p:nvPr/>
        </p:nvCxnSpPr>
        <p:spPr>
          <a:xfrm rot="5400000">
            <a:off x="9105682" y="608822"/>
            <a:ext cx="723117" cy="401212"/>
          </a:xfrm>
          <a:prstGeom prst="curved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 30">
            <a:extLst>
              <a:ext uri="{FF2B5EF4-FFF2-40B4-BE49-F238E27FC236}">
                <a16:creationId xmlns:a16="http://schemas.microsoft.com/office/drawing/2014/main" id="{6E2DCAF9-5B0B-FA56-BFED-8FA8402BD57A}"/>
              </a:ext>
            </a:extLst>
          </p:cNvPr>
          <p:cNvSpPr/>
          <p:nvPr/>
        </p:nvSpPr>
        <p:spPr>
          <a:xfrm>
            <a:off x="457200" y="667139"/>
            <a:ext cx="11308702" cy="5742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BBF28E26-A369-AE54-D639-9B4FC8232236}"/>
              </a:ext>
            </a:extLst>
          </p:cNvPr>
          <p:cNvCxnSpPr/>
          <p:nvPr/>
        </p:nvCxnSpPr>
        <p:spPr>
          <a:xfrm>
            <a:off x="11182739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AA614E4F-63F4-F769-EB17-792A40B8CFBA}"/>
              </a:ext>
            </a:extLst>
          </p:cNvPr>
          <p:cNvCxnSpPr/>
          <p:nvPr/>
        </p:nvCxnSpPr>
        <p:spPr>
          <a:xfrm>
            <a:off x="10641564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B34A3F31-963A-D9D3-6B14-F44EE669EB60}"/>
              </a:ext>
            </a:extLst>
          </p:cNvPr>
          <p:cNvCxnSpPr/>
          <p:nvPr/>
        </p:nvCxnSpPr>
        <p:spPr>
          <a:xfrm>
            <a:off x="10137711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C2B3B9FA-05DD-E26A-A741-5099EA7BA5EA}"/>
              </a:ext>
            </a:extLst>
          </p:cNvPr>
          <p:cNvCxnSpPr/>
          <p:nvPr/>
        </p:nvCxnSpPr>
        <p:spPr>
          <a:xfrm>
            <a:off x="9582539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46263ACB-73F2-6914-7729-ED22B97FB0C0}"/>
              </a:ext>
            </a:extLst>
          </p:cNvPr>
          <p:cNvCxnSpPr/>
          <p:nvPr/>
        </p:nvCxnSpPr>
        <p:spPr>
          <a:xfrm>
            <a:off x="9064690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6458BCB9-C874-63A6-F9D1-E5B28EDCEAC3}"/>
              </a:ext>
            </a:extLst>
          </p:cNvPr>
          <p:cNvCxnSpPr/>
          <p:nvPr/>
        </p:nvCxnSpPr>
        <p:spPr>
          <a:xfrm>
            <a:off x="8565502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DDCA6379-D2EC-28AF-ABCC-24A412E67FAE}"/>
              </a:ext>
            </a:extLst>
          </p:cNvPr>
          <p:cNvCxnSpPr/>
          <p:nvPr/>
        </p:nvCxnSpPr>
        <p:spPr>
          <a:xfrm>
            <a:off x="8126963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0E6D0335-024E-85BD-CD6F-B353F4FD25BC}"/>
              </a:ext>
            </a:extLst>
          </p:cNvPr>
          <p:cNvCxnSpPr/>
          <p:nvPr/>
        </p:nvCxnSpPr>
        <p:spPr>
          <a:xfrm>
            <a:off x="7226564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C57C1764-65AC-F08E-52AD-7CDF8943ACFD}"/>
              </a:ext>
            </a:extLst>
          </p:cNvPr>
          <p:cNvCxnSpPr/>
          <p:nvPr/>
        </p:nvCxnSpPr>
        <p:spPr>
          <a:xfrm>
            <a:off x="7137918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15ECF5DC-4AA5-B1C2-42CC-28899562EA3B}"/>
              </a:ext>
            </a:extLst>
          </p:cNvPr>
          <p:cNvCxnSpPr/>
          <p:nvPr/>
        </p:nvCxnSpPr>
        <p:spPr>
          <a:xfrm>
            <a:off x="7030616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C0DB9344-813B-4DAF-2BC4-78337794615F}"/>
              </a:ext>
            </a:extLst>
          </p:cNvPr>
          <p:cNvCxnSpPr/>
          <p:nvPr/>
        </p:nvCxnSpPr>
        <p:spPr>
          <a:xfrm>
            <a:off x="6960636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A0976918-3109-AA8B-CFE7-AEC8E50DDC6B}"/>
              </a:ext>
            </a:extLst>
          </p:cNvPr>
          <p:cNvCxnSpPr/>
          <p:nvPr/>
        </p:nvCxnSpPr>
        <p:spPr>
          <a:xfrm>
            <a:off x="6882290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832FE2FE-EC27-2556-E478-917433B86BA7}"/>
              </a:ext>
            </a:extLst>
          </p:cNvPr>
          <p:cNvCxnSpPr/>
          <p:nvPr/>
        </p:nvCxnSpPr>
        <p:spPr>
          <a:xfrm>
            <a:off x="7347862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425AD0A1-78AA-B148-2247-FEA5C2447666}"/>
              </a:ext>
            </a:extLst>
          </p:cNvPr>
          <p:cNvCxnSpPr/>
          <p:nvPr/>
        </p:nvCxnSpPr>
        <p:spPr>
          <a:xfrm>
            <a:off x="7483156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3457BBD0-989F-32AF-F507-FFE66AEB31CF}"/>
              </a:ext>
            </a:extLst>
          </p:cNvPr>
          <p:cNvCxnSpPr/>
          <p:nvPr/>
        </p:nvCxnSpPr>
        <p:spPr>
          <a:xfrm>
            <a:off x="7623115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DF28FC1A-C308-A2FD-59E2-BF22BA7F007A}"/>
              </a:ext>
            </a:extLst>
          </p:cNvPr>
          <p:cNvCxnSpPr/>
          <p:nvPr/>
        </p:nvCxnSpPr>
        <p:spPr>
          <a:xfrm>
            <a:off x="7795732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DB627B58-501C-C11D-6C81-703CCE9CAF42}"/>
              </a:ext>
            </a:extLst>
          </p:cNvPr>
          <p:cNvCxnSpPr/>
          <p:nvPr/>
        </p:nvCxnSpPr>
        <p:spPr>
          <a:xfrm>
            <a:off x="7903034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69A3990-6C7F-F30F-916C-E65D48366B07}"/>
              </a:ext>
            </a:extLst>
          </p:cNvPr>
          <p:cNvCxnSpPr/>
          <p:nvPr/>
        </p:nvCxnSpPr>
        <p:spPr>
          <a:xfrm>
            <a:off x="1895078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3E624097-D79C-D190-F53C-A997D5FA56A4}"/>
              </a:ext>
            </a:extLst>
          </p:cNvPr>
          <p:cNvCxnSpPr/>
          <p:nvPr/>
        </p:nvCxnSpPr>
        <p:spPr>
          <a:xfrm>
            <a:off x="948021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75699600-391D-A237-C32A-7F153B6DFDE1}"/>
              </a:ext>
            </a:extLst>
          </p:cNvPr>
          <p:cNvCxnSpPr>
            <a:cxnSpLocks/>
          </p:cNvCxnSpPr>
          <p:nvPr/>
        </p:nvCxnSpPr>
        <p:spPr>
          <a:xfrm>
            <a:off x="457200" y="1054359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C04DEE50-AF2C-75D4-7187-D8473AB5F32A}"/>
              </a:ext>
            </a:extLst>
          </p:cNvPr>
          <p:cNvCxnSpPr>
            <a:cxnSpLocks/>
          </p:cNvCxnSpPr>
          <p:nvPr/>
        </p:nvCxnSpPr>
        <p:spPr>
          <a:xfrm>
            <a:off x="457200" y="5957596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D43D8325-C66D-5CEB-9F68-945B56A50D25}"/>
              </a:ext>
            </a:extLst>
          </p:cNvPr>
          <p:cNvCxnSpPr>
            <a:cxnSpLocks/>
          </p:cNvCxnSpPr>
          <p:nvPr/>
        </p:nvCxnSpPr>
        <p:spPr>
          <a:xfrm>
            <a:off x="457200" y="5500396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AA8214E1-DB36-636A-4006-BA5E00A4C8EB}"/>
              </a:ext>
            </a:extLst>
          </p:cNvPr>
          <p:cNvCxnSpPr>
            <a:cxnSpLocks/>
          </p:cNvCxnSpPr>
          <p:nvPr/>
        </p:nvCxnSpPr>
        <p:spPr>
          <a:xfrm>
            <a:off x="457200" y="5369768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D1ADDB7C-E990-0557-A4E9-9172A54AF857}"/>
              </a:ext>
            </a:extLst>
          </p:cNvPr>
          <p:cNvCxnSpPr>
            <a:cxnSpLocks/>
          </p:cNvCxnSpPr>
          <p:nvPr/>
        </p:nvCxnSpPr>
        <p:spPr>
          <a:xfrm>
            <a:off x="457200" y="5248470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Conector reto 1023">
            <a:extLst>
              <a:ext uri="{FF2B5EF4-FFF2-40B4-BE49-F238E27FC236}">
                <a16:creationId xmlns:a16="http://schemas.microsoft.com/office/drawing/2014/main" id="{EE5B94AA-416D-E6A1-C6CF-94412061ED15}"/>
              </a:ext>
            </a:extLst>
          </p:cNvPr>
          <p:cNvCxnSpPr>
            <a:cxnSpLocks/>
          </p:cNvCxnSpPr>
          <p:nvPr/>
        </p:nvCxnSpPr>
        <p:spPr>
          <a:xfrm>
            <a:off x="457200" y="1474236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Conector reto 1024">
            <a:extLst>
              <a:ext uri="{FF2B5EF4-FFF2-40B4-BE49-F238E27FC236}">
                <a16:creationId xmlns:a16="http://schemas.microsoft.com/office/drawing/2014/main" id="{B1204C97-E05B-D7EB-21E4-E6F32C3CA306}"/>
              </a:ext>
            </a:extLst>
          </p:cNvPr>
          <p:cNvCxnSpPr>
            <a:cxnSpLocks/>
          </p:cNvCxnSpPr>
          <p:nvPr/>
        </p:nvCxnSpPr>
        <p:spPr>
          <a:xfrm>
            <a:off x="457200" y="1600199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Conector reto 1026">
            <a:extLst>
              <a:ext uri="{FF2B5EF4-FFF2-40B4-BE49-F238E27FC236}">
                <a16:creationId xmlns:a16="http://schemas.microsoft.com/office/drawing/2014/main" id="{82F90BBD-0214-7D96-34D7-077E6440419B}"/>
              </a:ext>
            </a:extLst>
          </p:cNvPr>
          <p:cNvCxnSpPr>
            <a:cxnSpLocks/>
          </p:cNvCxnSpPr>
          <p:nvPr/>
        </p:nvCxnSpPr>
        <p:spPr>
          <a:xfrm>
            <a:off x="457200" y="1684174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221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4619A-4CFB-751F-2507-27B81B898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307F0524-6BEE-9FA2-B52B-D3080F83CA46}"/>
              </a:ext>
            </a:extLst>
          </p:cNvPr>
          <p:cNvSpPr/>
          <p:nvPr/>
        </p:nvSpPr>
        <p:spPr>
          <a:xfrm>
            <a:off x="2889172" y="2111953"/>
            <a:ext cx="3245716" cy="2634093"/>
          </a:xfrm>
          <a:custGeom>
            <a:avLst/>
            <a:gdLst>
              <a:gd name="connsiteX0" fmla="*/ 2382623 w 3245716"/>
              <a:gd name="connsiteY0" fmla="*/ 2596479 h 2634093"/>
              <a:gd name="connsiteX1" fmla="*/ 3245705 w 3245716"/>
              <a:gd name="connsiteY1" fmla="*/ 1696075 h 2634093"/>
              <a:gd name="connsiteX2" fmla="*/ 2396619 w 3245716"/>
              <a:gd name="connsiteY2" fmla="*/ 21230 h 2634093"/>
              <a:gd name="connsiteX3" fmla="*/ 273905 w 3245716"/>
              <a:gd name="connsiteY3" fmla="*/ 851655 h 2634093"/>
              <a:gd name="connsiteX4" fmla="*/ 255244 w 3245716"/>
              <a:gd name="connsiteY4" fmla="*/ 2302565 h 2634093"/>
              <a:gd name="connsiteX5" fmla="*/ 2382623 w 3245716"/>
              <a:gd name="connsiteY5" fmla="*/ 2596479 h 2634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45716" h="2634093">
                <a:moveTo>
                  <a:pt x="2382623" y="2596479"/>
                </a:moveTo>
                <a:cubicBezTo>
                  <a:pt x="2881033" y="2495397"/>
                  <a:pt x="3243372" y="2125283"/>
                  <a:pt x="3245705" y="1696075"/>
                </a:cubicBezTo>
                <a:cubicBezTo>
                  <a:pt x="3248038" y="1266867"/>
                  <a:pt x="2891919" y="161967"/>
                  <a:pt x="2396619" y="21230"/>
                </a:cubicBezTo>
                <a:cubicBezTo>
                  <a:pt x="1901319" y="-119507"/>
                  <a:pt x="630801" y="471433"/>
                  <a:pt x="273905" y="851655"/>
                </a:cubicBezTo>
                <a:cubicBezTo>
                  <a:pt x="-82991" y="1231877"/>
                  <a:pt x="-93099" y="2011761"/>
                  <a:pt x="255244" y="2302565"/>
                </a:cubicBezTo>
                <a:cubicBezTo>
                  <a:pt x="603587" y="2593369"/>
                  <a:pt x="1884213" y="2697561"/>
                  <a:pt x="2382623" y="2596479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F42F3896-8FBA-790D-B769-B5139A598CFF}"/>
              </a:ext>
            </a:extLst>
          </p:cNvPr>
          <p:cNvSpPr/>
          <p:nvPr/>
        </p:nvSpPr>
        <p:spPr>
          <a:xfrm>
            <a:off x="2436642" y="1744698"/>
            <a:ext cx="4150775" cy="3368603"/>
          </a:xfrm>
          <a:custGeom>
            <a:avLst/>
            <a:gdLst>
              <a:gd name="connsiteX0" fmla="*/ 2382623 w 3245716"/>
              <a:gd name="connsiteY0" fmla="*/ 2596479 h 2634093"/>
              <a:gd name="connsiteX1" fmla="*/ 3245705 w 3245716"/>
              <a:gd name="connsiteY1" fmla="*/ 1696075 h 2634093"/>
              <a:gd name="connsiteX2" fmla="*/ 2396619 w 3245716"/>
              <a:gd name="connsiteY2" fmla="*/ 21230 h 2634093"/>
              <a:gd name="connsiteX3" fmla="*/ 273905 w 3245716"/>
              <a:gd name="connsiteY3" fmla="*/ 851655 h 2634093"/>
              <a:gd name="connsiteX4" fmla="*/ 255244 w 3245716"/>
              <a:gd name="connsiteY4" fmla="*/ 2302565 h 2634093"/>
              <a:gd name="connsiteX5" fmla="*/ 2382623 w 3245716"/>
              <a:gd name="connsiteY5" fmla="*/ 2596479 h 2634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45716" h="2634093">
                <a:moveTo>
                  <a:pt x="2382623" y="2596479"/>
                </a:moveTo>
                <a:cubicBezTo>
                  <a:pt x="2881033" y="2495397"/>
                  <a:pt x="3243372" y="2125283"/>
                  <a:pt x="3245705" y="1696075"/>
                </a:cubicBezTo>
                <a:cubicBezTo>
                  <a:pt x="3248038" y="1266867"/>
                  <a:pt x="2891919" y="161967"/>
                  <a:pt x="2396619" y="21230"/>
                </a:cubicBezTo>
                <a:cubicBezTo>
                  <a:pt x="1901319" y="-119507"/>
                  <a:pt x="630801" y="471433"/>
                  <a:pt x="273905" y="851655"/>
                </a:cubicBezTo>
                <a:cubicBezTo>
                  <a:pt x="-82991" y="1231877"/>
                  <a:pt x="-93099" y="2011761"/>
                  <a:pt x="255244" y="2302565"/>
                </a:cubicBezTo>
                <a:cubicBezTo>
                  <a:pt x="603587" y="2593369"/>
                  <a:pt x="1884213" y="2697561"/>
                  <a:pt x="2382623" y="2596479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CF2B0EEB-61F4-BEDA-D8EA-0DC9032AF046}"/>
              </a:ext>
            </a:extLst>
          </p:cNvPr>
          <p:cNvCxnSpPr/>
          <p:nvPr/>
        </p:nvCxnSpPr>
        <p:spPr>
          <a:xfrm>
            <a:off x="1507476" y="3502341"/>
            <a:ext cx="7506478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B96C37B3-75DE-F212-44BB-7729D4387111}"/>
              </a:ext>
            </a:extLst>
          </p:cNvPr>
          <p:cNvCxnSpPr>
            <a:cxnSpLocks/>
          </p:cNvCxnSpPr>
          <p:nvPr/>
        </p:nvCxnSpPr>
        <p:spPr>
          <a:xfrm rot="5400000">
            <a:off x="5931942" y="2211167"/>
            <a:ext cx="723117" cy="401212"/>
          </a:xfrm>
          <a:prstGeom prst="curved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1945ABE9-1FBF-194E-CA8B-080F51891658}"/>
                  </a:ext>
                </a:extLst>
              </p:cNvPr>
              <p:cNvSpPr txBox="1"/>
              <p:nvPr/>
            </p:nvSpPr>
            <p:spPr>
              <a:xfrm>
                <a:off x="6494107" y="1744698"/>
                <a:ext cx="3881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6D4B6755-19D1-986D-44E2-F49219035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4107" y="1744698"/>
                <a:ext cx="388183" cy="276999"/>
              </a:xfrm>
              <a:prstGeom prst="rect">
                <a:avLst/>
              </a:prstGeom>
              <a:blipFill>
                <a:blip r:embed="rId3"/>
                <a:stretch>
                  <a:fillRect l="-12500" r="-6250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046A6A1C-F881-175E-6F93-DA0634D53D27}"/>
                  </a:ext>
                </a:extLst>
              </p:cNvPr>
              <p:cNvSpPr txBox="1"/>
              <p:nvPr/>
            </p:nvSpPr>
            <p:spPr>
              <a:xfrm>
                <a:off x="3191070" y="1773215"/>
                <a:ext cx="3224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AB5159CD-C17C-2F67-B11F-3B459BD0B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070" y="1773215"/>
                <a:ext cx="322461" cy="276999"/>
              </a:xfrm>
              <a:prstGeom prst="rect">
                <a:avLst/>
              </a:prstGeom>
              <a:blipFill>
                <a:blip r:embed="rId4"/>
                <a:stretch>
                  <a:fillRect l="-15094" r="-7547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ector: Curvo 21">
            <a:extLst>
              <a:ext uri="{FF2B5EF4-FFF2-40B4-BE49-F238E27FC236}">
                <a16:creationId xmlns:a16="http://schemas.microsoft.com/office/drawing/2014/main" id="{960A7173-1E0C-81DB-CE14-947C7D08A7A3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96633" y="2370707"/>
            <a:ext cx="1025885" cy="452530"/>
          </a:xfrm>
          <a:prstGeom prst="curved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F9E681C9-2BC7-EF35-CA66-4519CD7935FD}"/>
                  </a:ext>
                </a:extLst>
              </p:cNvPr>
              <p:cNvSpPr txBox="1"/>
              <p:nvPr/>
            </p:nvSpPr>
            <p:spPr>
              <a:xfrm>
                <a:off x="9583168" y="140003"/>
                <a:ext cx="4539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𝐼𝐼𝐼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A0C00383-D8AB-1B37-046F-7749C9891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3168" y="140003"/>
                <a:ext cx="453907" cy="276999"/>
              </a:xfrm>
              <a:prstGeom prst="rect">
                <a:avLst/>
              </a:prstGeom>
              <a:blipFill>
                <a:blip r:embed="rId5"/>
                <a:stretch>
                  <a:fillRect l="-10667" r="-4000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ector: Curvo 24">
            <a:extLst>
              <a:ext uri="{FF2B5EF4-FFF2-40B4-BE49-F238E27FC236}">
                <a16:creationId xmlns:a16="http://schemas.microsoft.com/office/drawing/2014/main" id="{9DED0D6B-2C2C-E8CA-D8F7-C57A9A05BBE3}"/>
              </a:ext>
            </a:extLst>
          </p:cNvPr>
          <p:cNvCxnSpPr>
            <a:cxnSpLocks/>
          </p:cNvCxnSpPr>
          <p:nvPr/>
        </p:nvCxnSpPr>
        <p:spPr>
          <a:xfrm rot="5400000">
            <a:off x="9105682" y="608822"/>
            <a:ext cx="723117" cy="401212"/>
          </a:xfrm>
          <a:prstGeom prst="curved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 30">
            <a:extLst>
              <a:ext uri="{FF2B5EF4-FFF2-40B4-BE49-F238E27FC236}">
                <a16:creationId xmlns:a16="http://schemas.microsoft.com/office/drawing/2014/main" id="{22DF8E02-8043-BB14-A1B5-6292B5BEE44B}"/>
              </a:ext>
            </a:extLst>
          </p:cNvPr>
          <p:cNvSpPr/>
          <p:nvPr/>
        </p:nvSpPr>
        <p:spPr>
          <a:xfrm>
            <a:off x="457200" y="667139"/>
            <a:ext cx="11308702" cy="5742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A0E52B6A-DCED-E0E1-AC7B-3A7B83E01B31}"/>
              </a:ext>
            </a:extLst>
          </p:cNvPr>
          <p:cNvCxnSpPr/>
          <p:nvPr/>
        </p:nvCxnSpPr>
        <p:spPr>
          <a:xfrm>
            <a:off x="11182739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630C7BA7-B247-D7A5-6D49-926CB350FBA6}"/>
              </a:ext>
            </a:extLst>
          </p:cNvPr>
          <p:cNvCxnSpPr/>
          <p:nvPr/>
        </p:nvCxnSpPr>
        <p:spPr>
          <a:xfrm>
            <a:off x="10641564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7DAF1FBB-ADCC-0B3C-8658-6EE21728714B}"/>
              </a:ext>
            </a:extLst>
          </p:cNvPr>
          <p:cNvCxnSpPr/>
          <p:nvPr/>
        </p:nvCxnSpPr>
        <p:spPr>
          <a:xfrm>
            <a:off x="10137711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9DC2EB10-EA75-9FDC-57E2-6EDDDFE646D4}"/>
              </a:ext>
            </a:extLst>
          </p:cNvPr>
          <p:cNvCxnSpPr/>
          <p:nvPr/>
        </p:nvCxnSpPr>
        <p:spPr>
          <a:xfrm>
            <a:off x="9582539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3D613B73-5544-5B5A-0DA9-1EA333876F2B}"/>
              </a:ext>
            </a:extLst>
          </p:cNvPr>
          <p:cNvCxnSpPr/>
          <p:nvPr/>
        </p:nvCxnSpPr>
        <p:spPr>
          <a:xfrm>
            <a:off x="9064690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81C8A8E2-6134-D8CC-E535-B51F30077DCA}"/>
              </a:ext>
            </a:extLst>
          </p:cNvPr>
          <p:cNvCxnSpPr/>
          <p:nvPr/>
        </p:nvCxnSpPr>
        <p:spPr>
          <a:xfrm>
            <a:off x="8565502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CDF72ACF-15E3-B255-5395-64405791A859}"/>
              </a:ext>
            </a:extLst>
          </p:cNvPr>
          <p:cNvCxnSpPr/>
          <p:nvPr/>
        </p:nvCxnSpPr>
        <p:spPr>
          <a:xfrm>
            <a:off x="8126963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69459330-4A42-7731-C6A0-9123D6F59A0F}"/>
              </a:ext>
            </a:extLst>
          </p:cNvPr>
          <p:cNvCxnSpPr/>
          <p:nvPr/>
        </p:nvCxnSpPr>
        <p:spPr>
          <a:xfrm>
            <a:off x="7226564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670CCABB-F40A-B5EF-B8D6-F0B342EB1164}"/>
              </a:ext>
            </a:extLst>
          </p:cNvPr>
          <p:cNvCxnSpPr/>
          <p:nvPr/>
        </p:nvCxnSpPr>
        <p:spPr>
          <a:xfrm>
            <a:off x="7137918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21B4C13A-DB4A-C690-9018-15D55F7F20D2}"/>
              </a:ext>
            </a:extLst>
          </p:cNvPr>
          <p:cNvCxnSpPr/>
          <p:nvPr/>
        </p:nvCxnSpPr>
        <p:spPr>
          <a:xfrm>
            <a:off x="7030616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A77B0183-F240-16A9-6786-739A2D4056DF}"/>
              </a:ext>
            </a:extLst>
          </p:cNvPr>
          <p:cNvCxnSpPr/>
          <p:nvPr/>
        </p:nvCxnSpPr>
        <p:spPr>
          <a:xfrm>
            <a:off x="6960636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17A009D3-C5CF-0813-550A-0278C2373A4F}"/>
              </a:ext>
            </a:extLst>
          </p:cNvPr>
          <p:cNvCxnSpPr/>
          <p:nvPr/>
        </p:nvCxnSpPr>
        <p:spPr>
          <a:xfrm>
            <a:off x="6882290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539763A8-90E0-F995-1786-45DDE1E4A19C}"/>
              </a:ext>
            </a:extLst>
          </p:cNvPr>
          <p:cNvCxnSpPr/>
          <p:nvPr/>
        </p:nvCxnSpPr>
        <p:spPr>
          <a:xfrm>
            <a:off x="7347862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AE00C8E7-9BD1-CD79-1EF8-CAC860511C0A}"/>
              </a:ext>
            </a:extLst>
          </p:cNvPr>
          <p:cNvCxnSpPr/>
          <p:nvPr/>
        </p:nvCxnSpPr>
        <p:spPr>
          <a:xfrm>
            <a:off x="7483156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2DEFC9D9-EA91-701E-9181-AB3F420D44D4}"/>
              </a:ext>
            </a:extLst>
          </p:cNvPr>
          <p:cNvCxnSpPr/>
          <p:nvPr/>
        </p:nvCxnSpPr>
        <p:spPr>
          <a:xfrm>
            <a:off x="7623115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662B1C9C-0BBF-11F7-DF8E-27D278C329DA}"/>
              </a:ext>
            </a:extLst>
          </p:cNvPr>
          <p:cNvCxnSpPr/>
          <p:nvPr/>
        </p:nvCxnSpPr>
        <p:spPr>
          <a:xfrm>
            <a:off x="7795732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D419F85A-6C1A-F151-EEB1-FA18A9242FA7}"/>
              </a:ext>
            </a:extLst>
          </p:cNvPr>
          <p:cNvCxnSpPr/>
          <p:nvPr/>
        </p:nvCxnSpPr>
        <p:spPr>
          <a:xfrm>
            <a:off x="7903034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250BB30-D89F-1FD0-3888-A8D6C0F429BC}"/>
              </a:ext>
            </a:extLst>
          </p:cNvPr>
          <p:cNvCxnSpPr/>
          <p:nvPr/>
        </p:nvCxnSpPr>
        <p:spPr>
          <a:xfrm>
            <a:off x="1895078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5A62100A-FEDB-73B2-3713-E0BAE0039D9E}"/>
              </a:ext>
            </a:extLst>
          </p:cNvPr>
          <p:cNvCxnSpPr/>
          <p:nvPr/>
        </p:nvCxnSpPr>
        <p:spPr>
          <a:xfrm>
            <a:off x="948021" y="667139"/>
            <a:ext cx="0" cy="57429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FFF00C01-2345-5B10-A230-BE63F15AB761}"/>
              </a:ext>
            </a:extLst>
          </p:cNvPr>
          <p:cNvCxnSpPr>
            <a:cxnSpLocks/>
          </p:cNvCxnSpPr>
          <p:nvPr/>
        </p:nvCxnSpPr>
        <p:spPr>
          <a:xfrm>
            <a:off x="457200" y="1054359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F445BF5E-A2A3-A345-8DF5-B64C14FF19F3}"/>
              </a:ext>
            </a:extLst>
          </p:cNvPr>
          <p:cNvCxnSpPr>
            <a:cxnSpLocks/>
          </p:cNvCxnSpPr>
          <p:nvPr/>
        </p:nvCxnSpPr>
        <p:spPr>
          <a:xfrm>
            <a:off x="457200" y="5957596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C8396DD4-BFB4-F253-A55F-AC158F6A2855}"/>
              </a:ext>
            </a:extLst>
          </p:cNvPr>
          <p:cNvCxnSpPr>
            <a:cxnSpLocks/>
          </p:cNvCxnSpPr>
          <p:nvPr/>
        </p:nvCxnSpPr>
        <p:spPr>
          <a:xfrm>
            <a:off x="457200" y="5500396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938DF604-F8A9-8465-B9C3-711F9892110C}"/>
              </a:ext>
            </a:extLst>
          </p:cNvPr>
          <p:cNvCxnSpPr>
            <a:cxnSpLocks/>
          </p:cNvCxnSpPr>
          <p:nvPr/>
        </p:nvCxnSpPr>
        <p:spPr>
          <a:xfrm>
            <a:off x="457200" y="5369768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6EFFD6E5-21F8-136D-FD84-A2C035D0E0D4}"/>
              </a:ext>
            </a:extLst>
          </p:cNvPr>
          <p:cNvCxnSpPr>
            <a:cxnSpLocks/>
          </p:cNvCxnSpPr>
          <p:nvPr/>
        </p:nvCxnSpPr>
        <p:spPr>
          <a:xfrm>
            <a:off x="457200" y="5248470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Conector reto 1023">
            <a:extLst>
              <a:ext uri="{FF2B5EF4-FFF2-40B4-BE49-F238E27FC236}">
                <a16:creationId xmlns:a16="http://schemas.microsoft.com/office/drawing/2014/main" id="{C4352BEE-C449-63C4-D1C8-4397E8803719}"/>
              </a:ext>
            </a:extLst>
          </p:cNvPr>
          <p:cNvCxnSpPr>
            <a:cxnSpLocks/>
          </p:cNvCxnSpPr>
          <p:nvPr/>
        </p:nvCxnSpPr>
        <p:spPr>
          <a:xfrm>
            <a:off x="457200" y="1474236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Conector reto 1024">
            <a:extLst>
              <a:ext uri="{FF2B5EF4-FFF2-40B4-BE49-F238E27FC236}">
                <a16:creationId xmlns:a16="http://schemas.microsoft.com/office/drawing/2014/main" id="{8D136366-265D-9928-76BF-DF1418D72C44}"/>
              </a:ext>
            </a:extLst>
          </p:cNvPr>
          <p:cNvCxnSpPr>
            <a:cxnSpLocks/>
          </p:cNvCxnSpPr>
          <p:nvPr/>
        </p:nvCxnSpPr>
        <p:spPr>
          <a:xfrm>
            <a:off x="457200" y="1600199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Conector reto 1026">
            <a:extLst>
              <a:ext uri="{FF2B5EF4-FFF2-40B4-BE49-F238E27FC236}">
                <a16:creationId xmlns:a16="http://schemas.microsoft.com/office/drawing/2014/main" id="{F55CDFFD-EAB0-7F88-4807-DB295BB9859C}"/>
              </a:ext>
            </a:extLst>
          </p:cNvPr>
          <p:cNvCxnSpPr>
            <a:cxnSpLocks/>
          </p:cNvCxnSpPr>
          <p:nvPr/>
        </p:nvCxnSpPr>
        <p:spPr>
          <a:xfrm>
            <a:off x="457200" y="1684174"/>
            <a:ext cx="1130870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U.S.S. Enterprise NCC-1701-A Icon - Free PNG &amp; SVG 574901 - Noun Project">
            <a:extLst>
              <a:ext uri="{FF2B5EF4-FFF2-40B4-BE49-F238E27FC236}">
                <a16:creationId xmlns:a16="http://schemas.microsoft.com/office/drawing/2014/main" id="{8E502A45-F638-5628-F8A4-746CEAF32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478" y="2577583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4403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/>
          <p:cNvSpPr/>
          <p:nvPr/>
        </p:nvSpPr>
        <p:spPr>
          <a:xfrm>
            <a:off x="2341418" y="2739735"/>
            <a:ext cx="886691" cy="2078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" name="Conector reto 2"/>
          <p:cNvCxnSpPr>
            <a:stCxn id="2" idx="2"/>
          </p:cNvCxnSpPr>
          <p:nvPr/>
        </p:nvCxnSpPr>
        <p:spPr>
          <a:xfrm>
            <a:off x="2341418" y="2843645"/>
            <a:ext cx="443345" cy="5749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/>
          <p:cNvCxnSpPr>
            <a:stCxn id="2" idx="6"/>
          </p:cNvCxnSpPr>
          <p:nvPr/>
        </p:nvCxnSpPr>
        <p:spPr>
          <a:xfrm flipH="1">
            <a:off x="2784764" y="2843645"/>
            <a:ext cx="443345" cy="57496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o 4"/>
          <p:cNvGrpSpPr/>
          <p:nvPr/>
        </p:nvGrpSpPr>
        <p:grpSpPr>
          <a:xfrm>
            <a:off x="4973781" y="934745"/>
            <a:ext cx="2673928" cy="2047227"/>
            <a:chOff x="4973781" y="3027216"/>
            <a:chExt cx="886691" cy="678873"/>
          </a:xfrm>
        </p:grpSpPr>
        <p:sp>
          <p:nvSpPr>
            <p:cNvPr id="6" name="Elipse 5"/>
            <p:cNvSpPr/>
            <p:nvPr/>
          </p:nvSpPr>
          <p:spPr>
            <a:xfrm>
              <a:off x="4973781" y="3027216"/>
              <a:ext cx="886691" cy="20781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7" name="Conector reto 6"/>
            <p:cNvCxnSpPr>
              <a:stCxn id="6" idx="2"/>
            </p:cNvCxnSpPr>
            <p:nvPr/>
          </p:nvCxnSpPr>
          <p:spPr>
            <a:xfrm>
              <a:off x="4973781" y="3131126"/>
              <a:ext cx="443345" cy="5749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to 7"/>
            <p:cNvCxnSpPr>
              <a:stCxn id="6" idx="6"/>
            </p:cNvCxnSpPr>
            <p:nvPr/>
          </p:nvCxnSpPr>
          <p:spPr>
            <a:xfrm flipH="1">
              <a:off x="5417127" y="3131126"/>
              <a:ext cx="443345" cy="5749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o 9"/>
          <p:cNvGrpSpPr/>
          <p:nvPr/>
        </p:nvGrpSpPr>
        <p:grpSpPr>
          <a:xfrm rot="10800000">
            <a:off x="4973779" y="2981972"/>
            <a:ext cx="2673928" cy="2047227"/>
            <a:chOff x="4973781" y="3027216"/>
            <a:chExt cx="886691" cy="678873"/>
          </a:xfrm>
        </p:grpSpPr>
        <p:sp>
          <p:nvSpPr>
            <p:cNvPr id="11" name="Elipse 10"/>
            <p:cNvSpPr/>
            <p:nvPr/>
          </p:nvSpPr>
          <p:spPr>
            <a:xfrm>
              <a:off x="4973781" y="3027216"/>
              <a:ext cx="886691" cy="207819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2" name="Conector reto 11"/>
            <p:cNvCxnSpPr>
              <a:stCxn id="11" idx="2"/>
            </p:cNvCxnSpPr>
            <p:nvPr/>
          </p:nvCxnSpPr>
          <p:spPr>
            <a:xfrm>
              <a:off x="4973781" y="3131126"/>
              <a:ext cx="443345" cy="5749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>
              <a:stCxn id="11" idx="6"/>
            </p:cNvCxnSpPr>
            <p:nvPr/>
          </p:nvCxnSpPr>
          <p:spPr>
            <a:xfrm flipH="1">
              <a:off x="5417127" y="3131126"/>
              <a:ext cx="443345" cy="5749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1345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42086C6-0796-7C34-C9CE-F2C96E55826B}"/>
              </a:ext>
            </a:extLst>
          </p:cNvPr>
          <p:cNvSpPr/>
          <p:nvPr/>
        </p:nvSpPr>
        <p:spPr>
          <a:xfrm>
            <a:off x="0" y="1861457"/>
            <a:ext cx="12192000" cy="306977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0" dirty="0"/>
              <a:t>Formato de Imagem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3920781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127" y="826059"/>
            <a:ext cx="8260284" cy="471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87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m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1" t="9003" r="1093" b="2767"/>
          <a:stretch/>
        </p:blipFill>
        <p:spPr bwMode="auto">
          <a:xfrm>
            <a:off x="2886927" y="1881832"/>
            <a:ext cx="6418068" cy="3788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4064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325" y="307398"/>
            <a:ext cx="8614929" cy="574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8">
            <a:hlinkClick r:id="rId4"/>
          </p:cNvPr>
          <p:cNvSpPr/>
          <p:nvPr/>
        </p:nvSpPr>
        <p:spPr>
          <a:xfrm>
            <a:off x="2876014" y="6279776"/>
            <a:ext cx="69387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https://www.emis.de/journals/LRG/Articles/lrr-2015-1/articlese6.html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4035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BCCC56C-AC51-10E2-1292-EC44C5077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861" y="170405"/>
            <a:ext cx="6712278" cy="651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395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B72F0DC-8E92-0E8B-1953-4D8037BA9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365" y="711737"/>
            <a:ext cx="7561597" cy="445334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9581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52EEB6B-4C0D-1853-BCDD-38B83CC57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531" y="987968"/>
            <a:ext cx="4459144" cy="419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0060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244</Words>
  <Application>Microsoft Office PowerPoint</Application>
  <PresentationFormat>Widescreen</PresentationFormat>
  <Paragraphs>122</Paragraphs>
  <Slides>24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Osvaldo Luiz Santos Pereira</dc:creator>
  <cp:lastModifiedBy>Osvaldo Luiz Santos Pereira</cp:lastModifiedBy>
  <cp:revision>6</cp:revision>
  <dcterms:created xsi:type="dcterms:W3CDTF">2023-06-08T15:23:23Z</dcterms:created>
  <dcterms:modified xsi:type="dcterms:W3CDTF">2025-07-25T22:28:08Z</dcterms:modified>
</cp:coreProperties>
</file>