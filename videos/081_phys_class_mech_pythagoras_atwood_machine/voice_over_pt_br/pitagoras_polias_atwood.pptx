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6" r:id="rId1"/>
  </p:sldMasterIdLst>
  <p:notesMasterIdLst>
    <p:notesMasterId r:id="rId33"/>
  </p:notesMasterIdLst>
  <p:sldIdLst>
    <p:sldId id="261" r:id="rId2"/>
    <p:sldId id="297" r:id="rId3"/>
    <p:sldId id="275" r:id="rId4"/>
    <p:sldId id="298" r:id="rId5"/>
    <p:sldId id="276" r:id="rId6"/>
    <p:sldId id="299" r:id="rId7"/>
    <p:sldId id="280" r:id="rId8"/>
    <p:sldId id="300" r:id="rId9"/>
    <p:sldId id="277" r:id="rId10"/>
    <p:sldId id="301" r:id="rId11"/>
    <p:sldId id="281" r:id="rId12"/>
    <p:sldId id="302" r:id="rId13"/>
    <p:sldId id="278" r:id="rId14"/>
    <p:sldId id="303" r:id="rId15"/>
    <p:sldId id="284" r:id="rId16"/>
    <p:sldId id="304" r:id="rId17"/>
    <p:sldId id="286" r:id="rId18"/>
    <p:sldId id="305" r:id="rId19"/>
    <p:sldId id="285" r:id="rId20"/>
    <p:sldId id="306" r:id="rId21"/>
    <p:sldId id="287" r:id="rId22"/>
    <p:sldId id="307" r:id="rId23"/>
    <p:sldId id="279" r:id="rId24"/>
    <p:sldId id="308" r:id="rId25"/>
    <p:sldId id="290" r:id="rId26"/>
    <p:sldId id="309" r:id="rId27"/>
    <p:sldId id="292" r:id="rId28"/>
    <p:sldId id="310" r:id="rId29"/>
    <p:sldId id="296" r:id="rId30"/>
    <p:sldId id="311" r:id="rId31"/>
    <p:sldId id="295" r:id="rId32"/>
  </p:sldIdLst>
  <p:sldSz cx="9144000" cy="5143500" type="screen16x9"/>
  <p:notesSz cx="8229600" cy="14630400"/>
  <p:embeddedFontLst>
    <p:embeddedFont>
      <p:font typeface="Cambria Math" panose="02040503050406030204" pitchFamily="18" charset="0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378387-71C7-4110-B204-56577828A923}" v="75" dt="2025-09-28T20:36:46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D92CD67B-3838-4A8E-B7E8-504DA24E6CEA}"/>
    <pc:docChg chg="undo custSel addSld delSld modSld sldOrd">
      <pc:chgData name="Osvaldo Luiz Santos Pereira" userId="c308351cf5a860c7" providerId="LiveId" clId="{D92CD67B-3838-4A8E-B7E8-504DA24E6CEA}" dt="2025-08-09T01:28:11.441" v="432"/>
      <pc:docMkLst>
        <pc:docMk/>
      </pc:docMkLst>
      <pc:sldChg chg="modTransition modAnim">
        <pc:chgData name="Osvaldo Luiz Santos Pereira" userId="c308351cf5a860c7" providerId="LiveId" clId="{D92CD67B-3838-4A8E-B7E8-504DA24E6CEA}" dt="2025-08-09T01:01:26.292" v="274"/>
        <pc:sldMkLst>
          <pc:docMk/>
          <pc:sldMk cId="3067423610" sldId="258"/>
        </pc:sldMkLst>
      </pc:sldChg>
      <pc:sldChg chg="modSp modTransition modAnim">
        <pc:chgData name="Osvaldo Luiz Santos Pereira" userId="c308351cf5a860c7" providerId="LiveId" clId="{D92CD67B-3838-4A8E-B7E8-504DA24E6CEA}" dt="2025-08-09T01:16:02.352" v="427" actId="20577"/>
        <pc:sldMkLst>
          <pc:docMk/>
          <pc:sldMk cId="916029383" sldId="259"/>
        </pc:sldMkLst>
      </pc:sldChg>
      <pc:sldChg chg="modTransition modAnim">
        <pc:chgData name="Osvaldo Luiz Santos Pereira" userId="c308351cf5a860c7" providerId="LiveId" clId="{D92CD67B-3838-4A8E-B7E8-504DA24E6CEA}" dt="2025-08-09T00:57:45.625" v="156"/>
        <pc:sldMkLst>
          <pc:docMk/>
          <pc:sldMk cId="3070961284" sldId="261"/>
        </pc:sldMkLst>
      </pc:sldChg>
      <pc:sldChg chg="ord modTransition modAnim">
        <pc:chgData name="Osvaldo Luiz Santos Pereira" userId="c308351cf5a860c7" providerId="LiveId" clId="{D92CD67B-3838-4A8E-B7E8-504DA24E6CEA}" dt="2025-08-09T00:58:04.676" v="157"/>
        <pc:sldMkLst>
          <pc:docMk/>
          <pc:sldMk cId="662823859" sldId="262"/>
        </pc:sldMkLst>
      </pc:sldChg>
      <pc:sldChg chg="modTransition modAnim">
        <pc:chgData name="Osvaldo Luiz Santos Pereira" userId="c308351cf5a860c7" providerId="LiveId" clId="{D92CD67B-3838-4A8E-B7E8-504DA24E6CEA}" dt="2025-08-09T01:14:24.759" v="398"/>
        <pc:sldMkLst>
          <pc:docMk/>
          <pc:sldMk cId="507282837" sldId="263"/>
        </pc:sldMkLst>
      </pc:sldChg>
      <pc:sldChg chg="modTransition modAnim">
        <pc:chgData name="Osvaldo Luiz Santos Pereira" userId="c308351cf5a860c7" providerId="LiveId" clId="{D92CD67B-3838-4A8E-B7E8-504DA24E6CEA}" dt="2025-08-09T01:14:29.904" v="403"/>
        <pc:sldMkLst>
          <pc:docMk/>
          <pc:sldMk cId="2247708559" sldId="264"/>
        </pc:sldMkLst>
      </pc:sldChg>
      <pc:sldChg chg="modTransition modAnim">
        <pc:chgData name="Osvaldo Luiz Santos Pereira" userId="c308351cf5a860c7" providerId="LiveId" clId="{D92CD67B-3838-4A8E-B7E8-504DA24E6CEA}" dt="2025-08-09T01:11:06.335" v="381"/>
        <pc:sldMkLst>
          <pc:docMk/>
          <pc:sldMk cId="4211106752" sldId="265"/>
        </pc:sldMkLst>
      </pc:sldChg>
      <pc:sldChg chg="modTransition modAnim">
        <pc:chgData name="Osvaldo Luiz Santos Pereira" userId="c308351cf5a860c7" providerId="LiveId" clId="{D92CD67B-3838-4A8E-B7E8-504DA24E6CEA}" dt="2025-08-09T01:28:11.441" v="432"/>
        <pc:sldMkLst>
          <pc:docMk/>
          <pc:sldMk cId="925325881" sldId="266"/>
        </pc:sldMkLst>
      </pc:sldChg>
      <pc:sldChg chg="modSp modAnim">
        <pc:chgData name="Osvaldo Luiz Santos Pereira" userId="c308351cf5a860c7" providerId="LiveId" clId="{D92CD67B-3838-4A8E-B7E8-504DA24E6CEA}" dt="2025-08-09T00:10:55.374" v="117" actId="20577"/>
        <pc:sldMkLst>
          <pc:docMk/>
          <pc:sldMk cId="1289244108" sldId="267"/>
        </pc:sldMkLst>
      </pc:sldChg>
      <pc:sldChg chg="modSp modTransition modAnim">
        <pc:chgData name="Osvaldo Luiz Santos Pereira" userId="c308351cf5a860c7" providerId="LiveId" clId="{D92CD67B-3838-4A8E-B7E8-504DA24E6CEA}" dt="2025-08-09T01:01:16.081" v="260"/>
        <pc:sldMkLst>
          <pc:docMk/>
          <pc:sldMk cId="89530914" sldId="268"/>
        </pc:sldMkLst>
      </pc:sldChg>
      <pc:sldChg chg="modTransition modAnim">
        <pc:chgData name="Osvaldo Luiz Santos Pereira" userId="c308351cf5a860c7" providerId="LiveId" clId="{D92CD67B-3838-4A8E-B7E8-504DA24E6CEA}" dt="2025-08-09T01:01:53.502" v="286"/>
        <pc:sldMkLst>
          <pc:docMk/>
          <pc:sldMk cId="3879095415" sldId="269"/>
        </pc:sldMkLst>
      </pc:sldChg>
      <pc:sldChg chg="modTransition modAnim">
        <pc:chgData name="Osvaldo Luiz Santos Pereira" userId="c308351cf5a860c7" providerId="LiveId" clId="{D92CD67B-3838-4A8E-B7E8-504DA24E6CEA}" dt="2025-08-09T01:02:15.200" v="300"/>
        <pc:sldMkLst>
          <pc:docMk/>
          <pc:sldMk cId="32095444" sldId="270"/>
        </pc:sldMkLst>
      </pc:sldChg>
      <pc:sldChg chg="addSp delSp modSp add del mod ord modTransition modAnim">
        <pc:chgData name="Osvaldo Luiz Santos Pereira" userId="c308351cf5a860c7" providerId="LiveId" clId="{D92CD67B-3838-4A8E-B7E8-504DA24E6CEA}" dt="2025-08-09T00:59:54.679" v="216"/>
        <pc:sldMkLst>
          <pc:docMk/>
          <pc:sldMk cId="3795408482" sldId="271"/>
        </pc:sldMkLst>
      </pc:sldChg>
      <pc:sldChg chg="addSp modSp add del mod">
        <pc:chgData name="Osvaldo Luiz Santos Pereira" userId="c308351cf5a860c7" providerId="LiveId" clId="{D92CD67B-3838-4A8E-B7E8-504DA24E6CEA}" dt="2025-08-08T23:49:28.152" v="45" actId="47"/>
        <pc:sldMkLst>
          <pc:docMk/>
          <pc:sldMk cId="609415764" sldId="272"/>
        </pc:sldMkLst>
      </pc:sldChg>
      <pc:sldChg chg="delSp modSp add mod modTransition">
        <pc:chgData name="Osvaldo Luiz Santos Pereira" userId="c308351cf5a860c7" providerId="LiveId" clId="{D92CD67B-3838-4A8E-B7E8-504DA24E6CEA}" dt="2025-08-09T00:59:57.376" v="217"/>
        <pc:sldMkLst>
          <pc:docMk/>
          <pc:sldMk cId="1342036027" sldId="272"/>
        </pc:sldMkLst>
      </pc:sldChg>
      <pc:sldChg chg="modSp add del mod modTransition modAnim">
        <pc:chgData name="Osvaldo Luiz Santos Pereira" userId="c308351cf5a860c7" providerId="LiveId" clId="{D92CD67B-3838-4A8E-B7E8-504DA24E6CEA}" dt="2025-08-08T23:52:38.476" v="52" actId="47"/>
        <pc:sldMkLst>
          <pc:docMk/>
          <pc:sldMk cId="3604448470" sldId="272"/>
        </pc:sldMkLst>
      </pc:sldChg>
      <pc:sldChg chg="delSp modSp add mod modTransition">
        <pc:chgData name="Osvaldo Luiz Santos Pereira" userId="c308351cf5a860c7" providerId="LiveId" clId="{D92CD67B-3838-4A8E-B7E8-504DA24E6CEA}" dt="2025-08-09T01:00:01.367" v="218"/>
        <pc:sldMkLst>
          <pc:docMk/>
          <pc:sldMk cId="3217380307" sldId="273"/>
        </pc:sldMkLst>
      </pc:sldChg>
      <pc:sldChg chg="delSp modSp add mod modTransition">
        <pc:chgData name="Osvaldo Luiz Santos Pereira" userId="c308351cf5a860c7" providerId="LiveId" clId="{D92CD67B-3838-4A8E-B7E8-504DA24E6CEA}" dt="2025-08-09T01:23:36.093" v="431"/>
        <pc:sldMkLst>
          <pc:docMk/>
          <pc:sldMk cId="2783137623" sldId="274"/>
        </pc:sldMkLst>
      </pc:sldChg>
      <pc:sldChg chg="new modTransition">
        <pc:chgData name="Osvaldo Luiz Santos Pereira" userId="c308351cf5a860c7" providerId="LiveId" clId="{D92CD67B-3838-4A8E-B7E8-504DA24E6CEA}" dt="2025-08-09T01:14:58.223" v="407"/>
        <pc:sldMkLst>
          <pc:docMk/>
          <pc:sldMk cId="2426334548" sldId="275"/>
        </pc:sldMkLst>
      </pc:sldChg>
      <pc:sldChg chg="add">
        <pc:chgData name="Osvaldo Luiz Santos Pereira" userId="c308351cf5a860c7" providerId="LiveId" clId="{D92CD67B-3838-4A8E-B7E8-504DA24E6CEA}" dt="2025-08-09T01:15:02.604" v="409"/>
        <pc:sldMkLst>
          <pc:docMk/>
          <pc:sldMk cId="540946614" sldId="276"/>
        </pc:sldMkLst>
      </pc:sldChg>
      <pc:sldChg chg="add del">
        <pc:chgData name="Osvaldo Luiz Santos Pereira" userId="c308351cf5a860c7" providerId="LiveId" clId="{D92CD67B-3838-4A8E-B7E8-504DA24E6CEA}" dt="2025-08-09T01:15:00.265" v="408" actId="47"/>
        <pc:sldMkLst>
          <pc:docMk/>
          <pc:sldMk cId="2953629805" sldId="276"/>
        </pc:sldMkLst>
      </pc:sldChg>
      <pc:sldChg chg="add">
        <pc:chgData name="Osvaldo Luiz Santos Pereira" userId="c308351cf5a860c7" providerId="LiveId" clId="{D92CD67B-3838-4A8E-B7E8-504DA24E6CEA}" dt="2025-08-09T01:15:05.761" v="410"/>
        <pc:sldMkLst>
          <pc:docMk/>
          <pc:sldMk cId="3886539619" sldId="277"/>
        </pc:sldMkLst>
      </pc:sldChg>
      <pc:sldChg chg="add">
        <pc:chgData name="Osvaldo Luiz Santos Pereira" userId="c308351cf5a860c7" providerId="LiveId" clId="{D92CD67B-3838-4A8E-B7E8-504DA24E6CEA}" dt="2025-08-09T01:15:11.482" v="411"/>
        <pc:sldMkLst>
          <pc:docMk/>
          <pc:sldMk cId="1467288226" sldId="278"/>
        </pc:sldMkLst>
      </pc:sldChg>
      <pc:sldChg chg="add">
        <pc:chgData name="Osvaldo Luiz Santos Pereira" userId="c308351cf5a860c7" providerId="LiveId" clId="{D92CD67B-3838-4A8E-B7E8-504DA24E6CEA}" dt="2025-08-09T01:15:13.052" v="412"/>
        <pc:sldMkLst>
          <pc:docMk/>
          <pc:sldMk cId="3766197904" sldId="279"/>
        </pc:sldMkLst>
      </pc:sldChg>
      <pc:sldChg chg="add">
        <pc:chgData name="Osvaldo Luiz Santos Pereira" userId="c308351cf5a860c7" providerId="LiveId" clId="{D92CD67B-3838-4A8E-B7E8-504DA24E6CEA}" dt="2025-08-09T01:15:20.981" v="413"/>
        <pc:sldMkLst>
          <pc:docMk/>
          <pc:sldMk cId="3355517273" sldId="280"/>
        </pc:sldMkLst>
      </pc:sldChg>
      <pc:sldChg chg="add">
        <pc:chgData name="Osvaldo Luiz Santos Pereira" userId="c308351cf5a860c7" providerId="LiveId" clId="{D92CD67B-3838-4A8E-B7E8-504DA24E6CEA}" dt="2025-08-09T01:15:24.174" v="414"/>
        <pc:sldMkLst>
          <pc:docMk/>
          <pc:sldMk cId="2482398718" sldId="281"/>
        </pc:sldMkLst>
      </pc:sldChg>
      <pc:sldChg chg="add">
        <pc:chgData name="Osvaldo Luiz Santos Pereira" userId="c308351cf5a860c7" providerId="LiveId" clId="{D92CD67B-3838-4A8E-B7E8-504DA24E6CEA}" dt="2025-08-09T01:15:26.620" v="415"/>
        <pc:sldMkLst>
          <pc:docMk/>
          <pc:sldMk cId="710261317" sldId="282"/>
        </pc:sldMkLst>
      </pc:sldChg>
      <pc:sldChg chg="add">
        <pc:chgData name="Osvaldo Luiz Santos Pereira" userId="c308351cf5a860c7" providerId="LiveId" clId="{D92CD67B-3838-4A8E-B7E8-504DA24E6CEA}" dt="2025-08-09T01:15:28.432" v="416"/>
        <pc:sldMkLst>
          <pc:docMk/>
          <pc:sldMk cId="4024257271" sldId="283"/>
        </pc:sldMkLst>
      </pc:sldChg>
      <pc:sldChg chg="add">
        <pc:chgData name="Osvaldo Luiz Santos Pereira" userId="c308351cf5a860c7" providerId="LiveId" clId="{D92CD67B-3838-4A8E-B7E8-504DA24E6CEA}" dt="2025-08-09T01:15:30.218" v="417"/>
        <pc:sldMkLst>
          <pc:docMk/>
          <pc:sldMk cId="3335286933" sldId="284"/>
        </pc:sldMkLst>
      </pc:sldChg>
      <pc:sldChg chg="add">
        <pc:chgData name="Osvaldo Luiz Santos Pereira" userId="c308351cf5a860c7" providerId="LiveId" clId="{D92CD67B-3838-4A8E-B7E8-504DA24E6CEA}" dt="2025-08-09T01:15:32.120" v="418"/>
        <pc:sldMkLst>
          <pc:docMk/>
          <pc:sldMk cId="4206032303" sldId="285"/>
        </pc:sldMkLst>
      </pc:sldChg>
      <pc:sldChg chg="add">
        <pc:chgData name="Osvaldo Luiz Santos Pereira" userId="c308351cf5a860c7" providerId="LiveId" clId="{D92CD67B-3838-4A8E-B7E8-504DA24E6CEA}" dt="2025-08-09T01:15:35.798" v="419"/>
        <pc:sldMkLst>
          <pc:docMk/>
          <pc:sldMk cId="3494459104" sldId="286"/>
        </pc:sldMkLst>
      </pc:sldChg>
    </pc:docChg>
  </pc:docChgLst>
  <pc:docChgLst>
    <pc:chgData name="Osvaldo Luiz Santos Pereira" userId="c308351cf5a860c7" providerId="LiveId" clId="{FF50A428-8404-43B7-91A5-32EC1E87C1D5}"/>
    <pc:docChg chg="undo redo custSel addSld delSld modSld modMainMaster">
      <pc:chgData name="Osvaldo Luiz Santos Pereira" userId="c308351cf5a860c7" providerId="LiveId" clId="{FF50A428-8404-43B7-91A5-32EC1E87C1D5}" dt="2025-07-20T15:42:35.995" v="8896" actId="14100"/>
      <pc:docMkLst>
        <pc:docMk/>
      </pc:docMkLst>
      <pc:sldChg chg="addSp delSp modSp mod modTransition modAnim">
        <pc:chgData name="Osvaldo Luiz Santos Pereira" userId="c308351cf5a860c7" providerId="LiveId" clId="{FF50A428-8404-43B7-91A5-32EC1E87C1D5}" dt="2025-07-20T00:25:37.540" v="8635"/>
        <pc:sldMkLst>
          <pc:docMk/>
          <pc:sldMk cId="0" sldId="256"/>
        </pc:sldMkLst>
      </pc:sldChg>
      <pc:sldChg chg="addSp delSp modSp mod modTransition modAnim">
        <pc:chgData name="Osvaldo Luiz Santos Pereira" userId="c308351cf5a860c7" providerId="LiveId" clId="{FF50A428-8404-43B7-91A5-32EC1E87C1D5}" dt="2025-07-20T00:25:59.025" v="8669"/>
        <pc:sldMkLst>
          <pc:docMk/>
          <pc:sldMk cId="0" sldId="257"/>
        </pc:sldMkLst>
      </pc:sldChg>
      <pc:sldChg chg="addSp delSp modSp mod modTransition modAnim">
        <pc:chgData name="Osvaldo Luiz Santos Pereira" userId="c308351cf5a860c7" providerId="LiveId" clId="{FF50A428-8404-43B7-91A5-32EC1E87C1D5}" dt="2025-07-20T00:26:16.908" v="8708"/>
        <pc:sldMkLst>
          <pc:docMk/>
          <pc:sldMk cId="0" sldId="258"/>
        </pc:sldMkLst>
      </pc:sldChg>
      <pc:sldChg chg="modSp mod modTransition">
        <pc:chgData name="Osvaldo Luiz Santos Pereira" userId="c308351cf5a860c7" providerId="LiveId" clId="{FF50A428-8404-43B7-91A5-32EC1E87C1D5}" dt="2025-07-20T00:28:02.381" v="8825"/>
        <pc:sldMkLst>
          <pc:docMk/>
          <pc:sldMk cId="0" sldId="259"/>
        </pc:sldMkLst>
      </pc:sldChg>
      <pc:sldChg chg="modSp mod modTransition">
        <pc:chgData name="Osvaldo Luiz Santos Pereira" userId="c308351cf5a860c7" providerId="LiveId" clId="{FF50A428-8404-43B7-91A5-32EC1E87C1D5}" dt="2025-07-20T00:28:38.093" v="8855"/>
        <pc:sldMkLst>
          <pc:docMk/>
          <pc:sldMk cId="0" sldId="260"/>
        </pc:sldMkLst>
      </pc:sldChg>
      <pc:sldChg chg="addSp delSp modSp mod modTransition">
        <pc:chgData name="Osvaldo Luiz Santos Pereira" userId="c308351cf5a860c7" providerId="LiveId" clId="{FF50A428-8404-43B7-91A5-32EC1E87C1D5}" dt="2025-07-20T15:42:35.995" v="8896" actId="14100"/>
        <pc:sldMkLst>
          <pc:docMk/>
          <pc:sldMk cId="0" sldId="261"/>
        </pc:sldMkLst>
      </pc:sldChg>
      <pc:sldChg chg="addSp delSp modSp new mod modTransition">
        <pc:chgData name="Osvaldo Luiz Santos Pereira" userId="c308351cf5a860c7" providerId="LiveId" clId="{FF50A428-8404-43B7-91A5-32EC1E87C1D5}" dt="2025-07-20T00:26:59.142" v="8744"/>
        <pc:sldMkLst>
          <pc:docMk/>
          <pc:sldMk cId="770525427" sldId="262"/>
        </pc:sldMkLst>
      </pc:sldChg>
      <pc:sldChg chg="addSp delSp new add del">
        <pc:chgData name="Osvaldo Luiz Santos Pereira" userId="c308351cf5a860c7" providerId="LiveId" clId="{FF50A428-8404-43B7-91A5-32EC1E87C1D5}" dt="2025-07-15T21:28:30.426" v="24" actId="47"/>
        <pc:sldMkLst>
          <pc:docMk/>
          <pc:sldMk cId="4166882959" sldId="262"/>
        </pc:sldMkLst>
      </pc:sldChg>
      <pc:sldChg chg="addSp delSp modSp add mod modTransition">
        <pc:chgData name="Osvaldo Luiz Santos Pereira" userId="c308351cf5a860c7" providerId="LiveId" clId="{FF50A428-8404-43B7-91A5-32EC1E87C1D5}" dt="2025-07-20T00:27:13.961" v="8784"/>
        <pc:sldMkLst>
          <pc:docMk/>
          <pc:sldMk cId="35454892" sldId="263"/>
        </pc:sldMkLst>
      </pc:sld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0" sldId="2147483648"/>
        </pc:sldMasterMkLst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5"/>
          </pc:sldLayoutMkLst>
        </pc:sldLayoutChg>
      </pc:sldMaster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797814860" sldId="2147483656"/>
        </pc:sldMasterMkLst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12815338" sldId="2147483668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82889915" sldId="2147483669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2300151282" sldId="2147483670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96598828" sldId="2147483671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647623555" sldId="2147483672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014888570" sldId="2147483673"/>
          </pc:sldLayoutMkLst>
        </pc:sldLayoutChg>
      </pc:sldMasterChg>
    </pc:docChg>
  </pc:docChgLst>
  <pc:docChgLst>
    <pc:chgData name="Osvaldo Luiz Santos Pereira" userId="c308351cf5a860c7" providerId="LiveId" clId="{25679594-D7BD-491F-8AB7-AB729C1B641A}"/>
    <pc:docChg chg="undo custSel addSld delSld modSld">
      <pc:chgData name="Osvaldo Luiz Santos Pereira" userId="c308351cf5a860c7" providerId="LiveId" clId="{25679594-D7BD-491F-8AB7-AB729C1B641A}" dt="2025-07-20T22:20:35.642" v="46" actId="20577"/>
      <pc:docMkLst>
        <pc:docMk/>
      </pc:docMkLst>
      <pc:sldChg chg="delSp modSp add del mod">
        <pc:chgData name="Osvaldo Luiz Santos Pereira" userId="c308351cf5a860c7" providerId="LiveId" clId="{25679594-D7BD-491F-8AB7-AB729C1B641A}" dt="2025-07-20T22:20:35.642" v="46" actId="20577"/>
        <pc:sldMkLst>
          <pc:docMk/>
          <pc:sldMk cId="0" sldId="256"/>
        </pc:sldMkLst>
      </pc:sldChg>
      <pc:sldChg chg="del">
        <pc:chgData name="Osvaldo Luiz Santos Pereira" userId="c308351cf5a860c7" providerId="LiveId" clId="{25679594-D7BD-491F-8AB7-AB729C1B641A}" dt="2025-07-20T22:19:44.895" v="0" actId="47"/>
        <pc:sldMkLst>
          <pc:docMk/>
          <pc:sldMk cId="0" sldId="257"/>
        </pc:sldMkLst>
      </pc:sldChg>
      <pc:sldChg chg="del">
        <pc:chgData name="Osvaldo Luiz Santos Pereira" userId="c308351cf5a860c7" providerId="LiveId" clId="{25679594-D7BD-491F-8AB7-AB729C1B641A}" dt="2025-07-20T22:19:45.641" v="1" actId="47"/>
        <pc:sldMkLst>
          <pc:docMk/>
          <pc:sldMk cId="0" sldId="258"/>
        </pc:sldMkLst>
      </pc:sldChg>
      <pc:sldChg chg="del">
        <pc:chgData name="Osvaldo Luiz Santos Pereira" userId="c308351cf5a860c7" providerId="LiveId" clId="{25679594-D7BD-491F-8AB7-AB729C1B641A}" dt="2025-07-20T22:19:46.019" v="4" actId="47"/>
        <pc:sldMkLst>
          <pc:docMk/>
          <pc:sldMk cId="0" sldId="259"/>
        </pc:sldMkLst>
      </pc:sldChg>
      <pc:sldChg chg="del">
        <pc:chgData name="Osvaldo Luiz Santos Pereira" userId="c308351cf5a860c7" providerId="LiveId" clId="{25679594-D7BD-491F-8AB7-AB729C1B641A}" dt="2025-07-20T22:19:46.159" v="5" actId="47"/>
        <pc:sldMkLst>
          <pc:docMk/>
          <pc:sldMk cId="0" sldId="260"/>
        </pc:sldMkLst>
      </pc:sldChg>
      <pc:sldChg chg="del">
        <pc:chgData name="Osvaldo Luiz Santos Pereira" userId="c308351cf5a860c7" providerId="LiveId" clId="{25679594-D7BD-491F-8AB7-AB729C1B641A}" dt="2025-07-20T22:19:46.280" v="6" actId="47"/>
        <pc:sldMkLst>
          <pc:docMk/>
          <pc:sldMk cId="0" sldId="261"/>
        </pc:sldMkLst>
      </pc:sldChg>
      <pc:sldChg chg="del">
        <pc:chgData name="Osvaldo Luiz Santos Pereira" userId="c308351cf5a860c7" providerId="LiveId" clId="{25679594-D7BD-491F-8AB7-AB729C1B641A}" dt="2025-07-20T22:19:45.754" v="2" actId="47"/>
        <pc:sldMkLst>
          <pc:docMk/>
          <pc:sldMk cId="770525427" sldId="262"/>
        </pc:sldMkLst>
      </pc:sldChg>
      <pc:sldChg chg="del">
        <pc:chgData name="Osvaldo Luiz Santos Pereira" userId="c308351cf5a860c7" providerId="LiveId" clId="{25679594-D7BD-491F-8AB7-AB729C1B641A}" dt="2025-07-20T22:19:45.938" v="3" actId="47"/>
        <pc:sldMkLst>
          <pc:docMk/>
          <pc:sldMk cId="35454892" sldId="263"/>
        </pc:sldMkLst>
      </pc:sldChg>
      <pc:sldMasterChg chg="addSldLayout delSldLayout">
        <pc:chgData name="Osvaldo Luiz Santos Pereira" userId="c308351cf5a860c7" providerId="LiveId" clId="{25679594-D7BD-491F-8AB7-AB729C1B641A}" dt="2025-07-20T22:19:47.257" v="8" actId="47"/>
        <pc:sldMasterMkLst>
          <pc:docMk/>
          <pc:sldMasterMk cId="1831813391" sldId="2147483656"/>
        </pc:sldMasterMkLst>
        <pc:sldLayoutChg chg="add del">
          <pc:chgData name="Osvaldo Luiz Santos Pereira" userId="c308351cf5a860c7" providerId="LiveId" clId="{25679594-D7BD-491F-8AB7-AB729C1B641A}" dt="2025-07-20T22:19:47.257" v="8" actId="47"/>
          <pc:sldLayoutMkLst>
            <pc:docMk/>
            <pc:sldMasterMk cId="1831813391" sldId="2147483656"/>
            <pc:sldLayoutMk cId="3063225688" sldId="2147483668"/>
          </pc:sldLayoutMkLst>
        </pc:sldLayoutChg>
        <pc:sldLayoutChg chg="del">
          <pc:chgData name="Osvaldo Luiz Santos Pereira" userId="c308351cf5a860c7" providerId="LiveId" clId="{25679594-D7BD-491F-8AB7-AB729C1B641A}" dt="2025-07-20T22:19:44.895" v="0" actId="47"/>
          <pc:sldLayoutMkLst>
            <pc:docMk/>
            <pc:sldMasterMk cId="1831813391" sldId="2147483656"/>
            <pc:sldLayoutMk cId="3015824448" sldId="2147483669"/>
          </pc:sldLayoutMkLst>
        </pc:sldLayoutChg>
        <pc:sldLayoutChg chg="del">
          <pc:chgData name="Osvaldo Luiz Santos Pereira" userId="c308351cf5a860c7" providerId="LiveId" clId="{25679594-D7BD-491F-8AB7-AB729C1B641A}" dt="2025-07-20T22:19:45.938" v="3" actId="47"/>
          <pc:sldLayoutMkLst>
            <pc:docMk/>
            <pc:sldMasterMk cId="1831813391" sldId="2147483656"/>
            <pc:sldLayoutMk cId="3379518103" sldId="2147483670"/>
          </pc:sldLayoutMkLst>
        </pc:sldLayoutChg>
        <pc:sldLayoutChg chg="del">
          <pc:chgData name="Osvaldo Luiz Santos Pereira" userId="c308351cf5a860c7" providerId="LiveId" clId="{25679594-D7BD-491F-8AB7-AB729C1B641A}" dt="2025-07-20T22:19:46.019" v="4" actId="47"/>
          <pc:sldLayoutMkLst>
            <pc:docMk/>
            <pc:sldMasterMk cId="1831813391" sldId="2147483656"/>
            <pc:sldLayoutMk cId="2517824387" sldId="2147483671"/>
          </pc:sldLayoutMkLst>
        </pc:sldLayoutChg>
        <pc:sldLayoutChg chg="del">
          <pc:chgData name="Osvaldo Luiz Santos Pereira" userId="c308351cf5a860c7" providerId="LiveId" clId="{25679594-D7BD-491F-8AB7-AB729C1B641A}" dt="2025-07-20T22:19:46.159" v="5" actId="47"/>
          <pc:sldLayoutMkLst>
            <pc:docMk/>
            <pc:sldMasterMk cId="1831813391" sldId="2147483656"/>
            <pc:sldLayoutMk cId="2670046631" sldId="2147483672"/>
          </pc:sldLayoutMkLst>
        </pc:sldLayoutChg>
        <pc:sldLayoutChg chg="del">
          <pc:chgData name="Osvaldo Luiz Santos Pereira" userId="c308351cf5a860c7" providerId="LiveId" clId="{25679594-D7BD-491F-8AB7-AB729C1B641A}" dt="2025-07-20T22:19:46.280" v="6" actId="47"/>
          <pc:sldLayoutMkLst>
            <pc:docMk/>
            <pc:sldMasterMk cId="1831813391" sldId="2147483656"/>
            <pc:sldLayoutMk cId="1893514841" sldId="2147483673"/>
          </pc:sldLayoutMkLst>
        </pc:sldLayoutChg>
      </pc:sldMasterChg>
    </pc:docChg>
  </pc:docChgLst>
  <pc:docChgLst>
    <pc:chgData name="Osvaldo Luiz Santos Pereira" userId="c308351cf5a860c7" providerId="LiveId" clId="{30D4B243-E56E-4CD9-9C49-7B140616515F}"/>
    <pc:docChg chg="undo custSel addSld delSld modSld sldOrd">
      <pc:chgData name="Osvaldo Luiz Santos Pereira" userId="c308351cf5a860c7" providerId="LiveId" clId="{30D4B243-E56E-4CD9-9C49-7B140616515F}" dt="2025-09-28T22:06:19.140" v="2688" actId="729"/>
      <pc:docMkLst>
        <pc:docMk/>
      </pc:docMkLst>
      <pc:sldChg chg="del">
        <pc:chgData name="Osvaldo Luiz Santos Pereira" userId="c308351cf5a860c7" providerId="LiveId" clId="{30D4B243-E56E-4CD9-9C49-7B140616515F}" dt="2025-09-09T17:43:10.616" v="15" actId="47"/>
        <pc:sldMkLst>
          <pc:docMk/>
          <pc:sldMk cId="3067423610" sldId="258"/>
        </pc:sldMkLst>
      </pc:sldChg>
      <pc:sldChg chg="del">
        <pc:chgData name="Osvaldo Luiz Santos Pereira" userId="c308351cf5a860c7" providerId="LiveId" clId="{30D4B243-E56E-4CD9-9C49-7B140616515F}" dt="2025-09-09T17:43:07.949" v="7" actId="47"/>
        <pc:sldMkLst>
          <pc:docMk/>
          <pc:sldMk cId="916029383" sldId="259"/>
        </pc:sldMkLst>
      </pc:sldChg>
      <pc:sldChg chg="addSp delSp modSp mod modTransition">
        <pc:chgData name="Osvaldo Luiz Santos Pereira" userId="c308351cf5a860c7" providerId="LiveId" clId="{30D4B243-E56E-4CD9-9C49-7B140616515F}" dt="2025-09-28T12:44:36.423" v="2622"/>
        <pc:sldMkLst>
          <pc:docMk/>
          <pc:sldMk cId="3070961284" sldId="261"/>
        </pc:sldMkLst>
        <pc:spChg chg="mod">
          <ac:chgData name="Osvaldo Luiz Santos Pereira" userId="c308351cf5a860c7" providerId="LiveId" clId="{30D4B243-E56E-4CD9-9C49-7B140616515F}" dt="2025-09-28T12:31:09.610" v="2511" actId="20577"/>
          <ac:spMkLst>
            <pc:docMk/>
            <pc:sldMk cId="3070961284" sldId="261"/>
            <ac:spMk id="2" creationId="{D9C7FC28-1190-494E-4763-E7D858FB69F4}"/>
          </ac:spMkLst>
        </pc:spChg>
        <pc:spChg chg="add mod">
          <ac:chgData name="Osvaldo Luiz Santos Pereira" userId="c308351cf5a860c7" providerId="LiveId" clId="{30D4B243-E56E-4CD9-9C49-7B140616515F}" dt="2025-09-09T17:44:44.602" v="45" actId="1076"/>
          <ac:spMkLst>
            <pc:docMk/>
            <pc:sldMk cId="3070961284" sldId="261"/>
            <ac:spMk id="3" creationId="{85159C70-05EB-CAA6-C395-63C77A56C1F8}"/>
          </ac:spMkLst>
        </pc:spChg>
        <pc:spChg chg="add mod">
          <ac:chgData name="Osvaldo Luiz Santos Pereira" userId="c308351cf5a860c7" providerId="LiveId" clId="{30D4B243-E56E-4CD9-9C49-7B140616515F}" dt="2025-09-09T17:44:44.602" v="45" actId="1076"/>
          <ac:spMkLst>
            <pc:docMk/>
            <pc:sldMk cId="3070961284" sldId="261"/>
            <ac:spMk id="4" creationId="{7DA316AB-BAA7-5460-68D9-50E8EB61DEED}"/>
          </ac:spMkLst>
        </pc:spChg>
        <pc:spChg chg="add mod">
          <ac:chgData name="Osvaldo Luiz Santos Pereira" userId="c308351cf5a860c7" providerId="LiveId" clId="{30D4B243-E56E-4CD9-9C49-7B140616515F}" dt="2025-09-09T17:45:02.532" v="48" actId="1076"/>
          <ac:spMkLst>
            <pc:docMk/>
            <pc:sldMk cId="3070961284" sldId="261"/>
            <ac:spMk id="35" creationId="{5F6F35A3-2A3C-785D-8E0E-74F0C7C975FB}"/>
          </ac:spMkLst>
        </pc:spChg>
        <pc:spChg chg="add mod">
          <ac:chgData name="Osvaldo Luiz Santos Pereira" userId="c308351cf5a860c7" providerId="LiveId" clId="{30D4B243-E56E-4CD9-9C49-7B140616515F}" dt="2025-09-09T17:45:10.420" v="49" actId="571"/>
          <ac:spMkLst>
            <pc:docMk/>
            <pc:sldMk cId="3070961284" sldId="261"/>
            <ac:spMk id="36" creationId="{66EBEAD5-F7E2-7375-D07C-102AE2A354FA}"/>
          </ac:spMkLst>
        </pc:spChg>
        <pc:spChg chg="add mod">
          <ac:chgData name="Osvaldo Luiz Santos Pereira" userId="c308351cf5a860c7" providerId="LiveId" clId="{30D4B243-E56E-4CD9-9C49-7B140616515F}" dt="2025-09-09T17:49:36.788" v="97" actId="207"/>
          <ac:spMkLst>
            <pc:docMk/>
            <pc:sldMk cId="3070961284" sldId="261"/>
            <ac:spMk id="37" creationId="{36A1AB9A-B8B7-795C-7C74-5A7237210127}"/>
          </ac:spMkLst>
        </pc:spChg>
        <pc:spChg chg="add mod">
          <ac:chgData name="Osvaldo Luiz Santos Pereira" userId="c308351cf5a860c7" providerId="LiveId" clId="{30D4B243-E56E-4CD9-9C49-7B140616515F}" dt="2025-09-09T17:49:38.956" v="98" actId="207"/>
          <ac:spMkLst>
            <pc:docMk/>
            <pc:sldMk cId="3070961284" sldId="261"/>
            <ac:spMk id="38" creationId="{2585F84F-2598-4A82-672F-01618A37F5FD}"/>
          </ac:spMkLst>
        </pc:spChg>
        <pc:spChg chg="add mod">
          <ac:chgData name="Osvaldo Luiz Santos Pereira" userId="c308351cf5a860c7" providerId="LiveId" clId="{30D4B243-E56E-4CD9-9C49-7B140616515F}" dt="2025-09-09T17:49:39.638" v="99" actId="207"/>
          <ac:spMkLst>
            <pc:docMk/>
            <pc:sldMk cId="3070961284" sldId="261"/>
            <ac:spMk id="39" creationId="{67432275-45BB-6215-453A-8F09ECF7F132}"/>
          </ac:spMkLst>
        </pc:spChg>
        <pc:spChg chg="add mod">
          <ac:chgData name="Osvaldo Luiz Santos Pereira" userId="c308351cf5a860c7" providerId="LiveId" clId="{30D4B243-E56E-4CD9-9C49-7B140616515F}" dt="2025-09-09T17:49:44.054" v="100" actId="1076"/>
          <ac:spMkLst>
            <pc:docMk/>
            <pc:sldMk cId="3070961284" sldId="261"/>
            <ac:spMk id="40" creationId="{2E39E416-92FD-F392-63D5-F9685C78336D}"/>
          </ac:spMkLst>
        </pc:spChg>
        <pc:spChg chg="add mod">
          <ac:chgData name="Osvaldo Luiz Santos Pereira" userId="c308351cf5a860c7" providerId="LiveId" clId="{30D4B243-E56E-4CD9-9C49-7B140616515F}" dt="2025-09-09T18:07:15.882" v="128" actId="1076"/>
          <ac:spMkLst>
            <pc:docMk/>
            <pc:sldMk cId="3070961284" sldId="261"/>
            <ac:spMk id="41" creationId="{BF90C718-1BFA-6BF2-1855-5326CE42286B}"/>
          </ac:spMkLst>
        </pc:spChg>
        <pc:spChg chg="add mod">
          <ac:chgData name="Osvaldo Luiz Santos Pereira" userId="c308351cf5a860c7" providerId="LiveId" clId="{30D4B243-E56E-4CD9-9C49-7B140616515F}" dt="2025-09-09T17:50:20.390" v="123" actId="20577"/>
          <ac:spMkLst>
            <pc:docMk/>
            <pc:sldMk cId="3070961284" sldId="261"/>
            <ac:spMk id="42" creationId="{E8010F78-8F9C-DC24-EB8C-0284266A2BAE}"/>
          </ac:spMkLst>
        </pc:spChg>
        <pc:spChg chg="add mod">
          <ac:chgData name="Osvaldo Luiz Santos Pereira" userId="c308351cf5a860c7" providerId="LiveId" clId="{30D4B243-E56E-4CD9-9C49-7B140616515F}" dt="2025-09-09T18:37:53.774" v="208" actId="1076"/>
          <ac:spMkLst>
            <pc:docMk/>
            <pc:sldMk cId="3070961284" sldId="261"/>
            <ac:spMk id="44" creationId="{7192C8C0-B2D6-2361-3403-C2C43DDCFD9C}"/>
          </ac:spMkLst>
        </pc:spChg>
        <pc:cxnChg chg="add mod">
          <ac:chgData name="Osvaldo Luiz Santos Pereira" userId="c308351cf5a860c7" providerId="LiveId" clId="{30D4B243-E56E-4CD9-9C49-7B140616515F}" dt="2025-09-09T17:44:44.602" v="45" actId="1076"/>
          <ac:cxnSpMkLst>
            <pc:docMk/>
            <pc:sldMk cId="3070961284" sldId="261"/>
            <ac:cxnSpMk id="9" creationId="{C1B78A89-261C-84A1-8B43-F71274B6C134}"/>
          </ac:cxnSpMkLst>
        </pc:cxnChg>
        <pc:cxnChg chg="add mod">
          <ac:chgData name="Osvaldo Luiz Santos Pereira" userId="c308351cf5a860c7" providerId="LiveId" clId="{30D4B243-E56E-4CD9-9C49-7B140616515F}" dt="2025-09-09T17:44:44.602" v="45" actId="1076"/>
          <ac:cxnSpMkLst>
            <pc:docMk/>
            <pc:sldMk cId="3070961284" sldId="261"/>
            <ac:cxnSpMk id="22" creationId="{46ABBA3F-0B8A-2C99-8B75-2A0BBED318AB}"/>
          </ac:cxnSpMkLst>
        </pc:cxnChg>
        <pc:cxnChg chg="add mod">
          <ac:chgData name="Osvaldo Luiz Santos Pereira" userId="c308351cf5a860c7" providerId="LiveId" clId="{30D4B243-E56E-4CD9-9C49-7B140616515F}" dt="2025-09-09T17:44:44.602" v="45" actId="1076"/>
          <ac:cxnSpMkLst>
            <pc:docMk/>
            <pc:sldMk cId="3070961284" sldId="261"/>
            <ac:cxnSpMk id="23" creationId="{8AC3A1E8-26FF-2562-78C5-935AC4B2A34C}"/>
          </ac:cxnSpMkLst>
        </pc:cxnChg>
        <pc:cxnChg chg="add mod">
          <ac:chgData name="Osvaldo Luiz Santos Pereira" userId="c308351cf5a860c7" providerId="LiveId" clId="{30D4B243-E56E-4CD9-9C49-7B140616515F}" dt="2025-09-09T17:44:44.602" v="45" actId="1076"/>
          <ac:cxnSpMkLst>
            <pc:docMk/>
            <pc:sldMk cId="3070961284" sldId="261"/>
            <ac:cxnSpMk id="25" creationId="{003D5C11-F8F1-5C54-71BE-B51DEB007D6A}"/>
          </ac:cxnSpMkLst>
        </pc:cxnChg>
        <pc:cxnChg chg="add mod">
          <ac:chgData name="Osvaldo Luiz Santos Pereira" userId="c308351cf5a860c7" providerId="LiveId" clId="{30D4B243-E56E-4CD9-9C49-7B140616515F}" dt="2025-09-09T17:44:44.602" v="45" actId="1076"/>
          <ac:cxnSpMkLst>
            <pc:docMk/>
            <pc:sldMk cId="3070961284" sldId="261"/>
            <ac:cxnSpMk id="32" creationId="{59C59807-4E47-58F9-70A4-A7CCB98E5673}"/>
          </ac:cxnSpMkLst>
        </pc:cxnChg>
        <pc:cxnChg chg="add mod">
          <ac:chgData name="Osvaldo Luiz Santos Pereira" userId="c308351cf5a860c7" providerId="LiveId" clId="{30D4B243-E56E-4CD9-9C49-7B140616515F}" dt="2025-09-09T18:36:03.546" v="164" actId="693"/>
          <ac:cxnSpMkLst>
            <pc:docMk/>
            <pc:sldMk cId="3070961284" sldId="261"/>
            <ac:cxnSpMk id="43" creationId="{28D2F8B3-42BB-7E86-B972-48DC539A0609}"/>
          </ac:cxnSpMkLst>
        </pc:cxnChg>
      </pc:sldChg>
      <pc:sldChg chg="del">
        <pc:chgData name="Osvaldo Luiz Santos Pereira" userId="c308351cf5a860c7" providerId="LiveId" clId="{30D4B243-E56E-4CD9-9C49-7B140616515F}" dt="2025-09-09T17:43:06.558" v="0" actId="47"/>
        <pc:sldMkLst>
          <pc:docMk/>
          <pc:sldMk cId="662823859" sldId="262"/>
        </pc:sldMkLst>
      </pc:sldChg>
      <pc:sldChg chg="del">
        <pc:chgData name="Osvaldo Luiz Santos Pereira" userId="c308351cf5a860c7" providerId="LiveId" clId="{30D4B243-E56E-4CD9-9C49-7B140616515F}" dt="2025-09-09T17:43:14.447" v="25" actId="47"/>
        <pc:sldMkLst>
          <pc:docMk/>
          <pc:sldMk cId="507282837" sldId="263"/>
        </pc:sldMkLst>
      </pc:sldChg>
      <pc:sldChg chg="del">
        <pc:chgData name="Osvaldo Luiz Santos Pereira" userId="c308351cf5a860c7" providerId="LiveId" clId="{30D4B243-E56E-4CD9-9C49-7B140616515F}" dt="2025-09-09T17:43:12.551" v="23" actId="47"/>
        <pc:sldMkLst>
          <pc:docMk/>
          <pc:sldMk cId="2247708559" sldId="264"/>
        </pc:sldMkLst>
      </pc:sldChg>
      <pc:sldChg chg="del">
        <pc:chgData name="Osvaldo Luiz Santos Pereira" userId="c308351cf5a860c7" providerId="LiveId" clId="{30D4B243-E56E-4CD9-9C49-7B140616515F}" dt="2025-09-09T17:43:11.632" v="19" actId="47"/>
        <pc:sldMkLst>
          <pc:docMk/>
          <pc:sldMk cId="4211106752" sldId="265"/>
        </pc:sldMkLst>
      </pc:sldChg>
      <pc:sldChg chg="del">
        <pc:chgData name="Osvaldo Luiz Santos Pereira" userId="c308351cf5a860c7" providerId="LiveId" clId="{30D4B243-E56E-4CD9-9C49-7B140616515F}" dt="2025-09-09T17:43:08.364" v="9" actId="47"/>
        <pc:sldMkLst>
          <pc:docMk/>
          <pc:sldMk cId="925325881" sldId="266"/>
        </pc:sldMkLst>
      </pc:sldChg>
      <pc:sldChg chg="del">
        <pc:chgData name="Osvaldo Luiz Santos Pereira" userId="c308351cf5a860c7" providerId="LiveId" clId="{30D4B243-E56E-4CD9-9C49-7B140616515F}" dt="2025-09-09T17:43:09.312" v="11" actId="47"/>
        <pc:sldMkLst>
          <pc:docMk/>
          <pc:sldMk cId="1289244108" sldId="267"/>
        </pc:sldMkLst>
      </pc:sldChg>
      <pc:sldChg chg="del">
        <pc:chgData name="Osvaldo Luiz Santos Pereira" userId="c308351cf5a860c7" providerId="LiveId" clId="{30D4B243-E56E-4CD9-9C49-7B140616515F}" dt="2025-09-09T17:43:10.104" v="13" actId="47"/>
        <pc:sldMkLst>
          <pc:docMk/>
          <pc:sldMk cId="89530914" sldId="268"/>
        </pc:sldMkLst>
      </pc:sldChg>
      <pc:sldChg chg="del">
        <pc:chgData name="Osvaldo Luiz Santos Pereira" userId="c308351cf5a860c7" providerId="LiveId" clId="{30D4B243-E56E-4CD9-9C49-7B140616515F}" dt="2025-09-09T17:43:11.124" v="17" actId="47"/>
        <pc:sldMkLst>
          <pc:docMk/>
          <pc:sldMk cId="3879095415" sldId="269"/>
        </pc:sldMkLst>
      </pc:sldChg>
      <pc:sldChg chg="del">
        <pc:chgData name="Osvaldo Luiz Santos Pereira" userId="c308351cf5a860c7" providerId="LiveId" clId="{30D4B243-E56E-4CD9-9C49-7B140616515F}" dt="2025-09-09T17:43:12.070" v="21" actId="47"/>
        <pc:sldMkLst>
          <pc:docMk/>
          <pc:sldMk cId="32095444" sldId="270"/>
        </pc:sldMkLst>
      </pc:sldChg>
      <pc:sldChg chg="del">
        <pc:chgData name="Osvaldo Luiz Santos Pereira" userId="c308351cf5a860c7" providerId="LiveId" clId="{30D4B243-E56E-4CD9-9C49-7B140616515F}" dt="2025-09-09T17:43:06.965" v="2" actId="47"/>
        <pc:sldMkLst>
          <pc:docMk/>
          <pc:sldMk cId="3795408482" sldId="271"/>
        </pc:sldMkLst>
      </pc:sldChg>
      <pc:sldChg chg="del">
        <pc:chgData name="Osvaldo Luiz Santos Pereira" userId="c308351cf5a860c7" providerId="LiveId" clId="{30D4B243-E56E-4CD9-9C49-7B140616515F}" dt="2025-09-09T17:43:07.158" v="3" actId="47"/>
        <pc:sldMkLst>
          <pc:docMk/>
          <pc:sldMk cId="1342036027" sldId="272"/>
        </pc:sldMkLst>
      </pc:sldChg>
      <pc:sldChg chg="del">
        <pc:chgData name="Osvaldo Luiz Santos Pereira" userId="c308351cf5a860c7" providerId="LiveId" clId="{30D4B243-E56E-4CD9-9C49-7B140616515F}" dt="2025-09-09T17:43:07.361" v="4" actId="47"/>
        <pc:sldMkLst>
          <pc:docMk/>
          <pc:sldMk cId="3217380307" sldId="273"/>
        </pc:sldMkLst>
      </pc:sldChg>
      <pc:sldChg chg="del">
        <pc:chgData name="Osvaldo Luiz Santos Pereira" userId="c308351cf5a860c7" providerId="LiveId" clId="{30D4B243-E56E-4CD9-9C49-7B140616515F}" dt="2025-09-09T17:43:07.550" v="5" actId="47"/>
        <pc:sldMkLst>
          <pc:docMk/>
          <pc:sldMk cId="2783137623" sldId="274"/>
        </pc:sldMkLst>
      </pc:sldChg>
      <pc:sldChg chg="addSp delSp modSp mod modTransition">
        <pc:chgData name="Osvaldo Luiz Santos Pereira" userId="c308351cf5a860c7" providerId="LiveId" clId="{30D4B243-E56E-4CD9-9C49-7B140616515F}" dt="2025-09-28T12:44:47.465" v="2625"/>
        <pc:sldMkLst>
          <pc:docMk/>
          <pc:sldMk cId="2426334548" sldId="275"/>
        </pc:sldMkLst>
        <pc:spChg chg="add mod">
          <ac:chgData name="Osvaldo Luiz Santos Pereira" userId="c308351cf5a860c7" providerId="LiveId" clId="{30D4B243-E56E-4CD9-9C49-7B140616515F}" dt="2025-09-09T18:38:55.121" v="212" actId="1076"/>
          <ac:spMkLst>
            <pc:docMk/>
            <pc:sldMk cId="2426334548" sldId="275"/>
            <ac:spMk id="2" creationId="{E732FF95-10DB-340D-B41C-DE8CC8117835}"/>
          </ac:spMkLst>
        </pc:spChg>
        <pc:spChg chg="add mod">
          <ac:chgData name="Osvaldo Luiz Santos Pereira" userId="c308351cf5a860c7" providerId="LiveId" clId="{30D4B243-E56E-4CD9-9C49-7B140616515F}" dt="2025-09-09T18:38:55.121" v="212" actId="1076"/>
          <ac:spMkLst>
            <pc:docMk/>
            <pc:sldMk cId="2426334548" sldId="275"/>
            <ac:spMk id="3" creationId="{7F26AF4D-6733-6390-17E0-4793526CD92A}"/>
          </ac:spMkLst>
        </pc:spChg>
        <pc:spChg chg="add mod">
          <ac:chgData name="Osvaldo Luiz Santos Pereira" userId="c308351cf5a860c7" providerId="LiveId" clId="{30D4B243-E56E-4CD9-9C49-7B140616515F}" dt="2025-09-09T18:35:25.493" v="157"/>
          <ac:spMkLst>
            <pc:docMk/>
            <pc:sldMk cId="2426334548" sldId="275"/>
            <ac:spMk id="9" creationId="{8EC9E6DA-652C-6F5B-9068-3B6BF54C674B}"/>
          </ac:spMkLst>
        </pc:spChg>
        <pc:spChg chg="add mod">
          <ac:chgData name="Osvaldo Luiz Santos Pereira" userId="c308351cf5a860c7" providerId="LiveId" clId="{30D4B243-E56E-4CD9-9C49-7B140616515F}" dt="2025-09-09T18:38:55.121" v="212" actId="1076"/>
          <ac:spMkLst>
            <pc:docMk/>
            <pc:sldMk cId="2426334548" sldId="275"/>
            <ac:spMk id="10" creationId="{AF75C864-BAAD-D4CE-D8B3-258E87D367F8}"/>
          </ac:spMkLst>
        </pc:spChg>
        <pc:spChg chg="add mod">
          <ac:chgData name="Osvaldo Luiz Santos Pereira" userId="c308351cf5a860c7" providerId="LiveId" clId="{30D4B243-E56E-4CD9-9C49-7B140616515F}" dt="2025-09-09T18:38:55.121" v="212" actId="1076"/>
          <ac:spMkLst>
            <pc:docMk/>
            <pc:sldMk cId="2426334548" sldId="275"/>
            <ac:spMk id="11" creationId="{C3C01396-AE82-DE57-9059-D520890C4379}"/>
          </ac:spMkLst>
        </pc:spChg>
        <pc:spChg chg="add mod">
          <ac:chgData name="Osvaldo Luiz Santos Pereira" userId="c308351cf5a860c7" providerId="LiveId" clId="{30D4B243-E56E-4CD9-9C49-7B140616515F}" dt="2025-09-09T18:38:55.121" v="212" actId="1076"/>
          <ac:spMkLst>
            <pc:docMk/>
            <pc:sldMk cId="2426334548" sldId="275"/>
            <ac:spMk id="12" creationId="{E1B51677-F05B-D471-7DAC-003DFD8B82A9}"/>
          </ac:spMkLst>
        </pc:spChg>
        <pc:spChg chg="add mod">
          <ac:chgData name="Osvaldo Luiz Santos Pereira" userId="c308351cf5a860c7" providerId="LiveId" clId="{30D4B243-E56E-4CD9-9C49-7B140616515F}" dt="2025-09-09T18:38:55.121" v="212" actId="1076"/>
          <ac:spMkLst>
            <pc:docMk/>
            <pc:sldMk cId="2426334548" sldId="275"/>
            <ac:spMk id="13" creationId="{5CE266EC-81A4-85ED-61CF-F2269FB40405}"/>
          </ac:spMkLst>
        </pc:spChg>
        <pc:spChg chg="add mod">
          <ac:chgData name="Osvaldo Luiz Santos Pereira" userId="c308351cf5a860c7" providerId="LiveId" clId="{30D4B243-E56E-4CD9-9C49-7B140616515F}" dt="2025-09-09T18:38:55.121" v="212" actId="1076"/>
          <ac:spMkLst>
            <pc:docMk/>
            <pc:sldMk cId="2426334548" sldId="275"/>
            <ac:spMk id="14" creationId="{64F9213B-8B63-72FC-DC48-C0ECD174D5F2}"/>
          </ac:spMkLst>
        </pc:spChg>
        <pc:spChg chg="add mod">
          <ac:chgData name="Osvaldo Luiz Santos Pereira" userId="c308351cf5a860c7" providerId="LiveId" clId="{30D4B243-E56E-4CD9-9C49-7B140616515F}" dt="2025-09-09T18:38:55.121" v="212" actId="1076"/>
          <ac:spMkLst>
            <pc:docMk/>
            <pc:sldMk cId="2426334548" sldId="275"/>
            <ac:spMk id="15" creationId="{70852D36-37BF-6F69-0DF0-5BE9140A3200}"/>
          </ac:spMkLst>
        </pc:spChg>
        <pc:spChg chg="add mod">
          <ac:chgData name="Osvaldo Luiz Santos Pereira" userId="c308351cf5a860c7" providerId="LiveId" clId="{30D4B243-E56E-4CD9-9C49-7B140616515F}" dt="2025-09-09T18:38:55.121" v="212" actId="1076"/>
          <ac:spMkLst>
            <pc:docMk/>
            <pc:sldMk cId="2426334548" sldId="275"/>
            <ac:spMk id="16" creationId="{E9A41C97-F1D0-5598-3FF7-6760620DC416}"/>
          </ac:spMkLst>
        </pc:spChg>
        <pc:spChg chg="add mod">
          <ac:chgData name="Osvaldo Luiz Santos Pereira" userId="c308351cf5a860c7" providerId="LiveId" clId="{30D4B243-E56E-4CD9-9C49-7B140616515F}" dt="2025-09-09T18:36:37.742" v="180" actId="6549"/>
          <ac:spMkLst>
            <pc:docMk/>
            <pc:sldMk cId="2426334548" sldId="275"/>
            <ac:spMk id="23" creationId="{F17FEA64-C9C9-22F8-AEA5-4971C2F5D3BF}"/>
          </ac:spMkLst>
        </pc:spChg>
        <pc:spChg chg="add mod">
          <ac:chgData name="Osvaldo Luiz Santos Pereira" userId="c308351cf5a860c7" providerId="LiveId" clId="{30D4B243-E56E-4CD9-9C49-7B140616515F}" dt="2025-09-09T18:36:46.553" v="183" actId="20577"/>
          <ac:spMkLst>
            <pc:docMk/>
            <pc:sldMk cId="2426334548" sldId="275"/>
            <ac:spMk id="24" creationId="{0E3EE27C-07A4-582C-0493-1F4ACFAF2557}"/>
          </ac:spMkLst>
        </pc:spChg>
        <pc:spChg chg="add mod">
          <ac:chgData name="Osvaldo Luiz Santos Pereira" userId="c308351cf5a860c7" providerId="LiveId" clId="{30D4B243-E56E-4CD9-9C49-7B140616515F}" dt="2025-09-09T18:38:55.121" v="212" actId="1076"/>
          <ac:spMkLst>
            <pc:docMk/>
            <pc:sldMk cId="2426334548" sldId="275"/>
            <ac:spMk id="25" creationId="{10E1FFD6-336A-47AB-5B4E-4C00CEFDC973}"/>
          </ac:spMkLst>
        </pc:spChg>
        <pc:spChg chg="add mod">
          <ac:chgData name="Osvaldo Luiz Santos Pereira" userId="c308351cf5a860c7" providerId="LiveId" clId="{30D4B243-E56E-4CD9-9C49-7B140616515F}" dt="2025-09-09T18:38:03.144" v="210" actId="1076"/>
          <ac:spMkLst>
            <pc:docMk/>
            <pc:sldMk cId="2426334548" sldId="275"/>
            <ac:spMk id="26" creationId="{7FAF6B04-4D95-CEDA-702A-14F09F60461E}"/>
          </ac:spMkLst>
        </pc:spChg>
        <pc:spChg chg="add mod">
          <ac:chgData name="Osvaldo Luiz Santos Pereira" userId="c308351cf5a860c7" providerId="LiveId" clId="{30D4B243-E56E-4CD9-9C49-7B140616515F}" dt="2025-09-09T19:08:23.208" v="814"/>
          <ac:spMkLst>
            <pc:docMk/>
            <pc:sldMk cId="2426334548" sldId="275"/>
            <ac:spMk id="72" creationId="{110A11CB-A014-34A9-91DE-110BF4554837}"/>
          </ac:spMkLst>
        </pc:spChg>
        <pc:spChg chg="add mod">
          <ac:chgData name="Osvaldo Luiz Santos Pereira" userId="c308351cf5a860c7" providerId="LiveId" clId="{30D4B243-E56E-4CD9-9C49-7B140616515F}" dt="2025-09-09T19:08:23.208" v="814"/>
          <ac:spMkLst>
            <pc:docMk/>
            <pc:sldMk cId="2426334548" sldId="275"/>
            <ac:spMk id="73" creationId="{0A417237-B3ED-0D73-3270-0B447F7A5AC0}"/>
          </ac:spMkLst>
        </pc:spChg>
        <pc:cxnChg chg="add mod">
          <ac:chgData name="Osvaldo Luiz Santos Pereira" userId="c308351cf5a860c7" providerId="LiveId" clId="{30D4B243-E56E-4CD9-9C49-7B140616515F}" dt="2025-09-09T18:36:13.547" v="166"/>
          <ac:cxnSpMkLst>
            <pc:docMk/>
            <pc:sldMk cId="2426334548" sldId="275"/>
            <ac:cxnSpMk id="21" creationId="{7D5B1D54-EA23-FEB5-4CBD-F1CC65C90E6F}"/>
          </ac:cxnSpMkLst>
        </pc:cxnChg>
        <pc:cxnChg chg="add mod">
          <ac:chgData name="Osvaldo Luiz Santos Pereira" userId="c308351cf5a860c7" providerId="LiveId" clId="{30D4B243-E56E-4CD9-9C49-7B140616515F}" dt="2025-09-09T18:36:19.450" v="167" actId="571"/>
          <ac:cxnSpMkLst>
            <pc:docMk/>
            <pc:sldMk cId="2426334548" sldId="275"/>
            <ac:cxnSpMk id="22" creationId="{166BB28F-3AFB-B467-55AA-1174AE856003}"/>
          </ac:cxnSpMkLst>
        </pc:cxnChg>
      </pc:sldChg>
      <pc:sldChg chg="del">
        <pc:chgData name="Osvaldo Luiz Santos Pereira" userId="c308351cf5a860c7" providerId="LiveId" clId="{30D4B243-E56E-4CD9-9C49-7B140616515F}" dt="2025-09-09T17:43:06.764" v="1" actId="47"/>
        <pc:sldMkLst>
          <pc:docMk/>
          <pc:sldMk cId="540946614" sldId="276"/>
        </pc:sldMkLst>
      </pc:sldChg>
      <pc:sldChg chg="addSp delSp modSp add mod modTransition">
        <pc:chgData name="Osvaldo Luiz Santos Pereira" userId="c308351cf5a860c7" providerId="LiveId" clId="{30D4B243-E56E-4CD9-9C49-7B140616515F}" dt="2025-09-28T12:47:49.674" v="2628"/>
        <pc:sldMkLst>
          <pc:docMk/>
          <pc:sldMk cId="1169508024" sldId="276"/>
        </pc:sldMkLst>
        <pc:spChg chg="add mod">
          <ac:chgData name="Osvaldo Luiz Santos Pereira" userId="c308351cf5a860c7" providerId="LiveId" clId="{30D4B243-E56E-4CD9-9C49-7B140616515F}" dt="2025-09-09T18:39:43.910" v="280" actId="1076"/>
          <ac:spMkLst>
            <pc:docMk/>
            <pc:sldMk cId="1169508024" sldId="276"/>
            <ac:spMk id="4" creationId="{666BE826-4187-8073-3F8A-1A2FC1725763}"/>
          </ac:spMkLst>
        </pc:spChg>
        <pc:spChg chg="add mod">
          <ac:chgData name="Osvaldo Luiz Santos Pereira" userId="c308351cf5a860c7" providerId="LiveId" clId="{30D4B243-E56E-4CD9-9C49-7B140616515F}" dt="2025-09-09T18:39:43.910" v="280" actId="1076"/>
          <ac:spMkLst>
            <pc:docMk/>
            <pc:sldMk cId="1169508024" sldId="276"/>
            <ac:spMk id="11" creationId="{446F0EAD-3820-468E-7CBF-4669C9A347F8}"/>
          </ac:spMkLst>
        </pc:spChg>
        <pc:spChg chg="add mod">
          <ac:chgData name="Osvaldo Luiz Santos Pereira" userId="c308351cf5a860c7" providerId="LiveId" clId="{30D4B243-E56E-4CD9-9C49-7B140616515F}" dt="2025-09-09T18:39:43.910" v="280" actId="1076"/>
          <ac:spMkLst>
            <pc:docMk/>
            <pc:sldMk cId="1169508024" sldId="276"/>
            <ac:spMk id="12" creationId="{71F14E18-C99F-BA8D-B628-CD453188F096}"/>
          </ac:spMkLst>
        </pc:spChg>
        <pc:spChg chg="add mod">
          <ac:chgData name="Osvaldo Luiz Santos Pereira" userId="c308351cf5a860c7" providerId="LiveId" clId="{30D4B243-E56E-4CD9-9C49-7B140616515F}" dt="2025-09-09T18:39:43.910" v="280" actId="1076"/>
          <ac:spMkLst>
            <pc:docMk/>
            <pc:sldMk cId="1169508024" sldId="276"/>
            <ac:spMk id="13" creationId="{FAA0ED13-262D-8BF7-D8BD-547F6C23AA2B}"/>
          </ac:spMkLst>
        </pc:spChg>
        <pc:spChg chg="add mod">
          <ac:chgData name="Osvaldo Luiz Santos Pereira" userId="c308351cf5a860c7" providerId="LiveId" clId="{30D4B243-E56E-4CD9-9C49-7B140616515F}" dt="2025-09-09T18:39:43.910" v="280" actId="1076"/>
          <ac:spMkLst>
            <pc:docMk/>
            <pc:sldMk cId="1169508024" sldId="276"/>
            <ac:spMk id="14" creationId="{FA0C9BF2-0405-C8F7-CD8F-981137E10046}"/>
          </ac:spMkLst>
        </pc:spChg>
        <pc:spChg chg="add mod">
          <ac:chgData name="Osvaldo Luiz Santos Pereira" userId="c308351cf5a860c7" providerId="LiveId" clId="{30D4B243-E56E-4CD9-9C49-7B140616515F}" dt="2025-09-09T18:39:43.910" v="280" actId="1076"/>
          <ac:spMkLst>
            <pc:docMk/>
            <pc:sldMk cId="1169508024" sldId="276"/>
            <ac:spMk id="16" creationId="{68E4DE24-5AEB-2B1C-3A7B-08FB8937B5D1}"/>
          </ac:spMkLst>
        </pc:spChg>
        <pc:spChg chg="add mod">
          <ac:chgData name="Osvaldo Luiz Santos Pereira" userId="c308351cf5a860c7" providerId="LiveId" clId="{30D4B243-E56E-4CD9-9C49-7B140616515F}" dt="2025-09-09T18:39:43.910" v="280" actId="1076"/>
          <ac:spMkLst>
            <pc:docMk/>
            <pc:sldMk cId="1169508024" sldId="276"/>
            <ac:spMk id="17" creationId="{9D3C774E-4550-340D-72E3-F902AE80245D}"/>
          </ac:spMkLst>
        </pc:spChg>
        <pc:spChg chg="add mod">
          <ac:chgData name="Osvaldo Luiz Santos Pereira" userId="c308351cf5a860c7" providerId="LiveId" clId="{30D4B243-E56E-4CD9-9C49-7B140616515F}" dt="2025-09-09T18:39:43.910" v="280" actId="1076"/>
          <ac:spMkLst>
            <pc:docMk/>
            <pc:sldMk cId="1169508024" sldId="276"/>
            <ac:spMk id="20" creationId="{813BD409-80DE-250A-09F3-A0374D4C5902}"/>
          </ac:spMkLst>
        </pc:spChg>
        <pc:spChg chg="mod">
          <ac:chgData name="Osvaldo Luiz Santos Pereira" userId="c308351cf5a860c7" providerId="LiveId" clId="{30D4B243-E56E-4CD9-9C49-7B140616515F}" dt="2025-09-09T18:40:58.349" v="298" actId="14100"/>
          <ac:spMkLst>
            <pc:docMk/>
            <pc:sldMk cId="1169508024" sldId="276"/>
            <ac:spMk id="21" creationId="{8553385D-7BEC-C586-9FD4-0C7D13564E57}"/>
          </ac:spMkLst>
        </pc:spChg>
        <pc:spChg chg="add mod">
          <ac:chgData name="Osvaldo Luiz Santos Pereira" userId="c308351cf5a860c7" providerId="LiveId" clId="{30D4B243-E56E-4CD9-9C49-7B140616515F}" dt="2025-09-09T18:39:43.910" v="280" actId="1076"/>
          <ac:spMkLst>
            <pc:docMk/>
            <pc:sldMk cId="1169508024" sldId="276"/>
            <ac:spMk id="22" creationId="{D054A3EA-A84E-017A-303E-F53D98F83DE7}"/>
          </ac:spMkLst>
        </pc:spChg>
        <pc:spChg chg="add mod">
          <ac:chgData name="Osvaldo Luiz Santos Pereira" userId="c308351cf5a860c7" providerId="LiveId" clId="{30D4B243-E56E-4CD9-9C49-7B140616515F}" dt="2025-09-09T18:40:50.191" v="296" actId="6549"/>
          <ac:spMkLst>
            <pc:docMk/>
            <pc:sldMk cId="1169508024" sldId="276"/>
            <ac:spMk id="32" creationId="{677B506D-D1D2-49A7-8E47-DCCD3E956195}"/>
          </ac:spMkLst>
        </pc:spChg>
        <pc:spChg chg="add mod">
          <ac:chgData name="Osvaldo Luiz Santos Pereira" userId="c308351cf5a860c7" providerId="LiveId" clId="{30D4B243-E56E-4CD9-9C49-7B140616515F}" dt="2025-09-09T18:41:06.743" v="300" actId="20577"/>
          <ac:spMkLst>
            <pc:docMk/>
            <pc:sldMk cId="1169508024" sldId="276"/>
            <ac:spMk id="33" creationId="{AF931755-D114-0F64-DEBB-0FE7DD24DC18}"/>
          </ac:spMkLst>
        </pc:spChg>
        <pc:spChg chg="add mod">
          <ac:chgData name="Osvaldo Luiz Santos Pereira" userId="c308351cf5a860c7" providerId="LiveId" clId="{30D4B243-E56E-4CD9-9C49-7B140616515F}" dt="2025-09-09T18:41:45.790" v="310" actId="571"/>
          <ac:spMkLst>
            <pc:docMk/>
            <pc:sldMk cId="1169508024" sldId="276"/>
            <ac:spMk id="41" creationId="{DE8BE60B-5C59-4999-AC9B-66F1E741785B}"/>
          </ac:spMkLst>
        </pc:spChg>
        <pc:spChg chg="add mod">
          <ac:chgData name="Osvaldo Luiz Santos Pereira" userId="c308351cf5a860c7" providerId="LiveId" clId="{30D4B243-E56E-4CD9-9C49-7B140616515F}" dt="2025-09-09T18:41:50.420" v="311" actId="571"/>
          <ac:spMkLst>
            <pc:docMk/>
            <pc:sldMk cId="1169508024" sldId="276"/>
            <ac:spMk id="42" creationId="{4A5E6CB1-0276-DA1B-7677-D1A9151B8B7D}"/>
          </ac:spMkLst>
        </pc:spChg>
        <pc:spChg chg="add mod">
          <ac:chgData name="Osvaldo Luiz Santos Pereira" userId="c308351cf5a860c7" providerId="LiveId" clId="{30D4B243-E56E-4CD9-9C49-7B140616515F}" dt="2025-09-09T18:42:08.007" v="313" actId="20577"/>
          <ac:spMkLst>
            <pc:docMk/>
            <pc:sldMk cId="1169508024" sldId="276"/>
            <ac:spMk id="43" creationId="{9DED3FCD-A84D-E59E-62F1-796E6DD727F4}"/>
          </ac:spMkLst>
        </pc:spChg>
        <pc:spChg chg="add mod">
          <ac:chgData name="Osvaldo Luiz Santos Pereira" userId="c308351cf5a860c7" providerId="LiveId" clId="{30D4B243-E56E-4CD9-9C49-7B140616515F}" dt="2025-09-09T18:42:17.680" v="316" actId="20577"/>
          <ac:spMkLst>
            <pc:docMk/>
            <pc:sldMk cId="1169508024" sldId="276"/>
            <ac:spMk id="44" creationId="{2E22EDA9-9CFF-1214-2400-F9A54AC6AB16}"/>
          </ac:spMkLst>
        </pc:spChg>
        <pc:spChg chg="add mod">
          <ac:chgData name="Osvaldo Luiz Santos Pereira" userId="c308351cf5a860c7" providerId="LiveId" clId="{30D4B243-E56E-4CD9-9C49-7B140616515F}" dt="2025-09-09T18:42:28.595" v="320" actId="20577"/>
          <ac:spMkLst>
            <pc:docMk/>
            <pc:sldMk cId="1169508024" sldId="276"/>
            <ac:spMk id="45" creationId="{FCAB7629-16A2-826A-3C36-4FF809706305}"/>
          </ac:spMkLst>
        </pc:spChg>
        <pc:cxnChg chg="add mod">
          <ac:chgData name="Osvaldo Luiz Santos Pereira" userId="c308351cf5a860c7" providerId="LiveId" clId="{30D4B243-E56E-4CD9-9C49-7B140616515F}" dt="2025-09-09T18:40:16.368" v="285" actId="1076"/>
          <ac:cxnSpMkLst>
            <pc:docMk/>
            <pc:sldMk cId="1169508024" sldId="276"/>
            <ac:cxnSpMk id="25" creationId="{B7FECCC1-06CC-830D-A855-CCF6EBA8DA88}"/>
          </ac:cxnSpMkLst>
        </pc:cxnChg>
        <pc:cxnChg chg="add mod">
          <ac:chgData name="Osvaldo Luiz Santos Pereira" userId="c308351cf5a860c7" providerId="LiveId" clId="{30D4B243-E56E-4CD9-9C49-7B140616515F}" dt="2025-09-09T18:40:22.115" v="287" actId="1076"/>
          <ac:cxnSpMkLst>
            <pc:docMk/>
            <pc:sldMk cId="1169508024" sldId="276"/>
            <ac:cxnSpMk id="26" creationId="{8D1D0A50-260E-0B95-2C98-ABB58F8353C4}"/>
          </ac:cxnSpMkLst>
        </pc:cxnChg>
        <pc:cxnChg chg="add mod">
          <ac:chgData name="Osvaldo Luiz Santos Pereira" userId="c308351cf5a860c7" providerId="LiveId" clId="{30D4B243-E56E-4CD9-9C49-7B140616515F}" dt="2025-09-09T18:40:33.615" v="290" actId="1076"/>
          <ac:cxnSpMkLst>
            <pc:docMk/>
            <pc:sldMk cId="1169508024" sldId="276"/>
            <ac:cxnSpMk id="27" creationId="{819FE395-AF9C-3652-2CF9-2A493A0CE2C0}"/>
          </ac:cxnSpMkLst>
        </pc:cxnChg>
        <pc:cxnChg chg="add mod">
          <ac:chgData name="Osvaldo Luiz Santos Pereira" userId="c308351cf5a860c7" providerId="LiveId" clId="{30D4B243-E56E-4CD9-9C49-7B140616515F}" dt="2025-09-09T18:40:38.812" v="292" actId="14100"/>
          <ac:cxnSpMkLst>
            <pc:docMk/>
            <pc:sldMk cId="1169508024" sldId="276"/>
            <ac:cxnSpMk id="29" creationId="{F5FE817C-D36A-BC3B-8120-C7FC545199BD}"/>
          </ac:cxnSpMkLst>
        </pc:cxnChg>
        <pc:cxnChg chg="add mod">
          <ac:chgData name="Osvaldo Luiz Santos Pereira" userId="c308351cf5a860c7" providerId="LiveId" clId="{30D4B243-E56E-4CD9-9C49-7B140616515F}" dt="2025-09-09T18:40:42.894" v="293" actId="571"/>
          <ac:cxnSpMkLst>
            <pc:docMk/>
            <pc:sldMk cId="1169508024" sldId="276"/>
            <ac:cxnSpMk id="31" creationId="{79BBB367-B645-44A2-2ED5-0E111780ECB5}"/>
          </ac:cxnSpMkLst>
        </pc:cxnChg>
        <pc:cxnChg chg="add mod">
          <ac:chgData name="Osvaldo Luiz Santos Pereira" userId="c308351cf5a860c7" providerId="LiveId" clId="{30D4B243-E56E-4CD9-9C49-7B140616515F}" dt="2025-09-09T18:41:27.098" v="305" actId="14100"/>
          <ac:cxnSpMkLst>
            <pc:docMk/>
            <pc:sldMk cId="1169508024" sldId="276"/>
            <ac:cxnSpMk id="34" creationId="{28BE664D-EE42-CC01-318A-FB1886DA98D0}"/>
          </ac:cxnSpMkLst>
        </pc:cxnChg>
        <pc:cxnChg chg="add mod">
          <ac:chgData name="Osvaldo Luiz Santos Pereira" userId="c308351cf5a860c7" providerId="LiveId" clId="{30D4B243-E56E-4CD9-9C49-7B140616515F}" dt="2025-09-09T18:41:39.969" v="309" actId="14100"/>
          <ac:cxnSpMkLst>
            <pc:docMk/>
            <pc:sldMk cId="1169508024" sldId="276"/>
            <ac:cxnSpMk id="38" creationId="{E459BCC1-BFAA-C724-BF30-8FD820ED657B}"/>
          </ac:cxnSpMkLst>
        </pc:cxnChg>
        <pc:cxnChg chg="add del mod">
          <ac:chgData name="Osvaldo Luiz Santos Pereira" userId="c308351cf5a860c7" providerId="LiveId" clId="{30D4B243-E56E-4CD9-9C49-7B140616515F}" dt="2025-09-09T18:42:58.334" v="325" actId="478"/>
          <ac:cxnSpMkLst>
            <pc:docMk/>
            <pc:sldMk cId="1169508024" sldId="276"/>
            <ac:cxnSpMk id="46" creationId="{3674FD87-A73C-A5C0-1F6C-69419FA18BD9}"/>
          </ac:cxnSpMkLst>
        </pc:cxnChg>
      </pc:sldChg>
      <pc:sldChg chg="addSp delSp modSp add mod modTransition">
        <pc:chgData name="Osvaldo Luiz Santos Pereira" userId="c308351cf5a860c7" providerId="LiveId" clId="{30D4B243-E56E-4CD9-9C49-7B140616515F}" dt="2025-09-28T12:54:50.801" v="2642"/>
        <pc:sldMkLst>
          <pc:docMk/>
          <pc:sldMk cId="3480346776" sldId="277"/>
        </pc:sldMkLst>
        <pc:spChg chg="add mod">
          <ac:chgData name="Osvaldo Luiz Santos Pereira" userId="c308351cf5a860c7" providerId="LiveId" clId="{30D4B243-E56E-4CD9-9C49-7B140616515F}" dt="2025-09-28T12:31:23.345" v="2543" actId="20577"/>
          <ac:spMkLst>
            <pc:docMk/>
            <pc:sldMk cId="3480346776" sldId="277"/>
            <ac:spMk id="3" creationId="{B1210888-45E6-725D-E2CE-9611FBCE02B6}"/>
          </ac:spMkLst>
        </pc:spChg>
        <pc:spChg chg="add mod">
          <ac:chgData name="Osvaldo Luiz Santos Pereira" userId="c308351cf5a860c7" providerId="LiveId" clId="{30D4B243-E56E-4CD9-9C49-7B140616515F}" dt="2025-09-09T18:57:17.667" v="702" actId="1076"/>
          <ac:spMkLst>
            <pc:docMk/>
            <pc:sldMk cId="3480346776" sldId="277"/>
            <ac:spMk id="4" creationId="{56AA297A-6AA2-2D8C-BE13-10ED02142B8E}"/>
          </ac:spMkLst>
        </pc:spChg>
        <pc:spChg chg="add mod">
          <ac:chgData name="Osvaldo Luiz Santos Pereira" userId="c308351cf5a860c7" providerId="LiveId" clId="{30D4B243-E56E-4CD9-9C49-7B140616515F}" dt="2025-09-28T12:31:31.751" v="2570" actId="20577"/>
          <ac:spMkLst>
            <pc:docMk/>
            <pc:sldMk cId="3480346776" sldId="277"/>
            <ac:spMk id="5" creationId="{3C15B151-B7EA-B494-3064-DCB339051F79}"/>
          </ac:spMkLst>
        </pc:spChg>
        <pc:spChg chg="add mod">
          <ac:chgData name="Osvaldo Luiz Santos Pereira" userId="c308351cf5a860c7" providerId="LiveId" clId="{30D4B243-E56E-4CD9-9C49-7B140616515F}" dt="2025-09-09T18:57:17.667" v="702" actId="1076"/>
          <ac:spMkLst>
            <pc:docMk/>
            <pc:sldMk cId="3480346776" sldId="277"/>
            <ac:spMk id="6" creationId="{76A8F9D3-0BFE-DD95-4389-9B6AF7EA0A69}"/>
          </ac:spMkLst>
        </pc:spChg>
        <pc:spChg chg="add mod">
          <ac:chgData name="Osvaldo Luiz Santos Pereira" userId="c308351cf5a860c7" providerId="LiveId" clId="{30D4B243-E56E-4CD9-9C49-7B140616515F}" dt="2025-09-28T12:31:59.064" v="2614" actId="1076"/>
          <ac:spMkLst>
            <pc:docMk/>
            <pc:sldMk cId="3480346776" sldId="277"/>
            <ac:spMk id="7" creationId="{2CD616D2-76A9-29B2-40FB-A287B6BCA8E4}"/>
          </ac:spMkLst>
        </pc:spChg>
        <pc:spChg chg="add mod">
          <ac:chgData name="Osvaldo Luiz Santos Pereira" userId="c308351cf5a860c7" providerId="LiveId" clId="{30D4B243-E56E-4CD9-9C49-7B140616515F}" dt="2025-09-09T19:04:23.973" v="755" actId="20577"/>
          <ac:spMkLst>
            <pc:docMk/>
            <pc:sldMk cId="3480346776" sldId="277"/>
            <ac:spMk id="29" creationId="{84901361-D5DF-1435-6FDA-E3C8BB8513C9}"/>
          </ac:spMkLst>
        </pc:spChg>
        <pc:spChg chg="add mod">
          <ac:chgData name="Osvaldo Luiz Santos Pereira" userId="c308351cf5a860c7" providerId="LiveId" clId="{30D4B243-E56E-4CD9-9C49-7B140616515F}" dt="2025-09-09T19:08:46.827" v="818" actId="1076"/>
          <ac:spMkLst>
            <pc:docMk/>
            <pc:sldMk cId="3480346776" sldId="277"/>
            <ac:spMk id="30" creationId="{E62CB1DE-BC9E-90C4-EF42-FB1EF31D7B92}"/>
          </ac:spMkLst>
        </pc:spChg>
        <pc:spChg chg="add mod">
          <ac:chgData name="Osvaldo Luiz Santos Pereira" userId="c308351cf5a860c7" providerId="LiveId" clId="{30D4B243-E56E-4CD9-9C49-7B140616515F}" dt="2025-09-09T18:59:14.930" v="720" actId="1076"/>
          <ac:spMkLst>
            <pc:docMk/>
            <pc:sldMk cId="3480346776" sldId="277"/>
            <ac:spMk id="37" creationId="{7F69518E-67CF-CD6D-FDDD-155E0257A49D}"/>
          </ac:spMkLst>
        </pc:spChg>
        <pc:spChg chg="add mod">
          <ac:chgData name="Osvaldo Luiz Santos Pereira" userId="c308351cf5a860c7" providerId="LiveId" clId="{30D4B243-E56E-4CD9-9C49-7B140616515F}" dt="2025-09-09T18:59:03.207" v="717" actId="1076"/>
          <ac:spMkLst>
            <pc:docMk/>
            <pc:sldMk cId="3480346776" sldId="277"/>
            <ac:spMk id="39" creationId="{6649CDB3-29D9-BB51-4D6D-D365AF6EC6DE}"/>
          </ac:spMkLst>
        </pc:spChg>
        <pc:spChg chg="add mod">
          <ac:chgData name="Osvaldo Luiz Santos Pereira" userId="c308351cf5a860c7" providerId="LiveId" clId="{30D4B243-E56E-4CD9-9C49-7B140616515F}" dt="2025-09-09T18:58:45.225" v="709" actId="1076"/>
          <ac:spMkLst>
            <pc:docMk/>
            <pc:sldMk cId="3480346776" sldId="277"/>
            <ac:spMk id="40" creationId="{A5026A1E-A586-AE44-2133-123B9A496834}"/>
          </ac:spMkLst>
        </pc:spChg>
        <pc:spChg chg="add mod">
          <ac:chgData name="Osvaldo Luiz Santos Pereira" userId="c308351cf5a860c7" providerId="LiveId" clId="{30D4B243-E56E-4CD9-9C49-7B140616515F}" dt="2025-09-09T19:04:31.004" v="761" actId="1036"/>
          <ac:spMkLst>
            <pc:docMk/>
            <pc:sldMk cId="3480346776" sldId="277"/>
            <ac:spMk id="47" creationId="{B962ED51-1F68-3031-8851-323783860F0A}"/>
          </ac:spMkLst>
        </pc:spChg>
        <pc:cxnChg chg="add mod">
          <ac:chgData name="Osvaldo Luiz Santos Pereira" userId="c308351cf5a860c7" providerId="LiveId" clId="{30D4B243-E56E-4CD9-9C49-7B140616515F}" dt="2025-09-09T18:54:12.056" v="672" actId="1076"/>
          <ac:cxnSpMkLst>
            <pc:docMk/>
            <pc:sldMk cId="3480346776" sldId="277"/>
            <ac:cxnSpMk id="8" creationId="{7D41C0A5-F788-805F-E915-7F7B08EC9256}"/>
          </ac:cxnSpMkLst>
        </pc:cxnChg>
        <pc:cxnChg chg="add mod">
          <ac:chgData name="Osvaldo Luiz Santos Pereira" userId="c308351cf5a860c7" providerId="LiveId" clId="{30D4B243-E56E-4CD9-9C49-7B140616515F}" dt="2025-09-09T18:53:38.384" v="663" actId="571"/>
          <ac:cxnSpMkLst>
            <pc:docMk/>
            <pc:sldMk cId="3480346776" sldId="277"/>
            <ac:cxnSpMk id="12" creationId="{A2728B73-3D86-1B09-EB69-487655BFF86C}"/>
          </ac:cxnSpMkLst>
        </pc:cxnChg>
        <pc:cxnChg chg="add mod">
          <ac:chgData name="Osvaldo Luiz Santos Pereira" userId="c308351cf5a860c7" providerId="LiveId" clId="{30D4B243-E56E-4CD9-9C49-7B140616515F}" dt="2025-09-09T18:57:24.258" v="703" actId="1076"/>
          <ac:cxnSpMkLst>
            <pc:docMk/>
            <pc:sldMk cId="3480346776" sldId="277"/>
            <ac:cxnSpMk id="13" creationId="{C52040D7-696E-77B0-9BDA-10A86770700B}"/>
          </ac:cxnSpMkLst>
        </pc:cxnChg>
        <pc:cxnChg chg="add mod">
          <ac:chgData name="Osvaldo Luiz Santos Pereira" userId="c308351cf5a860c7" providerId="LiveId" clId="{30D4B243-E56E-4CD9-9C49-7B140616515F}" dt="2025-09-09T18:57:24.258" v="703" actId="1076"/>
          <ac:cxnSpMkLst>
            <pc:docMk/>
            <pc:sldMk cId="3480346776" sldId="277"/>
            <ac:cxnSpMk id="16" creationId="{C226D4B6-1384-0D67-55E3-3B0AE67C2E88}"/>
          </ac:cxnSpMkLst>
        </pc:cxnChg>
        <pc:cxnChg chg="add mod">
          <ac:chgData name="Osvaldo Luiz Santos Pereira" userId="c308351cf5a860c7" providerId="LiveId" clId="{30D4B243-E56E-4CD9-9C49-7B140616515F}" dt="2025-09-09T18:57:24.258" v="703" actId="1076"/>
          <ac:cxnSpMkLst>
            <pc:docMk/>
            <pc:sldMk cId="3480346776" sldId="277"/>
            <ac:cxnSpMk id="17" creationId="{B478553B-5153-0221-A595-EEAE396C15B7}"/>
          </ac:cxnSpMkLst>
        </pc:cxnChg>
        <pc:cxnChg chg="add mod">
          <ac:chgData name="Osvaldo Luiz Santos Pereira" userId="c308351cf5a860c7" providerId="LiveId" clId="{30D4B243-E56E-4CD9-9C49-7B140616515F}" dt="2025-09-09T18:58:48.816" v="711" actId="14100"/>
          <ac:cxnSpMkLst>
            <pc:docMk/>
            <pc:sldMk cId="3480346776" sldId="277"/>
            <ac:cxnSpMk id="23" creationId="{1A5700A7-C3E3-2E4F-F0C2-C9331D859538}"/>
          </ac:cxnSpMkLst>
        </pc:cxnChg>
        <pc:cxnChg chg="add mod">
          <ac:chgData name="Osvaldo Luiz Santos Pereira" userId="c308351cf5a860c7" providerId="LiveId" clId="{30D4B243-E56E-4CD9-9C49-7B140616515F}" dt="2025-09-09T18:58:58.039" v="715" actId="14100"/>
          <ac:cxnSpMkLst>
            <pc:docMk/>
            <pc:sldMk cId="3480346776" sldId="277"/>
            <ac:cxnSpMk id="24" creationId="{69CF78AE-FE14-E3C9-DFF3-704BB1C999EA}"/>
          </ac:cxnSpMkLst>
        </pc:cxnChg>
        <pc:cxnChg chg="add mod">
          <ac:chgData name="Osvaldo Luiz Santos Pereira" userId="c308351cf5a860c7" providerId="LiveId" clId="{30D4B243-E56E-4CD9-9C49-7B140616515F}" dt="2025-09-09T19:04:08.800" v="750" actId="14100"/>
          <ac:cxnSpMkLst>
            <pc:docMk/>
            <pc:sldMk cId="3480346776" sldId="277"/>
            <ac:cxnSpMk id="25" creationId="{06464D16-E399-6601-F22F-A099EF16E69B}"/>
          </ac:cxnSpMkLst>
        </pc:cxnChg>
        <pc:cxnChg chg="add mod">
          <ac:chgData name="Osvaldo Luiz Santos Pereira" userId="c308351cf5a860c7" providerId="LiveId" clId="{30D4B243-E56E-4CD9-9C49-7B140616515F}" dt="2025-09-09T18:59:10.844" v="719" actId="14100"/>
          <ac:cxnSpMkLst>
            <pc:docMk/>
            <pc:sldMk cId="3480346776" sldId="277"/>
            <ac:cxnSpMk id="28" creationId="{A7298FC3-B909-6803-7186-5B0A8FB718C2}"/>
          </ac:cxnSpMkLst>
        </pc:cxnChg>
      </pc:sldChg>
      <pc:sldChg chg="del">
        <pc:chgData name="Osvaldo Luiz Santos Pereira" userId="c308351cf5a860c7" providerId="LiveId" clId="{30D4B243-E56E-4CD9-9C49-7B140616515F}" dt="2025-09-09T17:43:07.728" v="6" actId="47"/>
        <pc:sldMkLst>
          <pc:docMk/>
          <pc:sldMk cId="3886539619" sldId="277"/>
        </pc:sldMkLst>
      </pc:sldChg>
      <pc:sldChg chg="del">
        <pc:chgData name="Osvaldo Luiz Santos Pereira" userId="c308351cf5a860c7" providerId="LiveId" clId="{30D4B243-E56E-4CD9-9C49-7B140616515F}" dt="2025-09-09T17:43:08.143" v="8" actId="47"/>
        <pc:sldMkLst>
          <pc:docMk/>
          <pc:sldMk cId="1467288226" sldId="278"/>
        </pc:sldMkLst>
      </pc:sldChg>
      <pc:sldChg chg="addSp delSp modSp add mod modTransition">
        <pc:chgData name="Osvaldo Luiz Santos Pereira" userId="c308351cf5a860c7" providerId="LiveId" clId="{30D4B243-E56E-4CD9-9C49-7B140616515F}" dt="2025-09-28T12:59:51.638" v="2649"/>
        <pc:sldMkLst>
          <pc:docMk/>
          <pc:sldMk cId="3499196501" sldId="278"/>
        </pc:sldMkLst>
        <pc:spChg chg="add mod">
          <ac:chgData name="Osvaldo Luiz Santos Pereira" userId="c308351cf5a860c7" providerId="LiveId" clId="{30D4B243-E56E-4CD9-9C49-7B140616515F}" dt="2025-09-09T19:21:13.618" v="1133" actId="552"/>
          <ac:spMkLst>
            <pc:docMk/>
            <pc:sldMk cId="3499196501" sldId="278"/>
            <ac:spMk id="2" creationId="{5F387523-E883-9A70-338A-A674B7360A7D}"/>
          </ac:spMkLst>
        </pc:spChg>
        <pc:spChg chg="add mod">
          <ac:chgData name="Osvaldo Luiz Santos Pereira" userId="c308351cf5a860c7" providerId="LiveId" clId="{30D4B243-E56E-4CD9-9C49-7B140616515F}" dt="2025-09-09T19:21:13.618" v="1133" actId="552"/>
          <ac:spMkLst>
            <pc:docMk/>
            <pc:sldMk cId="3499196501" sldId="278"/>
            <ac:spMk id="3" creationId="{B2FAA151-1962-E61D-D709-1F1DB45126DB}"/>
          </ac:spMkLst>
        </pc:spChg>
        <pc:spChg chg="add mod">
          <ac:chgData name="Osvaldo Luiz Santos Pereira" userId="c308351cf5a860c7" providerId="LiveId" clId="{30D4B243-E56E-4CD9-9C49-7B140616515F}" dt="2025-09-09T19:21:13.618" v="1133" actId="552"/>
          <ac:spMkLst>
            <pc:docMk/>
            <pc:sldMk cId="3499196501" sldId="278"/>
            <ac:spMk id="4" creationId="{EE04E39F-8C78-4205-B792-A45B42F32FC5}"/>
          </ac:spMkLst>
        </pc:spChg>
        <pc:spChg chg="add mod">
          <ac:chgData name="Osvaldo Luiz Santos Pereira" userId="c308351cf5a860c7" providerId="LiveId" clId="{30D4B243-E56E-4CD9-9C49-7B140616515F}" dt="2025-09-09T19:21:13.618" v="1133" actId="552"/>
          <ac:spMkLst>
            <pc:docMk/>
            <pc:sldMk cId="3499196501" sldId="278"/>
            <ac:spMk id="5" creationId="{F464AB91-EA99-FAF9-C401-36C9FA486703}"/>
          </ac:spMkLst>
        </pc:spChg>
        <pc:spChg chg="add mod">
          <ac:chgData name="Osvaldo Luiz Santos Pereira" userId="c308351cf5a860c7" providerId="LiveId" clId="{30D4B243-E56E-4CD9-9C49-7B140616515F}" dt="2025-09-09T19:21:23.131" v="1135" actId="1076"/>
          <ac:spMkLst>
            <pc:docMk/>
            <pc:sldMk cId="3499196501" sldId="278"/>
            <ac:spMk id="6" creationId="{144B918F-247F-0459-9AFD-0A42F65F55EB}"/>
          </ac:spMkLst>
        </pc:spChg>
        <pc:spChg chg="add mod">
          <ac:chgData name="Osvaldo Luiz Santos Pereira" userId="c308351cf5a860c7" providerId="LiveId" clId="{30D4B243-E56E-4CD9-9C49-7B140616515F}" dt="2025-09-09T19:21:23.131" v="1135" actId="1076"/>
          <ac:spMkLst>
            <pc:docMk/>
            <pc:sldMk cId="3499196501" sldId="278"/>
            <ac:spMk id="7" creationId="{BAF47CD3-69B4-6931-F585-DAAAC62A0889}"/>
          </ac:spMkLst>
        </pc:spChg>
        <pc:spChg chg="add mod">
          <ac:chgData name="Osvaldo Luiz Santos Pereira" userId="c308351cf5a860c7" providerId="LiveId" clId="{30D4B243-E56E-4CD9-9C49-7B140616515F}" dt="2025-09-09T19:21:23.131" v="1135" actId="1076"/>
          <ac:spMkLst>
            <pc:docMk/>
            <pc:sldMk cId="3499196501" sldId="278"/>
            <ac:spMk id="8" creationId="{F16F9DF0-04BA-7217-D7FC-D75601D988D1}"/>
          </ac:spMkLst>
        </pc:spChg>
        <pc:spChg chg="add mod">
          <ac:chgData name="Osvaldo Luiz Santos Pereira" userId="c308351cf5a860c7" providerId="LiveId" clId="{30D4B243-E56E-4CD9-9C49-7B140616515F}" dt="2025-09-09T19:21:23.131" v="1135" actId="1076"/>
          <ac:spMkLst>
            <pc:docMk/>
            <pc:sldMk cId="3499196501" sldId="278"/>
            <ac:spMk id="9" creationId="{EC5D8822-C4F2-24C1-47DB-D78FBA6D4A6D}"/>
          </ac:spMkLst>
        </pc:spChg>
      </pc:sldChg>
      <pc:sldChg chg="addSp modSp add mod modTransition">
        <pc:chgData name="Osvaldo Luiz Santos Pereira" userId="c308351cf5a860c7" providerId="LiveId" clId="{30D4B243-E56E-4CD9-9C49-7B140616515F}" dt="2025-09-28T13:29:57.967" v="2653"/>
        <pc:sldMkLst>
          <pc:docMk/>
          <pc:sldMk cId="1211566810" sldId="279"/>
        </pc:sldMkLst>
        <pc:spChg chg="add mod">
          <ac:chgData name="Osvaldo Luiz Santos Pereira" userId="c308351cf5a860c7" providerId="LiveId" clId="{30D4B243-E56E-4CD9-9C49-7B140616515F}" dt="2025-09-09T19:50:09.086" v="1642" actId="1076"/>
          <ac:spMkLst>
            <pc:docMk/>
            <pc:sldMk cId="1211566810" sldId="279"/>
            <ac:spMk id="2" creationId="{33486368-DBA8-9A3D-995B-28DCB84E1A1E}"/>
          </ac:spMkLst>
        </pc:spChg>
        <pc:spChg chg="add mod">
          <ac:chgData name="Osvaldo Luiz Santos Pereira" userId="c308351cf5a860c7" providerId="LiveId" clId="{30D4B243-E56E-4CD9-9C49-7B140616515F}" dt="2025-09-09T19:50:09.086" v="1642" actId="1076"/>
          <ac:spMkLst>
            <pc:docMk/>
            <pc:sldMk cId="1211566810" sldId="279"/>
            <ac:spMk id="3" creationId="{9B170911-3619-4497-3C33-057310942A02}"/>
          </ac:spMkLst>
        </pc:spChg>
        <pc:spChg chg="add mod">
          <ac:chgData name="Osvaldo Luiz Santos Pereira" userId="c308351cf5a860c7" providerId="LiveId" clId="{30D4B243-E56E-4CD9-9C49-7B140616515F}" dt="2025-09-09T19:50:09.086" v="1642" actId="1076"/>
          <ac:spMkLst>
            <pc:docMk/>
            <pc:sldMk cId="1211566810" sldId="279"/>
            <ac:spMk id="4" creationId="{F741AF66-968E-F7AF-7727-A3DB625417CC}"/>
          </ac:spMkLst>
        </pc:spChg>
        <pc:spChg chg="add mod">
          <ac:chgData name="Osvaldo Luiz Santos Pereira" userId="c308351cf5a860c7" providerId="LiveId" clId="{30D4B243-E56E-4CD9-9C49-7B140616515F}" dt="2025-09-09T19:50:09.086" v="1642" actId="1076"/>
          <ac:spMkLst>
            <pc:docMk/>
            <pc:sldMk cId="1211566810" sldId="279"/>
            <ac:spMk id="5" creationId="{BC6B2594-525C-0431-7A0E-B13D70DBAAE7}"/>
          </ac:spMkLst>
        </pc:spChg>
      </pc:sldChg>
      <pc:sldChg chg="del">
        <pc:chgData name="Osvaldo Luiz Santos Pereira" userId="c308351cf5a860c7" providerId="LiveId" clId="{30D4B243-E56E-4CD9-9C49-7B140616515F}" dt="2025-09-09T17:43:08.580" v="10" actId="47"/>
        <pc:sldMkLst>
          <pc:docMk/>
          <pc:sldMk cId="3766197904" sldId="279"/>
        </pc:sldMkLst>
      </pc:sldChg>
      <pc:sldChg chg="del">
        <pc:chgData name="Osvaldo Luiz Santos Pereira" userId="c308351cf5a860c7" providerId="LiveId" clId="{30D4B243-E56E-4CD9-9C49-7B140616515F}" dt="2025-09-09T17:43:09.832" v="12" actId="47"/>
        <pc:sldMkLst>
          <pc:docMk/>
          <pc:sldMk cId="3355517273" sldId="280"/>
        </pc:sldMkLst>
      </pc:sldChg>
      <pc:sldChg chg="addSp delSp modSp add mod modTransition">
        <pc:chgData name="Osvaldo Luiz Santos Pereira" userId="c308351cf5a860c7" providerId="LiveId" clId="{30D4B243-E56E-4CD9-9C49-7B140616515F}" dt="2025-09-28T12:49:41.934" v="2632"/>
        <pc:sldMkLst>
          <pc:docMk/>
          <pc:sldMk cId="3507071203" sldId="280"/>
        </pc:sldMkLst>
        <pc:spChg chg="mod">
          <ac:chgData name="Osvaldo Luiz Santos Pereira" userId="c308351cf5a860c7" providerId="LiveId" clId="{30D4B243-E56E-4CD9-9C49-7B140616515F}" dt="2025-09-09T19:07:40.662" v="805" actId="1076"/>
          <ac:spMkLst>
            <pc:docMk/>
            <pc:sldMk cId="3507071203" sldId="280"/>
            <ac:spMk id="4" creationId="{6F309A5C-A64F-153A-2527-6467538B19F0}"/>
          </ac:spMkLst>
        </pc:spChg>
        <pc:spChg chg="mod">
          <ac:chgData name="Osvaldo Luiz Santos Pereira" userId="c308351cf5a860c7" providerId="LiveId" clId="{30D4B243-E56E-4CD9-9C49-7B140616515F}" dt="2025-09-09T19:07:40.662" v="805" actId="1076"/>
          <ac:spMkLst>
            <pc:docMk/>
            <pc:sldMk cId="3507071203" sldId="280"/>
            <ac:spMk id="15" creationId="{EAD802F4-3507-C626-C8AA-FEDD88012222}"/>
          </ac:spMkLst>
        </pc:spChg>
        <pc:spChg chg="mod">
          <ac:chgData name="Osvaldo Luiz Santos Pereira" userId="c308351cf5a860c7" providerId="LiveId" clId="{30D4B243-E56E-4CD9-9C49-7B140616515F}" dt="2025-09-09T19:07:40.662" v="805" actId="1076"/>
          <ac:spMkLst>
            <pc:docMk/>
            <pc:sldMk cId="3507071203" sldId="280"/>
            <ac:spMk id="16" creationId="{3F6F17AD-1FDC-F13F-1C4F-18FB49B34343}"/>
          </ac:spMkLst>
        </pc:spChg>
        <pc:spChg chg="mod">
          <ac:chgData name="Osvaldo Luiz Santos Pereira" userId="c308351cf5a860c7" providerId="LiveId" clId="{30D4B243-E56E-4CD9-9C49-7B140616515F}" dt="2025-09-09T19:07:40.662" v="805" actId="1076"/>
          <ac:spMkLst>
            <pc:docMk/>
            <pc:sldMk cId="3507071203" sldId="280"/>
            <ac:spMk id="17" creationId="{6439CF58-1E24-323F-20BC-7AE1A42D4184}"/>
          </ac:spMkLst>
        </pc:spChg>
        <pc:spChg chg="mod">
          <ac:chgData name="Osvaldo Luiz Santos Pereira" userId="c308351cf5a860c7" providerId="LiveId" clId="{30D4B243-E56E-4CD9-9C49-7B140616515F}" dt="2025-09-09T18:43:34.149" v="327" actId="1076"/>
          <ac:spMkLst>
            <pc:docMk/>
            <pc:sldMk cId="3507071203" sldId="280"/>
            <ac:spMk id="21" creationId="{B653C549-C8B3-4D78-FC83-520EB5CCD00B}"/>
          </ac:spMkLst>
        </pc:spChg>
        <pc:spChg chg="mod">
          <ac:chgData name="Osvaldo Luiz Santos Pereira" userId="c308351cf5a860c7" providerId="LiveId" clId="{30D4B243-E56E-4CD9-9C49-7B140616515F}" dt="2025-09-09T19:07:40.662" v="805" actId="1076"/>
          <ac:spMkLst>
            <pc:docMk/>
            <pc:sldMk cId="3507071203" sldId="280"/>
            <ac:spMk id="22" creationId="{361BDA17-90E0-58FB-1B1E-546EE118544E}"/>
          </ac:spMkLst>
        </pc:spChg>
        <pc:spChg chg="mod">
          <ac:chgData name="Osvaldo Luiz Santos Pereira" userId="c308351cf5a860c7" providerId="LiveId" clId="{30D4B243-E56E-4CD9-9C49-7B140616515F}" dt="2025-09-09T19:07:40.662" v="805" actId="1076"/>
          <ac:spMkLst>
            <pc:docMk/>
            <pc:sldMk cId="3507071203" sldId="280"/>
            <ac:spMk id="41" creationId="{D409575D-39DA-A0A5-4056-E62F432B50FF}"/>
          </ac:spMkLst>
        </pc:spChg>
        <pc:spChg chg="mod">
          <ac:chgData name="Osvaldo Luiz Santos Pereira" userId="c308351cf5a860c7" providerId="LiveId" clId="{30D4B243-E56E-4CD9-9C49-7B140616515F}" dt="2025-09-09T18:43:34.149" v="327" actId="1076"/>
          <ac:spMkLst>
            <pc:docMk/>
            <pc:sldMk cId="3507071203" sldId="280"/>
            <ac:spMk id="42" creationId="{6C8B4A57-91B4-85C4-36EB-E9B55EDB32A9}"/>
          </ac:spMkLst>
        </pc:spChg>
        <pc:spChg chg="mod">
          <ac:chgData name="Osvaldo Luiz Santos Pereira" userId="c308351cf5a860c7" providerId="LiveId" clId="{30D4B243-E56E-4CD9-9C49-7B140616515F}" dt="2025-09-09T19:07:40.662" v="805" actId="1076"/>
          <ac:spMkLst>
            <pc:docMk/>
            <pc:sldMk cId="3507071203" sldId="280"/>
            <ac:spMk id="43" creationId="{8FA5BAD1-ABA4-D94C-AFA3-8FC26A4B396B}"/>
          </ac:spMkLst>
        </pc:spChg>
        <pc:spChg chg="mod">
          <ac:chgData name="Osvaldo Luiz Santos Pereira" userId="c308351cf5a860c7" providerId="LiveId" clId="{30D4B243-E56E-4CD9-9C49-7B140616515F}" dt="2025-09-09T18:43:34.149" v="327" actId="1076"/>
          <ac:spMkLst>
            <pc:docMk/>
            <pc:sldMk cId="3507071203" sldId="280"/>
            <ac:spMk id="44" creationId="{F4EFA92A-E433-0164-D944-60B431761D70}"/>
          </ac:spMkLst>
        </pc:spChg>
        <pc:spChg chg="add mod">
          <ac:chgData name="Osvaldo Luiz Santos Pereira" userId="c308351cf5a860c7" providerId="LiveId" clId="{30D4B243-E56E-4CD9-9C49-7B140616515F}" dt="2025-09-09T19:07:40.662" v="805" actId="1076"/>
          <ac:spMkLst>
            <pc:docMk/>
            <pc:sldMk cId="3507071203" sldId="280"/>
            <ac:spMk id="67" creationId="{97346ABC-4B83-C936-6A3E-D0CB492D72DB}"/>
          </ac:spMkLst>
        </pc:spChg>
        <pc:spChg chg="add mod">
          <ac:chgData name="Osvaldo Luiz Santos Pereira" userId="c308351cf5a860c7" providerId="LiveId" clId="{30D4B243-E56E-4CD9-9C49-7B140616515F}" dt="2025-09-09T18:48:57.550" v="452" actId="6549"/>
          <ac:spMkLst>
            <pc:docMk/>
            <pc:sldMk cId="3507071203" sldId="280"/>
            <ac:spMk id="68" creationId="{A9056247-457B-A802-66DE-4B0097B96363}"/>
          </ac:spMkLst>
        </pc:spChg>
        <pc:spChg chg="add mod">
          <ac:chgData name="Osvaldo Luiz Santos Pereira" userId="c308351cf5a860c7" providerId="LiveId" clId="{30D4B243-E56E-4CD9-9C49-7B140616515F}" dt="2025-09-09T19:07:40.662" v="805" actId="1076"/>
          <ac:spMkLst>
            <pc:docMk/>
            <pc:sldMk cId="3507071203" sldId="280"/>
            <ac:spMk id="69" creationId="{6F6DE797-EE27-747D-A782-049BA810844D}"/>
          </ac:spMkLst>
        </pc:spChg>
        <pc:spChg chg="add mod">
          <ac:chgData name="Osvaldo Luiz Santos Pereira" userId="c308351cf5a860c7" providerId="LiveId" clId="{30D4B243-E56E-4CD9-9C49-7B140616515F}" dt="2025-09-09T19:07:40.662" v="805" actId="1076"/>
          <ac:spMkLst>
            <pc:docMk/>
            <pc:sldMk cId="3507071203" sldId="280"/>
            <ac:spMk id="70" creationId="{0E52BA86-0F0E-65E7-A4A8-221AFC565D2F}"/>
          </ac:spMkLst>
        </pc:spChg>
        <pc:cxnChg chg="mod">
          <ac:chgData name="Osvaldo Luiz Santos Pereira" userId="c308351cf5a860c7" providerId="LiveId" clId="{30D4B243-E56E-4CD9-9C49-7B140616515F}" dt="2025-09-09T18:44:03.071" v="333" actId="1076"/>
          <ac:cxnSpMkLst>
            <pc:docMk/>
            <pc:sldMk cId="3507071203" sldId="280"/>
            <ac:cxnSpMk id="29" creationId="{BF38886B-ABEC-D994-2F23-6ACD5E6DF5BA}"/>
          </ac:cxnSpMkLst>
        </pc:cxnChg>
        <pc:cxnChg chg="add mod">
          <ac:chgData name="Osvaldo Luiz Santos Pereira" userId="c308351cf5a860c7" providerId="LiveId" clId="{30D4B243-E56E-4CD9-9C49-7B140616515F}" dt="2025-09-09T18:47:10.483" v="392" actId="14100"/>
          <ac:cxnSpMkLst>
            <pc:docMk/>
            <pc:sldMk cId="3507071203" sldId="280"/>
            <ac:cxnSpMk id="57" creationId="{01419EC0-2B49-61A7-6D5E-11397917A6FB}"/>
          </ac:cxnSpMkLst>
        </pc:cxnChg>
        <pc:cxnChg chg="add mod">
          <ac:chgData name="Osvaldo Luiz Santos Pereira" userId="c308351cf5a860c7" providerId="LiveId" clId="{30D4B243-E56E-4CD9-9C49-7B140616515F}" dt="2025-09-09T18:47:13.445" v="393" actId="571"/>
          <ac:cxnSpMkLst>
            <pc:docMk/>
            <pc:sldMk cId="3507071203" sldId="280"/>
            <ac:cxnSpMk id="60" creationId="{1C6F0D0C-A02E-9623-5FBD-B5BA8466A466}"/>
          </ac:cxnSpMkLst>
        </pc:cxnChg>
        <pc:cxnChg chg="add mod">
          <ac:chgData name="Osvaldo Luiz Santos Pereira" userId="c308351cf5a860c7" providerId="LiveId" clId="{30D4B243-E56E-4CD9-9C49-7B140616515F}" dt="2025-09-09T18:47:20.842" v="396" actId="14100"/>
          <ac:cxnSpMkLst>
            <pc:docMk/>
            <pc:sldMk cId="3507071203" sldId="280"/>
            <ac:cxnSpMk id="61" creationId="{24D930D0-C0C1-63A3-6FD9-8E5B3A4511CF}"/>
          </ac:cxnSpMkLst>
        </pc:cxnChg>
        <pc:cxnChg chg="add mod">
          <ac:chgData name="Osvaldo Luiz Santos Pereira" userId="c308351cf5a860c7" providerId="LiveId" clId="{30D4B243-E56E-4CD9-9C49-7B140616515F}" dt="2025-09-09T18:47:31.831" v="400" actId="14100"/>
          <ac:cxnSpMkLst>
            <pc:docMk/>
            <pc:sldMk cId="3507071203" sldId="280"/>
            <ac:cxnSpMk id="64" creationId="{CD7DF99E-3367-3C54-E269-BE95AFE01A20}"/>
          </ac:cxnSpMkLst>
        </pc:cxnChg>
      </pc:sldChg>
      <pc:sldChg chg="addSp delSp modSp add mod modTransition">
        <pc:chgData name="Osvaldo Luiz Santos Pereira" userId="c308351cf5a860c7" providerId="LiveId" clId="{30D4B243-E56E-4CD9-9C49-7B140616515F}" dt="2025-09-28T12:58:25.395" v="2647"/>
        <pc:sldMkLst>
          <pc:docMk/>
          <pc:sldMk cId="1429011332" sldId="281"/>
        </pc:sldMkLst>
        <pc:spChg chg="add mod">
          <ac:chgData name="Osvaldo Luiz Santos Pereira" userId="c308351cf5a860c7" providerId="LiveId" clId="{30D4B243-E56E-4CD9-9C49-7B140616515F}" dt="2025-09-09T19:08:58.988" v="820"/>
          <ac:spMkLst>
            <pc:docMk/>
            <pc:sldMk cId="1429011332" sldId="281"/>
            <ac:spMk id="2" creationId="{70A1CF08-FD98-80AF-0596-A2A4AFE02729}"/>
          </ac:spMkLst>
        </pc:spChg>
        <pc:spChg chg="add mod">
          <ac:chgData name="Osvaldo Luiz Santos Pereira" userId="c308351cf5a860c7" providerId="LiveId" clId="{30D4B243-E56E-4CD9-9C49-7B140616515F}" dt="2025-09-14T01:50:10.169" v="2240" actId="14100"/>
          <ac:spMkLst>
            <pc:docMk/>
            <pc:sldMk cId="1429011332" sldId="281"/>
            <ac:spMk id="3" creationId="{038B32D8-08C4-78B4-8611-BEE6BE16FE15}"/>
          </ac:spMkLst>
        </pc:spChg>
        <pc:spChg chg="add mod">
          <ac:chgData name="Osvaldo Luiz Santos Pereira" userId="c308351cf5a860c7" providerId="LiveId" clId="{30D4B243-E56E-4CD9-9C49-7B140616515F}" dt="2025-09-09T19:10:17.758" v="847" actId="1076"/>
          <ac:spMkLst>
            <pc:docMk/>
            <pc:sldMk cId="1429011332" sldId="281"/>
            <ac:spMk id="9" creationId="{500B844D-2E93-CE43-EDE7-7AB442D83755}"/>
          </ac:spMkLst>
        </pc:spChg>
        <pc:spChg chg="add mod">
          <ac:chgData name="Osvaldo Luiz Santos Pereira" userId="c308351cf5a860c7" providerId="LiveId" clId="{30D4B243-E56E-4CD9-9C49-7B140616515F}" dt="2025-09-09T19:10:52.729" v="852" actId="6549"/>
          <ac:spMkLst>
            <pc:docMk/>
            <pc:sldMk cId="1429011332" sldId="281"/>
            <ac:spMk id="10" creationId="{82E4A54B-8F0F-1FB4-D4B0-2B57E1151B0C}"/>
          </ac:spMkLst>
        </pc:spChg>
        <pc:spChg chg="add mod">
          <ac:chgData name="Osvaldo Luiz Santos Pereira" userId="c308351cf5a860c7" providerId="LiveId" clId="{30D4B243-E56E-4CD9-9C49-7B140616515F}" dt="2025-09-09T19:13:45.497" v="1003" actId="1076"/>
          <ac:spMkLst>
            <pc:docMk/>
            <pc:sldMk cId="1429011332" sldId="281"/>
            <ac:spMk id="11" creationId="{00386A6B-3546-0D58-48A3-B1B66A499BB3}"/>
          </ac:spMkLst>
        </pc:spChg>
        <pc:spChg chg="add mod">
          <ac:chgData name="Osvaldo Luiz Santos Pereira" userId="c308351cf5a860c7" providerId="LiveId" clId="{30D4B243-E56E-4CD9-9C49-7B140616515F}" dt="2025-09-28T12:31:48.916" v="2611"/>
          <ac:spMkLst>
            <pc:docMk/>
            <pc:sldMk cId="1429011332" sldId="281"/>
            <ac:spMk id="14" creationId="{DB1751EA-C402-90D2-7421-C76C94D2EBD8}"/>
          </ac:spMkLst>
        </pc:spChg>
        <pc:spChg chg="add mod">
          <ac:chgData name="Osvaldo Luiz Santos Pereira" userId="c308351cf5a860c7" providerId="LiveId" clId="{30D4B243-E56E-4CD9-9C49-7B140616515F}" dt="2025-09-28T12:31:55.888" v="2612"/>
          <ac:spMkLst>
            <pc:docMk/>
            <pc:sldMk cId="1429011332" sldId="281"/>
            <ac:spMk id="15" creationId="{F58A2C36-875A-4772-5185-BD49367C2C16}"/>
          </ac:spMkLst>
        </pc:spChg>
        <pc:spChg chg="add mod">
          <ac:chgData name="Osvaldo Luiz Santos Pereira" userId="c308351cf5a860c7" providerId="LiveId" clId="{30D4B243-E56E-4CD9-9C49-7B140616515F}" dt="2025-09-28T12:32:04.201" v="2615"/>
          <ac:spMkLst>
            <pc:docMk/>
            <pc:sldMk cId="1429011332" sldId="281"/>
            <ac:spMk id="18" creationId="{0E3583C2-73D9-EB61-58AE-07A09BFC023D}"/>
          </ac:spMkLst>
        </pc:spChg>
      </pc:sldChg>
      <pc:sldChg chg="addSp modSp add del">
        <pc:chgData name="Osvaldo Luiz Santos Pereira" userId="c308351cf5a860c7" providerId="LiveId" clId="{30D4B243-E56E-4CD9-9C49-7B140616515F}" dt="2025-09-09T18:58:37.994" v="708" actId="47"/>
        <pc:sldMkLst>
          <pc:docMk/>
          <pc:sldMk cId="2248671160" sldId="281"/>
        </pc:sldMkLst>
      </pc:sldChg>
      <pc:sldChg chg="del">
        <pc:chgData name="Osvaldo Luiz Santos Pereira" userId="c308351cf5a860c7" providerId="LiveId" clId="{30D4B243-E56E-4CD9-9C49-7B140616515F}" dt="2025-09-09T17:43:10.344" v="14" actId="47"/>
        <pc:sldMkLst>
          <pc:docMk/>
          <pc:sldMk cId="2482398718" sldId="281"/>
        </pc:sldMkLst>
      </pc:sldChg>
      <pc:sldChg chg="del">
        <pc:chgData name="Osvaldo Luiz Santos Pereira" userId="c308351cf5a860c7" providerId="LiveId" clId="{30D4B243-E56E-4CD9-9C49-7B140616515F}" dt="2025-09-09T17:43:10.854" v="16" actId="47"/>
        <pc:sldMkLst>
          <pc:docMk/>
          <pc:sldMk cId="710261317" sldId="282"/>
        </pc:sldMkLst>
      </pc:sldChg>
      <pc:sldChg chg="add del">
        <pc:chgData name="Osvaldo Luiz Santos Pereira" userId="c308351cf5a860c7" providerId="LiveId" clId="{30D4B243-E56E-4CD9-9C49-7B140616515F}" dt="2025-09-09T18:58:31.641" v="707"/>
        <pc:sldMkLst>
          <pc:docMk/>
          <pc:sldMk cId="822009052" sldId="282"/>
        </pc:sldMkLst>
      </pc:sldChg>
      <pc:sldChg chg="delSp modSp add del mod">
        <pc:chgData name="Osvaldo Luiz Santos Pereira" userId="c308351cf5a860c7" providerId="LiveId" clId="{30D4B243-E56E-4CD9-9C49-7B140616515F}" dt="2025-09-09T19:19:09.679" v="1051" actId="47"/>
        <pc:sldMkLst>
          <pc:docMk/>
          <pc:sldMk cId="3835866811" sldId="282"/>
        </pc:sldMkLst>
      </pc:sldChg>
      <pc:sldChg chg="modSp add del mod">
        <pc:chgData name="Osvaldo Luiz Santos Pereira" userId="c308351cf5a860c7" providerId="LiveId" clId="{30D4B243-E56E-4CD9-9C49-7B140616515F}" dt="2025-09-09T19:21:52.276" v="1139" actId="47"/>
        <pc:sldMkLst>
          <pc:docMk/>
          <pc:sldMk cId="2425211521" sldId="283"/>
        </pc:sldMkLst>
      </pc:sldChg>
      <pc:sldChg chg="del">
        <pc:chgData name="Osvaldo Luiz Santos Pereira" userId="c308351cf5a860c7" providerId="LiveId" clId="{30D4B243-E56E-4CD9-9C49-7B140616515F}" dt="2025-09-09T17:43:11.363" v="18" actId="47"/>
        <pc:sldMkLst>
          <pc:docMk/>
          <pc:sldMk cId="4024257271" sldId="283"/>
        </pc:sldMkLst>
      </pc:sldChg>
      <pc:sldChg chg="addSp delSp modSp add mod modTransition">
        <pc:chgData name="Osvaldo Luiz Santos Pereira" userId="c308351cf5a860c7" providerId="LiveId" clId="{30D4B243-E56E-4CD9-9C49-7B140616515F}" dt="2025-09-14T13:28:24.566" v="2473"/>
        <pc:sldMkLst>
          <pc:docMk/>
          <pc:sldMk cId="3242933274" sldId="284"/>
        </pc:sldMkLst>
        <pc:spChg chg="mod">
          <ac:chgData name="Osvaldo Luiz Santos Pereira" userId="c308351cf5a860c7" providerId="LiveId" clId="{30D4B243-E56E-4CD9-9C49-7B140616515F}" dt="2025-09-09T19:21:45.202" v="1138" actId="1076"/>
          <ac:spMkLst>
            <pc:docMk/>
            <pc:sldMk cId="3242933274" sldId="284"/>
            <ac:spMk id="2" creationId="{B652A1B4-C175-12F4-4C8F-BF2E9F6A3DB1}"/>
          </ac:spMkLst>
        </pc:spChg>
        <pc:spChg chg="mod">
          <ac:chgData name="Osvaldo Luiz Santos Pereira" userId="c308351cf5a860c7" providerId="LiveId" clId="{30D4B243-E56E-4CD9-9C49-7B140616515F}" dt="2025-09-09T19:21:45.202" v="1138" actId="1076"/>
          <ac:spMkLst>
            <pc:docMk/>
            <pc:sldMk cId="3242933274" sldId="284"/>
            <ac:spMk id="7" creationId="{0F85B10D-8D55-7D6D-4C66-59CEFE788661}"/>
          </ac:spMkLst>
        </pc:spChg>
      </pc:sldChg>
      <pc:sldChg chg="del">
        <pc:chgData name="Osvaldo Luiz Santos Pereira" userId="c308351cf5a860c7" providerId="LiveId" clId="{30D4B243-E56E-4CD9-9C49-7B140616515F}" dt="2025-09-09T17:43:11.834" v="20" actId="47"/>
        <pc:sldMkLst>
          <pc:docMk/>
          <pc:sldMk cId="3335286933" sldId="284"/>
        </pc:sldMkLst>
      </pc:sldChg>
      <pc:sldChg chg="addSp delSp add mod modTransition">
        <pc:chgData name="Osvaldo Luiz Santos Pereira" userId="c308351cf5a860c7" providerId="LiveId" clId="{30D4B243-E56E-4CD9-9C49-7B140616515F}" dt="2025-09-14T13:28:17.223" v="2471"/>
        <pc:sldMkLst>
          <pc:docMk/>
          <pc:sldMk cId="3361305018" sldId="285"/>
        </pc:sldMkLst>
      </pc:sldChg>
      <pc:sldChg chg="add del">
        <pc:chgData name="Osvaldo Luiz Santos Pereira" userId="c308351cf5a860c7" providerId="LiveId" clId="{30D4B243-E56E-4CD9-9C49-7B140616515F}" dt="2025-09-09T19:26:13.264" v="1234" actId="47"/>
        <pc:sldMkLst>
          <pc:docMk/>
          <pc:sldMk cId="4047296402" sldId="285"/>
        </pc:sldMkLst>
      </pc:sldChg>
      <pc:sldChg chg="del">
        <pc:chgData name="Osvaldo Luiz Santos Pereira" userId="c308351cf5a860c7" providerId="LiveId" clId="{30D4B243-E56E-4CD9-9C49-7B140616515F}" dt="2025-09-09T17:43:12.268" v="22" actId="47"/>
        <pc:sldMkLst>
          <pc:docMk/>
          <pc:sldMk cId="4206032303" sldId="285"/>
        </pc:sldMkLst>
      </pc:sldChg>
      <pc:sldChg chg="del">
        <pc:chgData name="Osvaldo Luiz Santos Pereira" userId="c308351cf5a860c7" providerId="LiveId" clId="{30D4B243-E56E-4CD9-9C49-7B140616515F}" dt="2025-09-09T17:43:13.734" v="24" actId="47"/>
        <pc:sldMkLst>
          <pc:docMk/>
          <pc:sldMk cId="3494459104" sldId="286"/>
        </pc:sldMkLst>
      </pc:sldChg>
      <pc:sldChg chg="addSp delSp modSp add mod modTransition">
        <pc:chgData name="Osvaldo Luiz Santos Pereira" userId="c308351cf5a860c7" providerId="LiveId" clId="{30D4B243-E56E-4CD9-9C49-7B140616515F}" dt="2025-09-28T13:03:12.700" v="2650"/>
        <pc:sldMkLst>
          <pc:docMk/>
          <pc:sldMk cId="3943171588" sldId="286"/>
        </pc:sldMkLst>
      </pc:sldChg>
      <pc:sldChg chg="addSp modSp add mod modTransition">
        <pc:chgData name="Osvaldo Luiz Santos Pereira" userId="c308351cf5a860c7" providerId="LiveId" clId="{30D4B243-E56E-4CD9-9C49-7B140616515F}" dt="2025-09-28T13:27:06.058" v="2651"/>
        <pc:sldMkLst>
          <pc:docMk/>
          <pc:sldMk cId="1376273622" sldId="287"/>
        </pc:sldMkLst>
        <pc:spChg chg="mod">
          <ac:chgData name="Osvaldo Luiz Santos Pereira" userId="c308351cf5a860c7" providerId="LiveId" clId="{30D4B243-E56E-4CD9-9C49-7B140616515F}" dt="2025-09-09T19:27:27.465" v="1258" actId="552"/>
          <ac:spMkLst>
            <pc:docMk/>
            <pc:sldMk cId="1376273622" sldId="287"/>
            <ac:spMk id="2" creationId="{8B6968F5-F79D-661F-277C-08D7126451D0}"/>
          </ac:spMkLst>
        </pc:spChg>
        <pc:spChg chg="add mod">
          <ac:chgData name="Osvaldo Luiz Santos Pereira" userId="c308351cf5a860c7" providerId="LiveId" clId="{30D4B243-E56E-4CD9-9C49-7B140616515F}" dt="2025-09-09T19:27:54.066" v="1260" actId="14100"/>
          <ac:spMkLst>
            <pc:docMk/>
            <pc:sldMk cId="1376273622" sldId="287"/>
            <ac:spMk id="4" creationId="{28CCB4B2-20FC-DAD3-06CD-759CF3E433C7}"/>
          </ac:spMkLst>
        </pc:spChg>
        <pc:spChg chg="mod">
          <ac:chgData name="Osvaldo Luiz Santos Pereira" userId="c308351cf5a860c7" providerId="LiveId" clId="{30D4B243-E56E-4CD9-9C49-7B140616515F}" dt="2025-09-09T19:27:27.465" v="1258" actId="552"/>
          <ac:spMkLst>
            <pc:docMk/>
            <pc:sldMk cId="1376273622" sldId="287"/>
            <ac:spMk id="13" creationId="{03D6FAC0-2C11-7312-2215-0ADA7D5689B0}"/>
          </ac:spMkLst>
        </pc:spChg>
      </pc:sldChg>
      <pc:sldChg chg="addSp delSp modSp add del mod">
        <pc:chgData name="Osvaldo Luiz Santos Pereira" userId="c308351cf5a860c7" providerId="LiveId" clId="{30D4B243-E56E-4CD9-9C49-7B140616515F}" dt="2025-09-09T19:51:15.779" v="1656" actId="47"/>
        <pc:sldMkLst>
          <pc:docMk/>
          <pc:sldMk cId="2440363202" sldId="288"/>
        </pc:sldMkLst>
      </pc:sldChg>
      <pc:sldChg chg="delSp add del mod ord">
        <pc:chgData name="Osvaldo Luiz Santos Pereira" userId="c308351cf5a860c7" providerId="LiveId" clId="{30D4B243-E56E-4CD9-9C49-7B140616515F}" dt="2025-09-09T19:49:27.123" v="1638" actId="47"/>
        <pc:sldMkLst>
          <pc:docMk/>
          <pc:sldMk cId="4256543724" sldId="289"/>
        </pc:sldMkLst>
      </pc:sldChg>
      <pc:sldChg chg="addSp delSp modSp add mod ord modTransition">
        <pc:chgData name="Osvaldo Luiz Santos Pereira" userId="c308351cf5a860c7" providerId="LiveId" clId="{30D4B243-E56E-4CD9-9C49-7B140616515F}" dt="2025-09-28T13:32:07.560" v="2655"/>
        <pc:sldMkLst>
          <pc:docMk/>
          <pc:sldMk cId="1854454729" sldId="290"/>
        </pc:sldMkLst>
        <pc:spChg chg="add mod">
          <ac:chgData name="Osvaldo Luiz Santos Pereira" userId="c308351cf5a860c7" providerId="LiveId" clId="{30D4B243-E56E-4CD9-9C49-7B140616515F}" dt="2025-09-09T19:54:06.059" v="1683" actId="1076"/>
          <ac:spMkLst>
            <pc:docMk/>
            <pc:sldMk cId="1854454729" sldId="290"/>
            <ac:spMk id="2" creationId="{7B591796-AFF0-5F63-96FC-EF45C51C85FE}"/>
          </ac:spMkLst>
        </pc:spChg>
        <pc:spChg chg="mod">
          <ac:chgData name="Osvaldo Luiz Santos Pereira" userId="c308351cf5a860c7" providerId="LiveId" clId="{30D4B243-E56E-4CD9-9C49-7B140616515F}" dt="2025-09-09T19:54:06.059" v="1683" actId="1076"/>
          <ac:spMkLst>
            <pc:docMk/>
            <pc:sldMk cId="1854454729" sldId="290"/>
            <ac:spMk id="6" creationId="{6E596144-F423-550C-92FE-A6C6EF1C254A}"/>
          </ac:spMkLst>
        </pc:spChg>
        <pc:spChg chg="mod">
          <ac:chgData name="Osvaldo Luiz Santos Pereira" userId="c308351cf5a860c7" providerId="LiveId" clId="{30D4B243-E56E-4CD9-9C49-7B140616515F}" dt="2025-09-09T19:54:06.059" v="1683" actId="1076"/>
          <ac:spMkLst>
            <pc:docMk/>
            <pc:sldMk cId="1854454729" sldId="290"/>
            <ac:spMk id="7" creationId="{0FC78ABA-34E4-8CB8-EF5F-F7A9084460AC}"/>
          </ac:spMkLst>
        </pc:spChg>
        <pc:spChg chg="mod">
          <ac:chgData name="Osvaldo Luiz Santos Pereira" userId="c308351cf5a860c7" providerId="LiveId" clId="{30D4B243-E56E-4CD9-9C49-7B140616515F}" dt="2025-09-09T19:54:06.059" v="1683" actId="1076"/>
          <ac:spMkLst>
            <pc:docMk/>
            <pc:sldMk cId="1854454729" sldId="290"/>
            <ac:spMk id="14" creationId="{753617F6-9B75-F196-E1DB-6D7B03F0531A}"/>
          </ac:spMkLst>
        </pc:spChg>
        <pc:spChg chg="mod">
          <ac:chgData name="Osvaldo Luiz Santos Pereira" userId="c308351cf5a860c7" providerId="LiveId" clId="{30D4B243-E56E-4CD9-9C49-7B140616515F}" dt="2025-09-09T19:54:06.059" v="1683" actId="1076"/>
          <ac:spMkLst>
            <pc:docMk/>
            <pc:sldMk cId="1854454729" sldId="290"/>
            <ac:spMk id="15" creationId="{ECF4B56B-AE7E-D210-BC07-A93FDD608446}"/>
          </ac:spMkLst>
        </pc:spChg>
        <pc:spChg chg="mod">
          <ac:chgData name="Osvaldo Luiz Santos Pereira" userId="c308351cf5a860c7" providerId="LiveId" clId="{30D4B243-E56E-4CD9-9C49-7B140616515F}" dt="2025-09-09T19:54:06.059" v="1683" actId="1076"/>
          <ac:spMkLst>
            <pc:docMk/>
            <pc:sldMk cId="1854454729" sldId="290"/>
            <ac:spMk id="16" creationId="{820DFFDA-15FA-36CF-A2CF-48215DC67479}"/>
          </ac:spMkLst>
        </pc:spChg>
        <pc:spChg chg="mod">
          <ac:chgData name="Osvaldo Luiz Santos Pereira" userId="c308351cf5a860c7" providerId="LiveId" clId="{30D4B243-E56E-4CD9-9C49-7B140616515F}" dt="2025-09-09T19:47:51.867" v="1624" actId="1076"/>
          <ac:spMkLst>
            <pc:docMk/>
            <pc:sldMk cId="1854454729" sldId="290"/>
            <ac:spMk id="19" creationId="{25242F01-D905-4DBE-17D3-46C554DFE97C}"/>
          </ac:spMkLst>
        </pc:spChg>
        <pc:spChg chg="mod">
          <ac:chgData name="Osvaldo Luiz Santos Pereira" userId="c308351cf5a860c7" providerId="LiveId" clId="{30D4B243-E56E-4CD9-9C49-7B140616515F}" dt="2025-09-09T19:54:06.059" v="1683" actId="1076"/>
          <ac:spMkLst>
            <pc:docMk/>
            <pc:sldMk cId="1854454729" sldId="290"/>
            <ac:spMk id="20" creationId="{4457010C-B5A5-3D8C-AE75-40592A5B3649}"/>
          </ac:spMkLst>
        </pc:spChg>
        <pc:spChg chg="mod">
          <ac:chgData name="Osvaldo Luiz Santos Pereira" userId="c308351cf5a860c7" providerId="LiveId" clId="{30D4B243-E56E-4CD9-9C49-7B140616515F}" dt="2025-09-09T19:54:06.059" v="1683" actId="1076"/>
          <ac:spMkLst>
            <pc:docMk/>
            <pc:sldMk cId="1854454729" sldId="290"/>
            <ac:spMk id="26" creationId="{AE3C40A0-44BA-08DB-4FEB-6F8EBFCF81A4}"/>
          </ac:spMkLst>
        </pc:spChg>
        <pc:spChg chg="mod">
          <ac:chgData name="Osvaldo Luiz Santos Pereira" userId="c308351cf5a860c7" providerId="LiveId" clId="{30D4B243-E56E-4CD9-9C49-7B140616515F}" dt="2025-09-09T19:54:06.059" v="1683" actId="1076"/>
          <ac:spMkLst>
            <pc:docMk/>
            <pc:sldMk cId="1854454729" sldId="290"/>
            <ac:spMk id="39" creationId="{20CBC39B-CB54-6F97-2BF9-105C22589619}"/>
          </ac:spMkLst>
        </pc:spChg>
        <pc:spChg chg="mod">
          <ac:chgData name="Osvaldo Luiz Santos Pereira" userId="c308351cf5a860c7" providerId="LiveId" clId="{30D4B243-E56E-4CD9-9C49-7B140616515F}" dt="2025-09-09T19:54:06.059" v="1683" actId="1076"/>
          <ac:spMkLst>
            <pc:docMk/>
            <pc:sldMk cId="1854454729" sldId="290"/>
            <ac:spMk id="40" creationId="{608DB65F-6022-8411-DB97-7ECA2D990B29}"/>
          </ac:spMkLst>
        </pc:spChg>
        <pc:spChg chg="mod">
          <ac:chgData name="Osvaldo Luiz Santos Pereira" userId="c308351cf5a860c7" providerId="LiveId" clId="{30D4B243-E56E-4CD9-9C49-7B140616515F}" dt="2025-09-09T19:47:35.866" v="1620" actId="1076"/>
          <ac:spMkLst>
            <pc:docMk/>
            <pc:sldMk cId="1854454729" sldId="290"/>
            <ac:spMk id="43" creationId="{3C97A461-B77C-E566-D43D-4EB9B3248051}"/>
          </ac:spMkLst>
        </pc:spChg>
        <pc:cxnChg chg="mod">
          <ac:chgData name="Osvaldo Luiz Santos Pereira" userId="c308351cf5a860c7" providerId="LiveId" clId="{30D4B243-E56E-4CD9-9C49-7B140616515F}" dt="2025-09-09T19:45:51.634" v="1588" actId="1076"/>
          <ac:cxnSpMkLst>
            <pc:docMk/>
            <pc:sldMk cId="1854454729" sldId="290"/>
            <ac:cxnSpMk id="9" creationId="{27D02DD8-9A0A-33D8-2F4E-8669D5A54117}"/>
          </ac:cxnSpMkLst>
        </pc:cxnChg>
      </pc:sldChg>
      <pc:sldChg chg="addSp delSp modSp add del mod">
        <pc:chgData name="Osvaldo Luiz Santos Pereira" userId="c308351cf5a860c7" providerId="LiveId" clId="{30D4B243-E56E-4CD9-9C49-7B140616515F}" dt="2025-09-09T19:48:14.371" v="1629" actId="47"/>
        <pc:sldMkLst>
          <pc:docMk/>
          <pc:sldMk cId="2923406498" sldId="291"/>
        </pc:sldMkLst>
      </pc:sldChg>
      <pc:sldChg chg="addSp delSp modSp add del mod modTransition">
        <pc:chgData name="Osvaldo Luiz Santos Pereira" userId="c308351cf5a860c7" providerId="LiveId" clId="{30D4B243-E56E-4CD9-9C49-7B140616515F}" dt="2025-09-28T13:36:13.915" v="2663"/>
        <pc:sldMkLst>
          <pc:docMk/>
          <pc:sldMk cId="617746235" sldId="292"/>
        </pc:sldMkLst>
        <pc:spChg chg="add mod">
          <ac:chgData name="Osvaldo Luiz Santos Pereira" userId="c308351cf5a860c7" providerId="LiveId" clId="{30D4B243-E56E-4CD9-9C49-7B140616515F}" dt="2025-09-09T19:52:23.614" v="1658" actId="1076"/>
          <ac:spMkLst>
            <pc:docMk/>
            <pc:sldMk cId="617746235" sldId="292"/>
            <ac:spMk id="3" creationId="{E050506B-254D-C723-8605-4D15F6BD0103}"/>
          </ac:spMkLst>
        </pc:spChg>
        <pc:spChg chg="add mod">
          <ac:chgData name="Osvaldo Luiz Santos Pereira" userId="c308351cf5a860c7" providerId="LiveId" clId="{30D4B243-E56E-4CD9-9C49-7B140616515F}" dt="2025-09-09T19:54:19.018" v="1686"/>
          <ac:spMkLst>
            <pc:docMk/>
            <pc:sldMk cId="617746235" sldId="292"/>
            <ac:spMk id="25" creationId="{0A25160A-2FA3-398A-D0DE-27932CC7F753}"/>
          </ac:spMkLst>
        </pc:spChg>
        <pc:spChg chg="add mod">
          <ac:chgData name="Osvaldo Luiz Santos Pereira" userId="c308351cf5a860c7" providerId="LiveId" clId="{30D4B243-E56E-4CD9-9C49-7B140616515F}" dt="2025-09-09T19:54:19.018" v="1686"/>
          <ac:spMkLst>
            <pc:docMk/>
            <pc:sldMk cId="617746235" sldId="292"/>
            <ac:spMk id="33" creationId="{94C49E78-22A3-57A5-F17C-09DE1217E4D4}"/>
          </ac:spMkLst>
        </pc:spChg>
        <pc:spChg chg="add mod">
          <ac:chgData name="Osvaldo Luiz Santos Pereira" userId="c308351cf5a860c7" providerId="LiveId" clId="{30D4B243-E56E-4CD9-9C49-7B140616515F}" dt="2025-09-09T19:54:19.018" v="1686"/>
          <ac:spMkLst>
            <pc:docMk/>
            <pc:sldMk cId="617746235" sldId="292"/>
            <ac:spMk id="34" creationId="{364D7358-20BF-0C98-8045-26519315BF3F}"/>
          </ac:spMkLst>
        </pc:spChg>
        <pc:spChg chg="add mod">
          <ac:chgData name="Osvaldo Luiz Santos Pereira" userId="c308351cf5a860c7" providerId="LiveId" clId="{30D4B243-E56E-4CD9-9C49-7B140616515F}" dt="2025-09-09T19:54:19.018" v="1686"/>
          <ac:spMkLst>
            <pc:docMk/>
            <pc:sldMk cId="617746235" sldId="292"/>
            <ac:spMk id="35" creationId="{670CBA1D-94A6-6BCC-9A54-DC51324B7D82}"/>
          </ac:spMkLst>
        </pc:spChg>
        <pc:spChg chg="add mod">
          <ac:chgData name="Osvaldo Luiz Santos Pereira" userId="c308351cf5a860c7" providerId="LiveId" clId="{30D4B243-E56E-4CD9-9C49-7B140616515F}" dt="2025-09-09T19:54:19.018" v="1686"/>
          <ac:spMkLst>
            <pc:docMk/>
            <pc:sldMk cId="617746235" sldId="292"/>
            <ac:spMk id="38" creationId="{C12915A0-8A5E-ED05-DD64-41C311A0002C}"/>
          </ac:spMkLst>
        </pc:spChg>
        <pc:spChg chg="add mod">
          <ac:chgData name="Osvaldo Luiz Santos Pereira" userId="c308351cf5a860c7" providerId="LiveId" clId="{30D4B243-E56E-4CD9-9C49-7B140616515F}" dt="2025-09-09T19:54:19.018" v="1686"/>
          <ac:spMkLst>
            <pc:docMk/>
            <pc:sldMk cId="617746235" sldId="292"/>
            <ac:spMk id="41" creationId="{FFA67A91-1B68-8D73-41C3-963F13ABF861}"/>
          </ac:spMkLst>
        </pc:spChg>
        <pc:spChg chg="add mod">
          <ac:chgData name="Osvaldo Luiz Santos Pereira" userId="c308351cf5a860c7" providerId="LiveId" clId="{30D4B243-E56E-4CD9-9C49-7B140616515F}" dt="2025-09-09T19:54:19.018" v="1686"/>
          <ac:spMkLst>
            <pc:docMk/>
            <pc:sldMk cId="617746235" sldId="292"/>
            <ac:spMk id="45" creationId="{885A2A2E-13ED-77A5-04BB-9121A18954B0}"/>
          </ac:spMkLst>
        </pc:spChg>
        <pc:spChg chg="add mod">
          <ac:chgData name="Osvaldo Luiz Santos Pereira" userId="c308351cf5a860c7" providerId="LiveId" clId="{30D4B243-E56E-4CD9-9C49-7B140616515F}" dt="2025-09-09T19:54:19.018" v="1686"/>
          <ac:spMkLst>
            <pc:docMk/>
            <pc:sldMk cId="617746235" sldId="292"/>
            <ac:spMk id="46" creationId="{96C51C56-700A-6B43-34F5-C49437D24E31}"/>
          </ac:spMkLst>
        </pc:spChg>
        <pc:spChg chg="add mod">
          <ac:chgData name="Osvaldo Luiz Santos Pereira" userId="c308351cf5a860c7" providerId="LiveId" clId="{30D4B243-E56E-4CD9-9C49-7B140616515F}" dt="2025-09-09T19:54:19.018" v="1686"/>
          <ac:spMkLst>
            <pc:docMk/>
            <pc:sldMk cId="617746235" sldId="292"/>
            <ac:spMk id="47" creationId="{D939DE44-0C96-C1C0-9D09-812A47444216}"/>
          </ac:spMkLst>
        </pc:spChg>
        <pc:spChg chg="add mod">
          <ac:chgData name="Osvaldo Luiz Santos Pereira" userId="c308351cf5a860c7" providerId="LiveId" clId="{30D4B243-E56E-4CD9-9C49-7B140616515F}" dt="2025-09-09T19:54:19.018" v="1686"/>
          <ac:spMkLst>
            <pc:docMk/>
            <pc:sldMk cId="617746235" sldId="292"/>
            <ac:spMk id="48" creationId="{3380EE09-3DF3-E8FB-6F57-4E6DC9E6DEBD}"/>
          </ac:spMkLst>
        </pc:spChg>
      </pc:sldChg>
      <pc:sldChg chg="addSp delSp modSp add del mod">
        <pc:chgData name="Osvaldo Luiz Santos Pereira" userId="c308351cf5a860c7" providerId="LiveId" clId="{30D4B243-E56E-4CD9-9C49-7B140616515F}" dt="2025-09-09T19:50:46.605" v="1650" actId="47"/>
        <pc:sldMkLst>
          <pc:docMk/>
          <pc:sldMk cId="1847865236" sldId="293"/>
        </pc:sldMkLst>
      </pc:sldChg>
      <pc:sldChg chg="add del">
        <pc:chgData name="Osvaldo Luiz Santos Pereira" userId="c308351cf5a860c7" providerId="LiveId" clId="{30D4B243-E56E-4CD9-9C49-7B140616515F}" dt="2025-09-09T19:50:49.094" v="1651" actId="47"/>
        <pc:sldMkLst>
          <pc:docMk/>
          <pc:sldMk cId="1318023489" sldId="294"/>
        </pc:sldMkLst>
      </pc:sldChg>
      <pc:sldChg chg="addSp delSp modSp add mod ord modTransition">
        <pc:chgData name="Osvaldo Luiz Santos Pereira" userId="c308351cf5a860c7" providerId="LiveId" clId="{30D4B243-E56E-4CD9-9C49-7B140616515F}" dt="2025-09-28T20:30:38.434" v="2672"/>
        <pc:sldMkLst>
          <pc:docMk/>
          <pc:sldMk cId="2754538898" sldId="295"/>
        </pc:sldMkLst>
        <pc:spChg chg="add mod">
          <ac:chgData name="Osvaldo Luiz Santos Pereira" userId="c308351cf5a860c7" providerId="LiveId" clId="{30D4B243-E56E-4CD9-9C49-7B140616515F}" dt="2025-09-09T19:53:15.112" v="1664"/>
          <ac:spMkLst>
            <pc:docMk/>
            <pc:sldMk cId="2754538898" sldId="295"/>
            <ac:spMk id="25" creationId="{1177BDB7-27D4-9B2A-8E61-8DA0FAD6FA2F}"/>
          </ac:spMkLst>
        </pc:spChg>
        <pc:spChg chg="add mod">
          <ac:chgData name="Osvaldo Luiz Santos Pereira" userId="c308351cf5a860c7" providerId="LiveId" clId="{30D4B243-E56E-4CD9-9C49-7B140616515F}" dt="2025-09-09T19:53:15.112" v="1664"/>
          <ac:spMkLst>
            <pc:docMk/>
            <pc:sldMk cId="2754538898" sldId="295"/>
            <ac:spMk id="27" creationId="{71460AAE-7646-06B2-D7E1-331D1C3A1402}"/>
          </ac:spMkLst>
        </pc:spChg>
        <pc:spChg chg="add mod">
          <ac:chgData name="Osvaldo Luiz Santos Pereira" userId="c308351cf5a860c7" providerId="LiveId" clId="{30D4B243-E56E-4CD9-9C49-7B140616515F}" dt="2025-09-09T19:55:22.349" v="1697" actId="1076"/>
          <ac:spMkLst>
            <pc:docMk/>
            <pc:sldMk cId="2754538898" sldId="295"/>
            <ac:spMk id="28" creationId="{E4F0B8B2-F27E-4034-9C4F-25F9B600C3D3}"/>
          </ac:spMkLst>
        </pc:spChg>
        <pc:spChg chg="add mod">
          <ac:chgData name="Osvaldo Luiz Santos Pereira" userId="c308351cf5a860c7" providerId="LiveId" clId="{30D4B243-E56E-4CD9-9C49-7B140616515F}" dt="2025-09-09T19:55:22.349" v="1697" actId="1076"/>
          <ac:spMkLst>
            <pc:docMk/>
            <pc:sldMk cId="2754538898" sldId="295"/>
            <ac:spMk id="29" creationId="{13EA7805-E104-0B5B-0F9F-17EC4A81E29A}"/>
          </ac:spMkLst>
        </pc:spChg>
        <pc:spChg chg="add mod">
          <ac:chgData name="Osvaldo Luiz Santos Pereira" userId="c308351cf5a860c7" providerId="LiveId" clId="{30D4B243-E56E-4CD9-9C49-7B140616515F}" dt="2025-09-09T19:54:19.967" v="1687"/>
          <ac:spMkLst>
            <pc:docMk/>
            <pc:sldMk cId="2754538898" sldId="295"/>
            <ac:spMk id="37" creationId="{2AA996F1-E2EA-601C-C760-2EDE274706A4}"/>
          </ac:spMkLst>
        </pc:spChg>
        <pc:spChg chg="add mod">
          <ac:chgData name="Osvaldo Luiz Santos Pereira" userId="c308351cf5a860c7" providerId="LiveId" clId="{30D4B243-E56E-4CD9-9C49-7B140616515F}" dt="2025-09-09T19:54:19.967" v="1687"/>
          <ac:spMkLst>
            <pc:docMk/>
            <pc:sldMk cId="2754538898" sldId="295"/>
            <ac:spMk id="38" creationId="{763AF013-FD17-B330-ADF4-FF6589633263}"/>
          </ac:spMkLst>
        </pc:spChg>
        <pc:spChg chg="add mod">
          <ac:chgData name="Osvaldo Luiz Santos Pereira" userId="c308351cf5a860c7" providerId="LiveId" clId="{30D4B243-E56E-4CD9-9C49-7B140616515F}" dt="2025-09-09T19:54:19.967" v="1687"/>
          <ac:spMkLst>
            <pc:docMk/>
            <pc:sldMk cId="2754538898" sldId="295"/>
            <ac:spMk id="41" creationId="{B134A4C5-002C-39D3-1BD2-E39E8C269767}"/>
          </ac:spMkLst>
        </pc:spChg>
        <pc:spChg chg="add mod">
          <ac:chgData name="Osvaldo Luiz Santos Pereira" userId="c308351cf5a860c7" providerId="LiveId" clId="{30D4B243-E56E-4CD9-9C49-7B140616515F}" dt="2025-09-09T19:54:19.967" v="1687"/>
          <ac:spMkLst>
            <pc:docMk/>
            <pc:sldMk cId="2754538898" sldId="295"/>
            <ac:spMk id="42" creationId="{79AAEB4B-C52E-840D-A142-582E1598419C}"/>
          </ac:spMkLst>
        </pc:spChg>
        <pc:spChg chg="add mod">
          <ac:chgData name="Osvaldo Luiz Santos Pereira" userId="c308351cf5a860c7" providerId="LiveId" clId="{30D4B243-E56E-4CD9-9C49-7B140616515F}" dt="2025-09-09T19:54:19.967" v="1687"/>
          <ac:spMkLst>
            <pc:docMk/>
            <pc:sldMk cId="2754538898" sldId="295"/>
            <ac:spMk id="44" creationId="{F9874D3B-2D81-CBB4-6895-C7055A5D57A5}"/>
          </ac:spMkLst>
        </pc:spChg>
        <pc:spChg chg="add mod">
          <ac:chgData name="Osvaldo Luiz Santos Pereira" userId="c308351cf5a860c7" providerId="LiveId" clId="{30D4B243-E56E-4CD9-9C49-7B140616515F}" dt="2025-09-09T19:54:19.967" v="1687"/>
          <ac:spMkLst>
            <pc:docMk/>
            <pc:sldMk cId="2754538898" sldId="295"/>
            <ac:spMk id="45" creationId="{64996FD0-5248-6226-D732-EE8369CBDC5A}"/>
          </ac:spMkLst>
        </pc:spChg>
        <pc:spChg chg="add mod">
          <ac:chgData name="Osvaldo Luiz Santos Pereira" userId="c308351cf5a860c7" providerId="LiveId" clId="{30D4B243-E56E-4CD9-9C49-7B140616515F}" dt="2025-09-09T19:54:19.967" v="1687"/>
          <ac:spMkLst>
            <pc:docMk/>
            <pc:sldMk cId="2754538898" sldId="295"/>
            <ac:spMk id="46" creationId="{37DB78D1-2CAB-ECED-B1E1-6EF13E29C571}"/>
          </ac:spMkLst>
        </pc:spChg>
        <pc:spChg chg="add mod">
          <ac:chgData name="Osvaldo Luiz Santos Pereira" userId="c308351cf5a860c7" providerId="LiveId" clId="{30D4B243-E56E-4CD9-9C49-7B140616515F}" dt="2025-09-09T19:54:19.967" v="1687"/>
          <ac:spMkLst>
            <pc:docMk/>
            <pc:sldMk cId="2754538898" sldId="295"/>
            <ac:spMk id="50" creationId="{7ECEDEFC-DF88-BA6E-3867-551BA7A17BC6}"/>
          </ac:spMkLst>
        </pc:spChg>
        <pc:spChg chg="add mod">
          <ac:chgData name="Osvaldo Luiz Santos Pereira" userId="c308351cf5a860c7" providerId="LiveId" clId="{30D4B243-E56E-4CD9-9C49-7B140616515F}" dt="2025-09-09T19:54:19.967" v="1687"/>
          <ac:spMkLst>
            <pc:docMk/>
            <pc:sldMk cId="2754538898" sldId="295"/>
            <ac:spMk id="51" creationId="{A1861976-30A7-BA77-B8BC-8E6D483BD9CB}"/>
          </ac:spMkLst>
        </pc:spChg>
        <pc:spChg chg="add mod">
          <ac:chgData name="Osvaldo Luiz Santos Pereira" userId="c308351cf5a860c7" providerId="LiveId" clId="{30D4B243-E56E-4CD9-9C49-7B140616515F}" dt="2025-09-09T19:54:19.967" v="1687"/>
          <ac:spMkLst>
            <pc:docMk/>
            <pc:sldMk cId="2754538898" sldId="295"/>
            <ac:spMk id="55" creationId="{5E58E4DE-D5F7-5289-824D-E7EE94287148}"/>
          </ac:spMkLst>
        </pc:spChg>
        <pc:spChg chg="add mod">
          <ac:chgData name="Osvaldo Luiz Santos Pereira" userId="c308351cf5a860c7" providerId="LiveId" clId="{30D4B243-E56E-4CD9-9C49-7B140616515F}" dt="2025-09-09T19:55:26.996" v="1698"/>
          <ac:spMkLst>
            <pc:docMk/>
            <pc:sldMk cId="2754538898" sldId="295"/>
            <ac:spMk id="56" creationId="{C7848C32-CC4A-6DD9-90E9-23F5F8E0FEFE}"/>
          </ac:spMkLst>
        </pc:spChg>
        <pc:spChg chg="add mod">
          <ac:chgData name="Osvaldo Luiz Santos Pereira" userId="c308351cf5a860c7" providerId="LiveId" clId="{30D4B243-E56E-4CD9-9C49-7B140616515F}" dt="2025-09-09T19:55:26.996" v="1698"/>
          <ac:spMkLst>
            <pc:docMk/>
            <pc:sldMk cId="2754538898" sldId="295"/>
            <ac:spMk id="57" creationId="{F6249FC0-C4F1-9BE9-A83D-B0B861511222}"/>
          </ac:spMkLst>
        </pc:spChg>
      </pc:sldChg>
      <pc:sldChg chg="addSp modSp add del">
        <pc:chgData name="Osvaldo Luiz Santos Pereira" userId="c308351cf5a860c7" providerId="LiveId" clId="{30D4B243-E56E-4CD9-9C49-7B140616515F}" dt="2025-09-09T19:54:24.892" v="1688" actId="47"/>
        <pc:sldMkLst>
          <pc:docMk/>
          <pc:sldMk cId="2731585975" sldId="296"/>
        </pc:sldMkLst>
      </pc:sldChg>
      <pc:sldChg chg="delSp modSp add mod modTransition">
        <pc:chgData name="Osvaldo Luiz Santos Pereira" userId="c308351cf5a860c7" providerId="LiveId" clId="{30D4B243-E56E-4CD9-9C49-7B140616515F}" dt="2025-09-28T20:27:48.560" v="2670"/>
        <pc:sldMkLst>
          <pc:docMk/>
          <pc:sldMk cId="3261453524" sldId="296"/>
        </pc:sldMkLst>
        <pc:spChg chg="mod">
          <ac:chgData name="Osvaldo Luiz Santos Pereira" userId="c308351cf5a860c7" providerId="LiveId" clId="{30D4B243-E56E-4CD9-9C49-7B140616515F}" dt="2025-09-09T19:55:12.955" v="1695" actId="1076"/>
          <ac:spMkLst>
            <pc:docMk/>
            <pc:sldMk cId="3261453524" sldId="296"/>
            <ac:spMk id="4" creationId="{93820679-8D65-0223-EEDA-79A233D78EDC}"/>
          </ac:spMkLst>
        </pc:spChg>
        <pc:spChg chg="mod">
          <ac:chgData name="Osvaldo Luiz Santos Pereira" userId="c308351cf5a860c7" providerId="LiveId" clId="{30D4B243-E56E-4CD9-9C49-7B140616515F}" dt="2025-09-09T19:55:12.955" v="1695" actId="1076"/>
          <ac:spMkLst>
            <pc:docMk/>
            <pc:sldMk cId="3261453524" sldId="296"/>
            <ac:spMk id="5" creationId="{25727AA9-8410-0935-35D1-E8B4A49C4E30}"/>
          </ac:spMkLst>
        </pc:spChg>
      </pc:sldChg>
      <pc:sldChg chg="add del">
        <pc:chgData name="Osvaldo Luiz Santos Pereira" userId="c308351cf5a860c7" providerId="LiveId" clId="{30D4B243-E56E-4CD9-9C49-7B140616515F}" dt="2025-09-14T11:39:41.778" v="2242" actId="47"/>
        <pc:sldMkLst>
          <pc:docMk/>
          <pc:sldMk cId="191133852" sldId="297"/>
        </pc:sldMkLst>
      </pc:sldChg>
      <pc:sldChg chg="delSp modSp add mod modTransition modShow">
        <pc:chgData name="Osvaldo Luiz Santos Pereira" userId="c308351cf5a860c7" providerId="LiveId" clId="{30D4B243-E56E-4CD9-9C49-7B140616515F}" dt="2025-09-28T22:06:19.140" v="2688" actId="729"/>
        <pc:sldMkLst>
          <pc:docMk/>
          <pc:sldMk cId="1527992271" sldId="297"/>
        </pc:sldMkLst>
      </pc:sldChg>
      <pc:sldChg chg="addSp modSp add del mod">
        <pc:chgData name="Osvaldo Luiz Santos Pereira" userId="c308351cf5a860c7" providerId="LiveId" clId="{30D4B243-E56E-4CD9-9C49-7B140616515F}" dt="2025-09-09T19:53:03.229" v="1663" actId="47"/>
        <pc:sldMkLst>
          <pc:docMk/>
          <pc:sldMk cId="2216882105" sldId="297"/>
        </pc:sldMkLst>
      </pc:sldChg>
      <pc:sldChg chg="delSp modSp add del mod modTransition">
        <pc:chgData name="Osvaldo Luiz Santos Pereira" userId="c308351cf5a860c7" providerId="LiveId" clId="{30D4B243-E56E-4CD9-9C49-7B140616515F}" dt="2025-09-14T12:52:35.013" v="2337" actId="47"/>
        <pc:sldMkLst>
          <pc:docMk/>
          <pc:sldMk cId="3704234223" sldId="297"/>
        </pc:sldMkLst>
      </pc:sldChg>
      <pc:sldChg chg="add del">
        <pc:chgData name="Osvaldo Luiz Santos Pereira" userId="c308351cf5a860c7" providerId="LiveId" clId="{30D4B243-E56E-4CD9-9C49-7B140616515F}" dt="2025-09-14T13:21:35.781" v="2436" actId="47"/>
        <pc:sldMkLst>
          <pc:docMk/>
          <pc:sldMk cId="3629807265" sldId="298"/>
        </pc:sldMkLst>
      </pc:sldChg>
      <pc:sldChg chg="add mod modTransition modShow">
        <pc:chgData name="Osvaldo Luiz Santos Pereira" userId="c308351cf5a860c7" providerId="LiveId" clId="{30D4B243-E56E-4CD9-9C49-7B140616515F}" dt="2025-09-28T22:06:19.140" v="2688" actId="729"/>
        <pc:sldMkLst>
          <pc:docMk/>
          <pc:sldMk cId="3874369953" sldId="298"/>
        </pc:sldMkLst>
      </pc:sldChg>
      <pc:sldChg chg="add del">
        <pc:chgData name="Osvaldo Luiz Santos Pereira" userId="c308351cf5a860c7" providerId="LiveId" clId="{30D4B243-E56E-4CD9-9C49-7B140616515F}" dt="2025-09-14T12:52:36.046" v="2338" actId="47"/>
        <pc:sldMkLst>
          <pc:docMk/>
          <pc:sldMk cId="4202919063" sldId="298"/>
        </pc:sldMkLst>
      </pc:sldChg>
      <pc:sldChg chg="add del">
        <pc:chgData name="Osvaldo Luiz Santos Pereira" userId="c308351cf5a860c7" providerId="LiveId" clId="{30D4B243-E56E-4CD9-9C49-7B140616515F}" dt="2025-09-14T13:21:36.884" v="2437" actId="47"/>
        <pc:sldMkLst>
          <pc:docMk/>
          <pc:sldMk cId="923060223" sldId="299"/>
        </pc:sldMkLst>
      </pc:sldChg>
      <pc:sldChg chg="add mod modTransition modShow">
        <pc:chgData name="Osvaldo Luiz Santos Pereira" userId="c308351cf5a860c7" providerId="LiveId" clId="{30D4B243-E56E-4CD9-9C49-7B140616515F}" dt="2025-09-28T22:06:19.140" v="2688" actId="729"/>
        <pc:sldMkLst>
          <pc:docMk/>
          <pc:sldMk cId="2830590087" sldId="299"/>
        </pc:sldMkLst>
      </pc:sldChg>
      <pc:sldChg chg="add del">
        <pc:chgData name="Osvaldo Luiz Santos Pereira" userId="c308351cf5a860c7" providerId="LiveId" clId="{30D4B243-E56E-4CD9-9C49-7B140616515F}" dt="2025-09-14T12:52:37.138" v="2339" actId="47"/>
        <pc:sldMkLst>
          <pc:docMk/>
          <pc:sldMk cId="4162672028" sldId="299"/>
        </pc:sldMkLst>
      </pc:sldChg>
      <pc:sldChg chg="add del">
        <pc:chgData name="Osvaldo Luiz Santos Pereira" userId="c308351cf5a860c7" providerId="LiveId" clId="{30D4B243-E56E-4CD9-9C49-7B140616515F}" dt="2025-09-14T12:52:38.494" v="2340" actId="47"/>
        <pc:sldMkLst>
          <pc:docMk/>
          <pc:sldMk cId="72879117" sldId="300"/>
        </pc:sldMkLst>
      </pc:sldChg>
      <pc:sldChg chg="add mod modTransition modShow">
        <pc:chgData name="Osvaldo Luiz Santos Pereira" userId="c308351cf5a860c7" providerId="LiveId" clId="{30D4B243-E56E-4CD9-9C49-7B140616515F}" dt="2025-09-28T22:06:19.140" v="2688" actId="729"/>
        <pc:sldMkLst>
          <pc:docMk/>
          <pc:sldMk cId="1698802435" sldId="300"/>
        </pc:sldMkLst>
      </pc:sldChg>
      <pc:sldChg chg="add del">
        <pc:chgData name="Osvaldo Luiz Santos Pereira" userId="c308351cf5a860c7" providerId="LiveId" clId="{30D4B243-E56E-4CD9-9C49-7B140616515F}" dt="2025-09-14T13:21:37.898" v="2438" actId="47"/>
        <pc:sldMkLst>
          <pc:docMk/>
          <pc:sldMk cId="2260303095" sldId="300"/>
        </pc:sldMkLst>
      </pc:sldChg>
      <pc:sldChg chg="add del">
        <pc:chgData name="Osvaldo Luiz Santos Pereira" userId="c308351cf5a860c7" providerId="LiveId" clId="{30D4B243-E56E-4CD9-9C49-7B140616515F}" dt="2025-09-14T13:21:39.564" v="2439" actId="47"/>
        <pc:sldMkLst>
          <pc:docMk/>
          <pc:sldMk cId="118569831" sldId="301"/>
        </pc:sldMkLst>
      </pc:sldChg>
      <pc:sldChg chg="add del">
        <pc:chgData name="Osvaldo Luiz Santos Pereira" userId="c308351cf5a860c7" providerId="LiveId" clId="{30D4B243-E56E-4CD9-9C49-7B140616515F}" dt="2025-09-14T12:52:40.018" v="2341" actId="47"/>
        <pc:sldMkLst>
          <pc:docMk/>
          <pc:sldMk cId="1260580948" sldId="301"/>
        </pc:sldMkLst>
      </pc:sldChg>
      <pc:sldChg chg="add mod modTransition modShow">
        <pc:chgData name="Osvaldo Luiz Santos Pereira" userId="c308351cf5a860c7" providerId="LiveId" clId="{30D4B243-E56E-4CD9-9C49-7B140616515F}" dt="2025-09-28T22:06:19.140" v="2688" actId="729"/>
        <pc:sldMkLst>
          <pc:docMk/>
          <pc:sldMk cId="1637599570" sldId="301"/>
        </pc:sldMkLst>
      </pc:sldChg>
      <pc:sldChg chg="add del">
        <pc:chgData name="Osvaldo Luiz Santos Pereira" userId="c308351cf5a860c7" providerId="LiveId" clId="{30D4B243-E56E-4CD9-9C49-7B140616515F}" dt="2025-09-14T13:21:40.964" v="2440" actId="47"/>
        <pc:sldMkLst>
          <pc:docMk/>
          <pc:sldMk cId="554509949" sldId="302"/>
        </pc:sldMkLst>
      </pc:sldChg>
      <pc:sldChg chg="add mod modTransition modShow">
        <pc:chgData name="Osvaldo Luiz Santos Pereira" userId="c308351cf5a860c7" providerId="LiveId" clId="{30D4B243-E56E-4CD9-9C49-7B140616515F}" dt="2025-09-28T22:06:19.140" v="2688" actId="729"/>
        <pc:sldMkLst>
          <pc:docMk/>
          <pc:sldMk cId="2232242809" sldId="302"/>
        </pc:sldMkLst>
      </pc:sldChg>
      <pc:sldChg chg="add del">
        <pc:chgData name="Osvaldo Luiz Santos Pereira" userId="c308351cf5a860c7" providerId="LiveId" clId="{30D4B243-E56E-4CD9-9C49-7B140616515F}" dt="2025-09-14T12:52:41.488" v="2342" actId="47"/>
        <pc:sldMkLst>
          <pc:docMk/>
          <pc:sldMk cId="3655405084" sldId="302"/>
        </pc:sldMkLst>
      </pc:sldChg>
      <pc:sldChg chg="add del">
        <pc:chgData name="Osvaldo Luiz Santos Pereira" userId="c308351cf5a860c7" providerId="LiveId" clId="{30D4B243-E56E-4CD9-9C49-7B140616515F}" dt="2025-09-14T13:21:43.078" v="2441" actId="47"/>
        <pc:sldMkLst>
          <pc:docMk/>
          <pc:sldMk cId="1239870366" sldId="303"/>
        </pc:sldMkLst>
      </pc:sldChg>
      <pc:sldChg chg="add del">
        <pc:chgData name="Osvaldo Luiz Santos Pereira" userId="c308351cf5a860c7" providerId="LiveId" clId="{30D4B243-E56E-4CD9-9C49-7B140616515F}" dt="2025-09-14T12:52:43.368" v="2343" actId="47"/>
        <pc:sldMkLst>
          <pc:docMk/>
          <pc:sldMk cId="1910787374" sldId="303"/>
        </pc:sldMkLst>
      </pc:sldChg>
      <pc:sldChg chg="add mod modTransition modShow">
        <pc:chgData name="Osvaldo Luiz Santos Pereira" userId="c308351cf5a860c7" providerId="LiveId" clId="{30D4B243-E56E-4CD9-9C49-7B140616515F}" dt="2025-09-28T22:06:19.140" v="2688" actId="729"/>
        <pc:sldMkLst>
          <pc:docMk/>
          <pc:sldMk cId="3344006436" sldId="303"/>
        </pc:sldMkLst>
      </pc:sldChg>
      <pc:sldChg chg="add del">
        <pc:chgData name="Osvaldo Luiz Santos Pereira" userId="c308351cf5a860c7" providerId="LiveId" clId="{30D4B243-E56E-4CD9-9C49-7B140616515F}" dt="2025-09-14T13:21:44.258" v="2442" actId="47"/>
        <pc:sldMkLst>
          <pc:docMk/>
          <pc:sldMk cId="2053328848" sldId="304"/>
        </pc:sldMkLst>
      </pc:sldChg>
      <pc:sldChg chg="add del">
        <pc:chgData name="Osvaldo Luiz Santos Pereira" userId="c308351cf5a860c7" providerId="LiveId" clId="{30D4B243-E56E-4CD9-9C49-7B140616515F}" dt="2025-09-14T12:52:45.029" v="2344" actId="47"/>
        <pc:sldMkLst>
          <pc:docMk/>
          <pc:sldMk cId="3136406150" sldId="304"/>
        </pc:sldMkLst>
      </pc:sldChg>
      <pc:sldChg chg="add mod modTransition modShow">
        <pc:chgData name="Osvaldo Luiz Santos Pereira" userId="c308351cf5a860c7" providerId="LiveId" clId="{30D4B243-E56E-4CD9-9C49-7B140616515F}" dt="2025-09-28T22:06:19.140" v="2688" actId="729"/>
        <pc:sldMkLst>
          <pc:docMk/>
          <pc:sldMk cId="3202771245" sldId="304"/>
        </pc:sldMkLst>
      </pc:sldChg>
      <pc:sldChg chg="add del">
        <pc:chgData name="Osvaldo Luiz Santos Pereira" userId="c308351cf5a860c7" providerId="LiveId" clId="{30D4B243-E56E-4CD9-9C49-7B140616515F}" dt="2025-09-14T13:21:45.636" v="2443" actId="47"/>
        <pc:sldMkLst>
          <pc:docMk/>
          <pc:sldMk cId="464247821" sldId="305"/>
        </pc:sldMkLst>
      </pc:sldChg>
      <pc:sldChg chg="add del">
        <pc:chgData name="Osvaldo Luiz Santos Pereira" userId="c308351cf5a860c7" providerId="LiveId" clId="{30D4B243-E56E-4CD9-9C49-7B140616515F}" dt="2025-09-14T12:52:46.574" v="2345" actId="47"/>
        <pc:sldMkLst>
          <pc:docMk/>
          <pc:sldMk cId="569366241" sldId="305"/>
        </pc:sldMkLst>
      </pc:sldChg>
      <pc:sldChg chg="add mod modTransition modShow">
        <pc:chgData name="Osvaldo Luiz Santos Pereira" userId="c308351cf5a860c7" providerId="LiveId" clId="{30D4B243-E56E-4CD9-9C49-7B140616515F}" dt="2025-09-28T22:06:19.140" v="2688" actId="729"/>
        <pc:sldMkLst>
          <pc:docMk/>
          <pc:sldMk cId="1218307318" sldId="305"/>
        </pc:sldMkLst>
      </pc:sldChg>
      <pc:sldChg chg="add del">
        <pc:chgData name="Osvaldo Luiz Santos Pereira" userId="c308351cf5a860c7" providerId="LiveId" clId="{30D4B243-E56E-4CD9-9C49-7B140616515F}" dt="2025-09-14T13:21:48.960" v="2444" actId="47"/>
        <pc:sldMkLst>
          <pc:docMk/>
          <pc:sldMk cId="958159704" sldId="306"/>
        </pc:sldMkLst>
      </pc:sldChg>
      <pc:sldChg chg="add mod modTransition modShow">
        <pc:chgData name="Osvaldo Luiz Santos Pereira" userId="c308351cf5a860c7" providerId="LiveId" clId="{30D4B243-E56E-4CD9-9C49-7B140616515F}" dt="2025-09-28T22:06:19.140" v="2688" actId="729"/>
        <pc:sldMkLst>
          <pc:docMk/>
          <pc:sldMk cId="2306530366" sldId="306"/>
        </pc:sldMkLst>
      </pc:sldChg>
      <pc:sldChg chg="add del">
        <pc:chgData name="Osvaldo Luiz Santos Pereira" userId="c308351cf5a860c7" providerId="LiveId" clId="{30D4B243-E56E-4CD9-9C49-7B140616515F}" dt="2025-09-14T12:52:48.192" v="2346" actId="47"/>
        <pc:sldMkLst>
          <pc:docMk/>
          <pc:sldMk cId="2971074280" sldId="306"/>
        </pc:sldMkLst>
      </pc:sldChg>
      <pc:sldChg chg="add del">
        <pc:chgData name="Osvaldo Luiz Santos Pereira" userId="c308351cf5a860c7" providerId="LiveId" clId="{30D4B243-E56E-4CD9-9C49-7B140616515F}" dt="2025-09-14T13:21:50.911" v="2445" actId="47"/>
        <pc:sldMkLst>
          <pc:docMk/>
          <pc:sldMk cId="701776628" sldId="307"/>
        </pc:sldMkLst>
      </pc:sldChg>
      <pc:sldChg chg="add del">
        <pc:chgData name="Osvaldo Luiz Santos Pereira" userId="c308351cf5a860c7" providerId="LiveId" clId="{30D4B243-E56E-4CD9-9C49-7B140616515F}" dt="2025-09-14T12:52:49.695" v="2347" actId="47"/>
        <pc:sldMkLst>
          <pc:docMk/>
          <pc:sldMk cId="703347308" sldId="307"/>
        </pc:sldMkLst>
      </pc:sldChg>
      <pc:sldChg chg="add mod modTransition modShow">
        <pc:chgData name="Osvaldo Luiz Santos Pereira" userId="c308351cf5a860c7" providerId="LiveId" clId="{30D4B243-E56E-4CD9-9C49-7B140616515F}" dt="2025-09-28T22:06:19.140" v="2688" actId="729"/>
        <pc:sldMkLst>
          <pc:docMk/>
          <pc:sldMk cId="1218200888" sldId="307"/>
        </pc:sldMkLst>
      </pc:sldChg>
      <pc:sldChg chg="add mod modTransition modShow">
        <pc:chgData name="Osvaldo Luiz Santos Pereira" userId="c308351cf5a860c7" providerId="LiveId" clId="{30D4B243-E56E-4CD9-9C49-7B140616515F}" dt="2025-09-28T22:06:19.140" v="2688" actId="729"/>
        <pc:sldMkLst>
          <pc:docMk/>
          <pc:sldMk cId="256852742" sldId="308"/>
        </pc:sldMkLst>
      </pc:sldChg>
      <pc:sldChg chg="add del">
        <pc:chgData name="Osvaldo Luiz Santos Pereira" userId="c308351cf5a860c7" providerId="LiveId" clId="{30D4B243-E56E-4CD9-9C49-7B140616515F}" dt="2025-09-14T12:52:51.203" v="2348" actId="47"/>
        <pc:sldMkLst>
          <pc:docMk/>
          <pc:sldMk cId="2736196876" sldId="308"/>
        </pc:sldMkLst>
      </pc:sldChg>
      <pc:sldChg chg="add del">
        <pc:chgData name="Osvaldo Luiz Santos Pereira" userId="c308351cf5a860c7" providerId="LiveId" clId="{30D4B243-E56E-4CD9-9C49-7B140616515F}" dt="2025-09-14T13:21:52.530" v="2446" actId="47"/>
        <pc:sldMkLst>
          <pc:docMk/>
          <pc:sldMk cId="3122889358" sldId="308"/>
        </pc:sldMkLst>
      </pc:sldChg>
      <pc:sldChg chg="add mod modTransition modShow">
        <pc:chgData name="Osvaldo Luiz Santos Pereira" userId="c308351cf5a860c7" providerId="LiveId" clId="{30D4B243-E56E-4CD9-9C49-7B140616515F}" dt="2025-09-28T22:06:19.140" v="2688" actId="729"/>
        <pc:sldMkLst>
          <pc:docMk/>
          <pc:sldMk cId="346373543" sldId="309"/>
        </pc:sldMkLst>
      </pc:sldChg>
      <pc:sldChg chg="add del">
        <pc:chgData name="Osvaldo Luiz Santos Pereira" userId="c308351cf5a860c7" providerId="LiveId" clId="{30D4B243-E56E-4CD9-9C49-7B140616515F}" dt="2025-09-14T12:52:53.127" v="2349" actId="47"/>
        <pc:sldMkLst>
          <pc:docMk/>
          <pc:sldMk cId="1248121997" sldId="309"/>
        </pc:sldMkLst>
      </pc:sldChg>
      <pc:sldChg chg="add del">
        <pc:chgData name="Osvaldo Luiz Santos Pereira" userId="c308351cf5a860c7" providerId="LiveId" clId="{30D4B243-E56E-4CD9-9C49-7B140616515F}" dt="2025-09-14T13:21:53.994" v="2447" actId="47"/>
        <pc:sldMkLst>
          <pc:docMk/>
          <pc:sldMk cId="2987514275" sldId="309"/>
        </pc:sldMkLst>
      </pc:sldChg>
      <pc:sldChg chg="add del modTransition">
        <pc:chgData name="Osvaldo Luiz Santos Pereira" userId="c308351cf5a860c7" providerId="LiveId" clId="{30D4B243-E56E-4CD9-9C49-7B140616515F}" dt="2025-09-14T13:21:56.496" v="2448" actId="47"/>
        <pc:sldMkLst>
          <pc:docMk/>
          <pc:sldMk cId="499877601" sldId="310"/>
        </pc:sldMkLst>
      </pc:sldChg>
      <pc:sldChg chg="add mod modTransition modShow">
        <pc:chgData name="Osvaldo Luiz Santos Pereira" userId="c308351cf5a860c7" providerId="LiveId" clId="{30D4B243-E56E-4CD9-9C49-7B140616515F}" dt="2025-09-28T22:06:19.140" v="2688" actId="729"/>
        <pc:sldMkLst>
          <pc:docMk/>
          <pc:sldMk cId="2371421540" sldId="310"/>
        </pc:sldMkLst>
      </pc:sldChg>
      <pc:sldChg chg="add del">
        <pc:chgData name="Osvaldo Luiz Santos Pereira" userId="c308351cf5a860c7" providerId="LiveId" clId="{30D4B243-E56E-4CD9-9C49-7B140616515F}" dt="2025-09-14T12:52:54.943" v="2350" actId="47"/>
        <pc:sldMkLst>
          <pc:docMk/>
          <pc:sldMk cId="3707389243" sldId="310"/>
        </pc:sldMkLst>
      </pc:sldChg>
      <pc:sldChg chg="add del">
        <pc:chgData name="Osvaldo Luiz Santos Pereira" userId="c308351cf5a860c7" providerId="LiveId" clId="{30D4B243-E56E-4CD9-9C49-7B140616515F}" dt="2025-09-14T12:52:56.746" v="2351" actId="47"/>
        <pc:sldMkLst>
          <pc:docMk/>
          <pc:sldMk cId="742400349" sldId="311"/>
        </pc:sldMkLst>
      </pc:sldChg>
      <pc:sldChg chg="add mod modTransition modShow">
        <pc:chgData name="Osvaldo Luiz Santos Pereira" userId="c308351cf5a860c7" providerId="LiveId" clId="{30D4B243-E56E-4CD9-9C49-7B140616515F}" dt="2025-09-28T22:06:19.140" v="2688" actId="729"/>
        <pc:sldMkLst>
          <pc:docMk/>
          <pc:sldMk cId="769520617" sldId="311"/>
        </pc:sldMkLst>
      </pc:sldChg>
      <pc:sldChg chg="add del">
        <pc:chgData name="Osvaldo Luiz Santos Pereira" userId="c308351cf5a860c7" providerId="LiveId" clId="{30D4B243-E56E-4CD9-9C49-7B140616515F}" dt="2025-09-14T13:21:59.126" v="2449" actId="47"/>
        <pc:sldMkLst>
          <pc:docMk/>
          <pc:sldMk cId="3501093660" sldId="311"/>
        </pc:sldMkLst>
      </pc:sldChg>
    </pc:docChg>
  </pc:docChgLst>
  <pc:docChgLst>
    <pc:chgData name="Osvaldo Luiz Santos Pereira" userId="c308351cf5a860c7" providerId="LiveId" clId="{0ACFF002-6690-4328-8D1A-ED1B649787F2}"/>
    <pc:docChg chg="undo custSel addSld delSld modSld sldOrd">
      <pc:chgData name="Osvaldo Luiz Santos Pereira" userId="c308351cf5a860c7" providerId="LiveId" clId="{0ACFF002-6690-4328-8D1A-ED1B649787F2}" dt="2025-08-02T23:16:28.078" v="4978"/>
      <pc:docMkLst>
        <pc:docMk/>
      </pc:docMkLst>
      <pc:sldChg chg="addSp delSp modSp del mod">
        <pc:chgData name="Osvaldo Luiz Santos Pereira" userId="c308351cf5a860c7" providerId="LiveId" clId="{0ACFF002-6690-4328-8D1A-ED1B649787F2}" dt="2025-08-02T14:32:05.587" v="607" actId="47"/>
        <pc:sldMkLst>
          <pc:docMk/>
          <pc:sldMk cId="0" sldId="256"/>
        </pc:sldMkLst>
      </pc:sldChg>
      <pc:sldChg chg="addSp delSp modSp add del mod ord">
        <pc:chgData name="Osvaldo Luiz Santos Pereira" userId="c308351cf5a860c7" providerId="LiveId" clId="{0ACFF002-6690-4328-8D1A-ED1B649787F2}" dt="2025-08-02T14:28:59.948" v="295" actId="47"/>
        <pc:sldMkLst>
          <pc:docMk/>
          <pc:sldMk cId="1202337758" sldId="257"/>
        </pc:sldMkLst>
      </pc:sldChg>
      <pc:sldChg chg="addSp delSp modSp add mod ord modAnim">
        <pc:chgData name="Osvaldo Luiz Santos Pereira" userId="c308351cf5a860c7" providerId="LiveId" clId="{0ACFF002-6690-4328-8D1A-ED1B649787F2}" dt="2025-08-02T19:32:10.563" v="3634"/>
        <pc:sldMkLst>
          <pc:docMk/>
          <pc:sldMk cId="3067423610" sldId="258"/>
        </pc:sldMkLst>
      </pc:sldChg>
      <pc:sldChg chg="addSp delSp modSp add mod ord modAnim">
        <pc:chgData name="Osvaldo Luiz Santos Pereira" userId="c308351cf5a860c7" providerId="LiveId" clId="{0ACFF002-6690-4328-8D1A-ED1B649787F2}" dt="2025-08-02T19:29:52.410" v="3618"/>
        <pc:sldMkLst>
          <pc:docMk/>
          <pc:sldMk cId="916029383" sldId="259"/>
        </pc:sldMkLst>
      </pc:sldChg>
      <pc:sldChg chg="addSp delSp modSp add del mod">
        <pc:chgData name="Osvaldo Luiz Santos Pereira" userId="c308351cf5a860c7" providerId="LiveId" clId="{0ACFF002-6690-4328-8D1A-ED1B649787F2}" dt="2025-08-02T15:38:31.217" v="2088" actId="47"/>
        <pc:sldMkLst>
          <pc:docMk/>
          <pc:sldMk cId="617253732" sldId="260"/>
        </pc:sldMkLst>
      </pc:sldChg>
      <pc:sldChg chg="add del">
        <pc:chgData name="Osvaldo Luiz Santos Pereira" userId="c308351cf5a860c7" providerId="LiveId" clId="{0ACFF002-6690-4328-8D1A-ED1B649787F2}" dt="2025-08-02T14:27:51.894" v="281"/>
        <pc:sldMkLst>
          <pc:docMk/>
          <pc:sldMk cId="2172497136" sldId="260"/>
        </pc:sldMkLst>
      </pc:sldChg>
      <pc:sldChg chg="addSp delSp modSp add mod modAnim">
        <pc:chgData name="Osvaldo Luiz Santos Pereira" userId="c308351cf5a860c7" providerId="LiveId" clId="{0ACFF002-6690-4328-8D1A-ED1B649787F2}" dt="2025-08-02T19:28:43.388" v="3611"/>
        <pc:sldMkLst>
          <pc:docMk/>
          <pc:sldMk cId="3070961284" sldId="261"/>
        </pc:sldMkLst>
      </pc:sldChg>
      <pc:sldChg chg="add del">
        <pc:chgData name="Osvaldo Luiz Santos Pereira" userId="c308351cf5a860c7" providerId="LiveId" clId="{0ACFF002-6690-4328-8D1A-ED1B649787F2}" dt="2025-08-02T14:27:51.397" v="280"/>
        <pc:sldMkLst>
          <pc:docMk/>
          <pc:sldMk cId="3228979579" sldId="261"/>
        </pc:sldMkLst>
      </pc:sldChg>
      <pc:sldChg chg="addSp delSp modSp add mod ord modAnim">
        <pc:chgData name="Osvaldo Luiz Santos Pereira" userId="c308351cf5a860c7" providerId="LiveId" clId="{0ACFF002-6690-4328-8D1A-ED1B649787F2}" dt="2025-08-02T19:29:34.755" v="3615"/>
        <pc:sldMkLst>
          <pc:docMk/>
          <pc:sldMk cId="662823859" sldId="262"/>
        </pc:sldMkLst>
      </pc:sldChg>
      <pc:sldChg chg="addSp delSp modSp add mod ord modAnim">
        <pc:chgData name="Osvaldo Luiz Santos Pereira" userId="c308351cf5a860c7" providerId="LiveId" clId="{0ACFF002-6690-4328-8D1A-ED1B649787F2}" dt="2025-08-02T23:16:28.078" v="4978"/>
        <pc:sldMkLst>
          <pc:docMk/>
          <pc:sldMk cId="507282837" sldId="263"/>
        </pc:sldMkLst>
      </pc:sldChg>
      <pc:sldChg chg="addSp delSp modSp add mod ord modAnim">
        <pc:chgData name="Osvaldo Luiz Santos Pereira" userId="c308351cf5a860c7" providerId="LiveId" clId="{0ACFF002-6690-4328-8D1A-ED1B649787F2}" dt="2025-08-02T23:14:42.206" v="4973" actId="14100"/>
        <pc:sldMkLst>
          <pc:docMk/>
          <pc:sldMk cId="2247708559" sldId="264"/>
        </pc:sldMkLst>
      </pc:sldChg>
      <pc:sldChg chg="addSp delSp modSp add mod ord delAnim modAnim">
        <pc:chgData name="Osvaldo Luiz Santos Pereira" userId="c308351cf5a860c7" providerId="LiveId" clId="{0ACFF002-6690-4328-8D1A-ED1B649787F2}" dt="2025-08-02T20:16:13.876" v="4808" actId="20577"/>
        <pc:sldMkLst>
          <pc:docMk/>
          <pc:sldMk cId="4211106752" sldId="265"/>
        </pc:sldMkLst>
      </pc:sldChg>
      <pc:sldChg chg="addSp delSp modSp add mod ord modAnim">
        <pc:chgData name="Osvaldo Luiz Santos Pereira" userId="c308351cf5a860c7" providerId="LiveId" clId="{0ACFF002-6690-4328-8D1A-ED1B649787F2}" dt="2025-08-02T19:30:09.353" v="3620"/>
        <pc:sldMkLst>
          <pc:docMk/>
          <pc:sldMk cId="925325881" sldId="266"/>
        </pc:sldMkLst>
      </pc:sldChg>
      <pc:sldChg chg="addSp delSp modSp add mod modAnim">
        <pc:chgData name="Osvaldo Luiz Santos Pereira" userId="c308351cf5a860c7" providerId="LiveId" clId="{0ACFF002-6690-4328-8D1A-ED1B649787F2}" dt="2025-08-02T19:31:30.959" v="3630"/>
        <pc:sldMkLst>
          <pc:docMk/>
          <pc:sldMk cId="1289244108" sldId="267"/>
        </pc:sldMkLst>
      </pc:sldChg>
      <pc:sldChg chg="delSp modSp add del mod modAnim">
        <pc:chgData name="Osvaldo Luiz Santos Pereira" userId="c308351cf5a860c7" providerId="LiveId" clId="{0ACFF002-6690-4328-8D1A-ED1B649787F2}" dt="2025-08-02T15:56:36.453" v="2326" actId="47"/>
        <pc:sldMkLst>
          <pc:docMk/>
          <pc:sldMk cId="4244926880" sldId="267"/>
        </pc:sldMkLst>
      </pc:sldChg>
      <pc:sldChg chg="addSp delSp modSp add mod modAnim">
        <pc:chgData name="Osvaldo Luiz Santos Pereira" userId="c308351cf5a860c7" providerId="LiveId" clId="{0ACFF002-6690-4328-8D1A-ED1B649787F2}" dt="2025-08-02T19:31:23.543" v="3629"/>
        <pc:sldMkLst>
          <pc:docMk/>
          <pc:sldMk cId="89530914" sldId="268"/>
        </pc:sldMkLst>
      </pc:sldChg>
      <pc:sldChg chg="addSp delSp modSp add mod delAnim modAnim">
        <pc:chgData name="Osvaldo Luiz Santos Pereira" userId="c308351cf5a860c7" providerId="LiveId" clId="{0ACFF002-6690-4328-8D1A-ED1B649787F2}" dt="2025-08-02T19:43:36.892" v="3833"/>
        <pc:sldMkLst>
          <pc:docMk/>
          <pc:sldMk cId="3879095415" sldId="269"/>
        </pc:sldMkLst>
      </pc:sldChg>
      <pc:sldChg chg="addSp delSp modSp add mod ord delAnim modAnim">
        <pc:chgData name="Osvaldo Luiz Santos Pereira" userId="c308351cf5a860c7" providerId="LiveId" clId="{0ACFF002-6690-4328-8D1A-ED1B649787F2}" dt="2025-08-02T23:13:20.852" v="4965"/>
        <pc:sldMkLst>
          <pc:docMk/>
          <pc:sldMk cId="32095444" sldId="270"/>
        </pc:sldMkLst>
      </pc:sldChg>
      <pc:sldChg chg="delSp add del mod">
        <pc:chgData name="Osvaldo Luiz Santos Pereira" userId="c308351cf5a860c7" providerId="LiveId" clId="{0ACFF002-6690-4328-8D1A-ED1B649787F2}" dt="2025-08-02T19:49:01.759" v="3865" actId="47"/>
        <pc:sldMkLst>
          <pc:docMk/>
          <pc:sldMk cId="1451140377" sldId="271"/>
        </pc:sldMkLst>
      </pc:sldChg>
      <pc:sldChg chg="add del">
        <pc:chgData name="Osvaldo Luiz Santos Pereira" userId="c308351cf5a860c7" providerId="LiveId" clId="{0ACFF002-6690-4328-8D1A-ED1B649787F2}" dt="2025-08-02T20:11:42.314" v="4335" actId="47"/>
        <pc:sldMkLst>
          <pc:docMk/>
          <pc:sldMk cId="2851221030" sldId="271"/>
        </pc:sldMkLst>
      </pc:sldChg>
      <pc:sldChg chg="add del">
        <pc:chgData name="Osvaldo Luiz Santos Pereira" userId="c308351cf5a860c7" providerId="LiveId" clId="{0ACFF002-6690-4328-8D1A-ED1B649787F2}" dt="2025-08-02T20:11:44.546" v="4336" actId="47"/>
        <pc:sldMkLst>
          <pc:docMk/>
          <pc:sldMk cId="633056804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74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1pPr>
    <a:lvl2pPr marL="285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2pPr>
    <a:lvl3pPr marL="571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3pPr>
    <a:lvl4pPr marL="857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4pPr>
    <a:lvl5pPr marL="1143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5pPr>
    <a:lvl6pPr marL="1428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6pPr>
    <a:lvl7pPr marL="1714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7pPr>
    <a:lvl8pPr marL="2000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8pPr>
    <a:lvl9pPr marL="2286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C848B-6728-34F9-8CAE-E9329C4A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74697-91E1-FEB7-A649-F2ABB37E3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A6ACD-3663-5C33-17E1-A14FC876F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382A5-F85D-F60C-6B21-53B78E87FF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8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1E9F-2206-48FE-85FB-737E7BCE2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6D0D0-F1B4-202D-BB20-CE87FB66E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F4B28-B303-C7E6-A688-64AE3CA04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4C5DD-1348-1837-B73A-CAB93F79A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76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D6090-C83B-5989-5213-C4D628F86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27805-4EFB-AF34-A1D0-8DB456009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0E256-A017-460B-E03E-EF67A4BD1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34398-51F9-5066-307D-8CAEB2858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92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5D185-3FE7-93D0-B4E0-46B4D2481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41B4D-DB3E-40EB-0B9C-7F1879A63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1DB7C-86A8-766A-8C53-773098E29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09D23-D817-06BF-F2F2-EAE314535D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61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318D1-A5E0-24FC-4D37-4B1D67CA9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40134-E8B6-F083-66E5-74D67EAB6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7840F-0ECB-AD8D-B510-3A3897F56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4E856-2CA5-0DF0-9C90-8AD51F6CB5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01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8767F-CB49-6BB4-A264-63F775434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5B3B8F-910C-AF4B-3E1B-2AE4E675A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38989-C92B-9B49-8EC0-0EA244873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1F827-D75B-F38F-C6D8-40E81BFFBA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22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3B79-9780-AC43-7B44-B1B533AA6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CD9800-94D2-DDBB-9B47-731730C70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B6B00-58C3-3733-BF74-23F6D7789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C6768-AF2A-B37F-28E7-AA7F8D3F2D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20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2CF5A-C5E9-1F0B-B402-A7A5145F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5C1B3-F65E-BA2E-73C5-F84043888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9C55C-C21B-D76E-FC68-1EDF8BC4E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C9A00-22B9-3018-1834-F8066475F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14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C187-FAA1-0C2D-E383-44C5C1132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0B2B3-B02B-102C-0E95-9FCA2B2D6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F394C-D038-C972-D8A4-B57B46F8D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B2C56-EC36-7510-324F-6EE4CD8111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11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E1D1-7366-25AA-3EBB-1A0E788B6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51B45-0A1C-6E4E-5447-5BE4485C3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A2B73-9ED8-BC49-5FAE-F2BC19327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6CF96-5DBD-3BC3-215E-211F0CA057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68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F5362-CFAA-2725-6B78-D0B61D64B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518A4-7A2B-EB37-9762-1E087BACF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3EE50-A29C-A00C-6F87-0E159B55B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42FE6-B8FC-68F9-D5A9-C884082FAF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9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1E1D9-1B6A-2455-A765-FA41BC59D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61F9F-6633-DCAA-D04D-A26136F2C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E9CC5-0D41-5547-6A98-C851B7382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9B2D2-8FC0-7288-5CAA-0C6700AA89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99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EB5CF-53A0-16CC-A967-0222A1B19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E43A95-87F0-E62E-9A1A-996E7896F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759A1-499D-579A-820D-5A645F9DE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393D2-571E-D690-4027-65F75EDEE0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465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CDC97-9355-467F-EE52-7813DD6A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BB2C8-3A64-BBE0-84AB-99FD01E4A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BF0E78-7CD8-3D9D-43FB-833B17BBD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CEE25-7A90-E7B1-79BF-5EEE4CB4D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439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F2F9C-D6DF-2212-1D16-FF84D124C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DE5F1-F059-85F9-182E-09D92B2DE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08227-FE8E-969E-ECF9-F82DB1BA7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A89C9-5D5E-9E67-C08A-A39CD6A15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569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D92F-26B2-9E9F-193A-5D1E49077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BE082-4109-1674-A16C-281543FB2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63145-1C9C-6CA7-6481-75B8255C8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0BA68-4D06-28C0-6542-EAEA388357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881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845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0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040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172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57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8810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43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7351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4785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833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384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22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13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75.png"/><Relationship Id="rId7" Type="http://schemas.openxmlformats.org/officeDocument/2006/relationships/image" Target="../media/image68.png"/><Relationship Id="rId12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4.png"/><Relationship Id="rId3" Type="http://schemas.openxmlformats.org/officeDocument/2006/relationships/image" Target="../media/image7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75.png"/><Relationship Id="rId9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4.png"/><Relationship Id="rId3" Type="http://schemas.openxmlformats.org/officeDocument/2006/relationships/image" Target="../media/image75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77.png"/><Relationship Id="rId9" Type="http://schemas.openxmlformats.org/officeDocument/2006/relationships/image" Target="../media/image69.png"/><Relationship Id="rId1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8C7F6-7AF9-3B05-5431-20DCECD00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9C7FC28-1190-494E-4763-E7D858FB69F4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Pitágoras e as polias de Atwood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85159C70-05EB-CAA6-C395-63C77A56C1F8}"/>
              </a:ext>
            </a:extLst>
          </p:cNvPr>
          <p:cNvSpPr/>
          <p:nvPr/>
        </p:nvSpPr>
        <p:spPr>
          <a:xfrm>
            <a:off x="2169042" y="1039201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DA316AB-BAA7-5460-68D9-50E8EB61DEED}"/>
              </a:ext>
            </a:extLst>
          </p:cNvPr>
          <p:cNvSpPr/>
          <p:nvPr/>
        </p:nvSpPr>
        <p:spPr>
          <a:xfrm>
            <a:off x="5890437" y="1039201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1B78A89-261C-84A1-8B43-F71274B6C134}"/>
              </a:ext>
            </a:extLst>
          </p:cNvPr>
          <p:cNvCxnSpPr>
            <a:stCxn id="3" idx="2"/>
          </p:cNvCxnSpPr>
          <p:nvPr/>
        </p:nvCxnSpPr>
        <p:spPr>
          <a:xfrm>
            <a:off x="2169042" y="1251853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46ABBA3F-0B8A-2C99-8B75-2A0BBED318AB}"/>
              </a:ext>
            </a:extLst>
          </p:cNvPr>
          <p:cNvCxnSpPr/>
          <p:nvPr/>
        </p:nvCxnSpPr>
        <p:spPr>
          <a:xfrm>
            <a:off x="4352261" y="1833099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8AC3A1E8-26FF-2562-78C5-935AC4B2A34C}"/>
              </a:ext>
            </a:extLst>
          </p:cNvPr>
          <p:cNvCxnSpPr/>
          <p:nvPr/>
        </p:nvCxnSpPr>
        <p:spPr>
          <a:xfrm>
            <a:off x="6315740" y="1202233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03D5C11-F8F1-5C54-71BE-B51DEB007D6A}"/>
              </a:ext>
            </a:extLst>
          </p:cNvPr>
          <p:cNvCxnSpPr>
            <a:cxnSpLocks/>
            <a:stCxn id="3" idx="7"/>
          </p:cNvCxnSpPr>
          <p:nvPr/>
        </p:nvCxnSpPr>
        <p:spPr>
          <a:xfrm>
            <a:off x="2532061" y="1101485"/>
            <a:ext cx="1820200" cy="73161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59C59807-4E47-58F9-70A4-A7CCB98E5673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352261" y="1101485"/>
            <a:ext cx="1600460" cy="73161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5F6F35A3-2A3C-785D-8E0E-74F0C7C975FB}"/>
              </a:ext>
            </a:extLst>
          </p:cNvPr>
          <p:cNvSpPr/>
          <p:nvPr/>
        </p:nvSpPr>
        <p:spPr>
          <a:xfrm>
            <a:off x="2289544" y="1159703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66EBEAD5-F7E2-7375-D07C-102AE2A354FA}"/>
              </a:ext>
            </a:extLst>
          </p:cNvPr>
          <p:cNvSpPr/>
          <p:nvPr/>
        </p:nvSpPr>
        <p:spPr>
          <a:xfrm>
            <a:off x="6010939" y="1159703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36A1AB9A-B8B7-795C-7C74-5A7237210127}"/>
              </a:ext>
            </a:extLst>
          </p:cNvPr>
          <p:cNvSpPr/>
          <p:nvPr/>
        </p:nvSpPr>
        <p:spPr>
          <a:xfrm>
            <a:off x="1880568" y="2886475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2585F84F-2598-4A82-672F-01618A37F5FD}"/>
              </a:ext>
            </a:extLst>
          </p:cNvPr>
          <p:cNvSpPr/>
          <p:nvPr/>
        </p:nvSpPr>
        <p:spPr>
          <a:xfrm>
            <a:off x="4063787" y="3465066"/>
            <a:ext cx="576948" cy="1340849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67432275-45BB-6215-453A-8F09ECF7F132}"/>
              </a:ext>
            </a:extLst>
          </p:cNvPr>
          <p:cNvSpPr/>
          <p:nvPr/>
        </p:nvSpPr>
        <p:spPr>
          <a:xfrm>
            <a:off x="6027266" y="2832558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2E39E416-92FD-F392-63D5-F9685C78336D}"/>
                  </a:ext>
                </a:extLst>
              </p:cNvPr>
              <p:cNvSpPr txBox="1"/>
              <p:nvPr/>
            </p:nvSpPr>
            <p:spPr>
              <a:xfrm>
                <a:off x="6134857" y="3080749"/>
                <a:ext cx="361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2E39E416-92FD-F392-63D5-F9685C783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857" y="3080749"/>
                <a:ext cx="361766" cy="276999"/>
              </a:xfrm>
              <a:prstGeom prst="rect">
                <a:avLst/>
              </a:prstGeom>
              <a:blipFill>
                <a:blip r:embed="rId3"/>
                <a:stretch>
                  <a:fillRect l="-15000" r="-166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BF90C718-1BFA-6BF2-1855-5326CE42286B}"/>
                  </a:ext>
                </a:extLst>
              </p:cNvPr>
              <p:cNvSpPr txBox="1"/>
              <p:nvPr/>
            </p:nvSpPr>
            <p:spPr>
              <a:xfrm>
                <a:off x="4224405" y="3996990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BF90C718-1BFA-6BF2-1855-5326CE422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405" y="3996990"/>
                <a:ext cx="255711" cy="276999"/>
              </a:xfrm>
              <a:prstGeom prst="rect">
                <a:avLst/>
              </a:prstGeom>
              <a:blipFill>
                <a:blip r:embed="rId4"/>
                <a:stretch>
                  <a:fillRect l="-23810" r="-1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E8010F78-8F9C-DC24-EB8C-0284266A2BAE}"/>
                  </a:ext>
                </a:extLst>
              </p:cNvPr>
              <p:cNvSpPr txBox="1"/>
              <p:nvPr/>
            </p:nvSpPr>
            <p:spPr>
              <a:xfrm>
                <a:off x="1968663" y="3106314"/>
                <a:ext cx="341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E8010F78-8F9C-DC24-EB8C-0284266A2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663" y="3106314"/>
                <a:ext cx="341953" cy="276999"/>
              </a:xfrm>
              <a:prstGeom prst="rect">
                <a:avLst/>
              </a:prstGeom>
              <a:blipFill>
                <a:blip r:embed="rId5"/>
                <a:stretch>
                  <a:fillRect l="-16071" r="-5357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28D2F8B3-42BB-7E86-B972-48DC539A0609}"/>
              </a:ext>
            </a:extLst>
          </p:cNvPr>
          <p:cNvCxnSpPr>
            <a:cxnSpLocks/>
          </p:cNvCxnSpPr>
          <p:nvPr/>
        </p:nvCxnSpPr>
        <p:spPr>
          <a:xfrm>
            <a:off x="2381694" y="1039201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7192C8C0-B2D6-2361-3403-C2C43DDCFD9C}"/>
                  </a:ext>
                </a:extLst>
              </p:cNvPr>
              <p:cNvSpPr txBox="1"/>
              <p:nvPr/>
            </p:nvSpPr>
            <p:spPr>
              <a:xfrm>
                <a:off x="4242391" y="692664"/>
                <a:ext cx="2199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7192C8C0-B2D6-2361-3403-C2C43DDCF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391" y="692664"/>
                <a:ext cx="219932" cy="276999"/>
              </a:xfrm>
              <a:prstGeom prst="rect">
                <a:avLst/>
              </a:prstGeom>
              <a:blipFill>
                <a:blip r:embed="rId6"/>
                <a:stretch>
                  <a:fillRect l="-27778" r="-19444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096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8000"/>
    </mc:Choice>
    <mc:Fallback xmlns="">
      <p:transition spd="slow" advClick="0" advTm="38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2E10FC-8831-0D88-F4FA-4CED1F9F3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992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732FF95-10DB-340D-B41C-DE8CC8117835}"/>
              </a:ext>
            </a:extLst>
          </p:cNvPr>
          <p:cNvSpPr/>
          <p:nvPr/>
        </p:nvSpPr>
        <p:spPr>
          <a:xfrm>
            <a:off x="2169042" y="1099933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F26AF4D-6733-6390-17E0-4793526CD92A}"/>
              </a:ext>
            </a:extLst>
          </p:cNvPr>
          <p:cNvSpPr/>
          <p:nvPr/>
        </p:nvSpPr>
        <p:spPr>
          <a:xfrm>
            <a:off x="5890437" y="1099933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AC425302-2A61-EA6E-A23F-FF06F0F3A876}"/>
              </a:ext>
            </a:extLst>
          </p:cNvPr>
          <p:cNvCxnSpPr>
            <a:stCxn id="2" idx="2"/>
          </p:cNvCxnSpPr>
          <p:nvPr/>
        </p:nvCxnSpPr>
        <p:spPr>
          <a:xfrm>
            <a:off x="2169042" y="1312585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9208270B-DC2E-E04B-554F-52D29E1DFF03}"/>
              </a:ext>
            </a:extLst>
          </p:cNvPr>
          <p:cNvCxnSpPr/>
          <p:nvPr/>
        </p:nvCxnSpPr>
        <p:spPr>
          <a:xfrm>
            <a:off x="4352261" y="1893831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5276236C-5386-ADB5-BCE4-22EA8A8A8BA1}"/>
              </a:ext>
            </a:extLst>
          </p:cNvPr>
          <p:cNvCxnSpPr/>
          <p:nvPr/>
        </p:nvCxnSpPr>
        <p:spPr>
          <a:xfrm>
            <a:off x="6315740" y="1262965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6CE9B1A7-325C-91C3-ADF1-07C02029148B}"/>
              </a:ext>
            </a:extLst>
          </p:cNvPr>
          <p:cNvCxnSpPr>
            <a:cxnSpLocks/>
            <a:stCxn id="2" idx="7"/>
          </p:cNvCxnSpPr>
          <p:nvPr/>
        </p:nvCxnSpPr>
        <p:spPr>
          <a:xfrm>
            <a:off x="2532061" y="1162217"/>
            <a:ext cx="1820200" cy="73161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F11AA60-12FD-96A8-C3F1-B1E69B7B6564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4352261" y="1162217"/>
            <a:ext cx="1600460" cy="73161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8EC9E6DA-652C-6F5B-9068-3B6BF54C674B}"/>
              </a:ext>
            </a:extLst>
          </p:cNvPr>
          <p:cNvSpPr/>
          <p:nvPr/>
        </p:nvSpPr>
        <p:spPr>
          <a:xfrm>
            <a:off x="2289544" y="1220435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F75C864-BAAD-D4CE-D8B3-258E87D367F8}"/>
              </a:ext>
            </a:extLst>
          </p:cNvPr>
          <p:cNvSpPr/>
          <p:nvPr/>
        </p:nvSpPr>
        <p:spPr>
          <a:xfrm>
            <a:off x="6010939" y="1220435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3C01396-AE82-DE57-9059-D520890C4379}"/>
              </a:ext>
            </a:extLst>
          </p:cNvPr>
          <p:cNvSpPr/>
          <p:nvPr/>
        </p:nvSpPr>
        <p:spPr>
          <a:xfrm>
            <a:off x="1880568" y="2947207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1B51677-F05B-D471-7DAC-003DFD8B82A9}"/>
              </a:ext>
            </a:extLst>
          </p:cNvPr>
          <p:cNvSpPr/>
          <p:nvPr/>
        </p:nvSpPr>
        <p:spPr>
          <a:xfrm>
            <a:off x="4063787" y="3525798"/>
            <a:ext cx="576948" cy="1340849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CE266EC-81A4-85ED-61CF-F2269FB40405}"/>
              </a:ext>
            </a:extLst>
          </p:cNvPr>
          <p:cNvSpPr/>
          <p:nvPr/>
        </p:nvSpPr>
        <p:spPr>
          <a:xfrm>
            <a:off x="6027266" y="2893290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4F9213B-8B63-72FC-DC48-C0ECD174D5F2}"/>
                  </a:ext>
                </a:extLst>
              </p:cNvPr>
              <p:cNvSpPr txBox="1"/>
              <p:nvPr/>
            </p:nvSpPr>
            <p:spPr>
              <a:xfrm>
                <a:off x="6134857" y="3141481"/>
                <a:ext cx="361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4F9213B-8B63-72FC-DC48-C0ECD174D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857" y="3141481"/>
                <a:ext cx="361766" cy="276999"/>
              </a:xfrm>
              <a:prstGeom prst="rect">
                <a:avLst/>
              </a:prstGeom>
              <a:blipFill>
                <a:blip r:embed="rId2"/>
                <a:stretch>
                  <a:fillRect l="-15000" r="-166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70852D36-37BF-6F69-0DF0-5BE9140A3200}"/>
                  </a:ext>
                </a:extLst>
              </p:cNvPr>
              <p:cNvSpPr txBox="1"/>
              <p:nvPr/>
            </p:nvSpPr>
            <p:spPr>
              <a:xfrm>
                <a:off x="4224405" y="4057722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70852D36-37BF-6F69-0DF0-5BE9140A3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405" y="4057722"/>
                <a:ext cx="255711" cy="276999"/>
              </a:xfrm>
              <a:prstGeom prst="rect">
                <a:avLst/>
              </a:prstGeom>
              <a:blipFill>
                <a:blip r:embed="rId3"/>
                <a:stretch>
                  <a:fillRect l="-23810" r="-1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E9A41C97-F1D0-5598-3FF7-6760620DC416}"/>
                  </a:ext>
                </a:extLst>
              </p:cNvPr>
              <p:cNvSpPr txBox="1"/>
              <p:nvPr/>
            </p:nvSpPr>
            <p:spPr>
              <a:xfrm>
                <a:off x="1968663" y="3167046"/>
                <a:ext cx="341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E9A41C97-F1D0-5598-3FF7-6760620DC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663" y="3167046"/>
                <a:ext cx="341953" cy="276999"/>
              </a:xfrm>
              <a:prstGeom prst="rect">
                <a:avLst/>
              </a:prstGeom>
              <a:blipFill>
                <a:blip r:embed="rId4"/>
                <a:stretch>
                  <a:fillRect l="-16071" r="-5357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7D5B1D54-EA23-FEB5-4CBD-F1CC65C90E6F}"/>
              </a:ext>
            </a:extLst>
          </p:cNvPr>
          <p:cNvCxnSpPr>
            <a:cxnSpLocks/>
          </p:cNvCxnSpPr>
          <p:nvPr/>
        </p:nvCxnSpPr>
        <p:spPr>
          <a:xfrm>
            <a:off x="2381694" y="1099933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166BB28F-3AFB-B467-55AA-1174AE856003}"/>
              </a:ext>
            </a:extLst>
          </p:cNvPr>
          <p:cNvCxnSpPr>
            <a:cxnSpLocks/>
          </p:cNvCxnSpPr>
          <p:nvPr/>
        </p:nvCxnSpPr>
        <p:spPr>
          <a:xfrm>
            <a:off x="2381694" y="1893831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F17FEA64-C9C9-22F8-AEA5-4971C2F5D3BF}"/>
                  </a:ext>
                </a:extLst>
              </p:cNvPr>
              <p:cNvSpPr txBox="1"/>
              <p:nvPr/>
            </p:nvSpPr>
            <p:spPr>
              <a:xfrm>
                <a:off x="3551010" y="1616832"/>
                <a:ext cx="280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F17FEA64-C9C9-22F8-AEA5-4971C2F5D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010" y="1616832"/>
                <a:ext cx="280012" cy="276999"/>
              </a:xfrm>
              <a:prstGeom prst="rect">
                <a:avLst/>
              </a:prstGeom>
              <a:blipFill>
                <a:blip r:embed="rId5"/>
                <a:stretch>
                  <a:fillRect l="-22222" r="-666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0E3EE27C-07A4-582C-0493-1F4ACFAF2557}"/>
                  </a:ext>
                </a:extLst>
              </p:cNvPr>
              <p:cNvSpPr txBox="1"/>
              <p:nvPr/>
            </p:nvSpPr>
            <p:spPr>
              <a:xfrm>
                <a:off x="4807656" y="1616832"/>
                <a:ext cx="2998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0E3EE27C-07A4-582C-0493-1F4ACFAF2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656" y="1616832"/>
                <a:ext cx="299826" cy="276999"/>
              </a:xfrm>
              <a:prstGeom prst="rect">
                <a:avLst/>
              </a:prstGeom>
              <a:blipFill>
                <a:blip r:embed="rId6"/>
                <a:stretch>
                  <a:fillRect l="-20408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10E1FFD6-336A-47AB-5B4E-4C00CEFDC973}"/>
                  </a:ext>
                </a:extLst>
              </p:cNvPr>
              <p:cNvSpPr txBox="1"/>
              <p:nvPr/>
            </p:nvSpPr>
            <p:spPr>
              <a:xfrm>
                <a:off x="4242391" y="1525236"/>
                <a:ext cx="197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10E1FFD6-336A-47AB-5B4E-4C00CEFDC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391" y="1525236"/>
                <a:ext cx="197746" cy="276999"/>
              </a:xfrm>
              <a:prstGeom prst="rect">
                <a:avLst/>
              </a:prstGeom>
              <a:blipFill>
                <a:blip r:embed="rId7"/>
                <a:stretch>
                  <a:fillRect l="-18750" r="-156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7FAF6B04-4D95-CEDA-702A-14F09F60461E}"/>
                  </a:ext>
                </a:extLst>
              </p:cNvPr>
              <p:cNvSpPr txBox="1"/>
              <p:nvPr/>
            </p:nvSpPr>
            <p:spPr>
              <a:xfrm>
                <a:off x="4231298" y="790149"/>
                <a:ext cx="2199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7FAF6B04-4D95-CEDA-702A-14F09F604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298" y="790149"/>
                <a:ext cx="219932" cy="276999"/>
              </a:xfrm>
              <a:prstGeom prst="rect">
                <a:avLst/>
              </a:prstGeom>
              <a:blipFill>
                <a:blip r:embed="rId8"/>
                <a:stretch>
                  <a:fillRect l="-25000" r="-2222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110A11CB-A014-34A9-91DE-110BF4554837}"/>
                  </a:ext>
                </a:extLst>
              </p:cNvPr>
              <p:cNvSpPr txBox="1"/>
              <p:nvPr/>
            </p:nvSpPr>
            <p:spPr>
              <a:xfrm>
                <a:off x="6844979" y="1346377"/>
                <a:ext cx="185954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110A11CB-A014-34A9-91DE-110BF4554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4979" y="1346377"/>
                <a:ext cx="1859540" cy="276999"/>
              </a:xfrm>
              <a:prstGeom prst="rect">
                <a:avLst/>
              </a:prstGeom>
              <a:blipFill>
                <a:blip r:embed="rId9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tângulo 72">
            <a:extLst>
              <a:ext uri="{FF2B5EF4-FFF2-40B4-BE49-F238E27FC236}">
                <a16:creationId xmlns:a16="http://schemas.microsoft.com/office/drawing/2014/main" id="{0A417237-B3ED-0D73-3270-0B447F7A5AC0}"/>
              </a:ext>
            </a:extLst>
          </p:cNvPr>
          <p:cNvSpPr/>
          <p:nvPr/>
        </p:nvSpPr>
        <p:spPr>
          <a:xfrm>
            <a:off x="6844980" y="1205075"/>
            <a:ext cx="1917202" cy="60182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33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4000"/>
    </mc:Choice>
    <mc:Fallback xmlns="">
      <p:transition spd="slow" advClick="0" advTm="44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922B5E7-B785-AFB3-7E7B-B5F32BB20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369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F42DF-A285-4D35-D54D-209A2F57C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4837DB80-FB51-2F5E-BDEF-43A31B8678F5}"/>
              </a:ext>
            </a:extLst>
          </p:cNvPr>
          <p:cNvSpPr/>
          <p:nvPr/>
        </p:nvSpPr>
        <p:spPr>
          <a:xfrm>
            <a:off x="2169042" y="9002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66BE826-4187-8073-3F8A-1A2FC1725763}"/>
              </a:ext>
            </a:extLst>
          </p:cNvPr>
          <p:cNvSpPr/>
          <p:nvPr/>
        </p:nvSpPr>
        <p:spPr>
          <a:xfrm>
            <a:off x="5890437" y="9002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7A908858-2463-6761-874F-A992A69E6647}"/>
              </a:ext>
            </a:extLst>
          </p:cNvPr>
          <p:cNvCxnSpPr>
            <a:stCxn id="3" idx="2"/>
          </p:cNvCxnSpPr>
          <p:nvPr/>
        </p:nvCxnSpPr>
        <p:spPr>
          <a:xfrm>
            <a:off x="2169042" y="111292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12C44CB-58CB-1EA6-8DB4-7FC079414BB3}"/>
              </a:ext>
            </a:extLst>
          </p:cNvPr>
          <p:cNvCxnSpPr/>
          <p:nvPr/>
        </p:nvCxnSpPr>
        <p:spPr>
          <a:xfrm>
            <a:off x="4352261" y="1694173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F03651B-474F-4AFB-4A86-CD6D2DB85A4A}"/>
              </a:ext>
            </a:extLst>
          </p:cNvPr>
          <p:cNvCxnSpPr/>
          <p:nvPr/>
        </p:nvCxnSpPr>
        <p:spPr>
          <a:xfrm>
            <a:off x="6315740" y="106330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EFCBA437-BB84-168C-6647-CD50ED89AF01}"/>
              </a:ext>
            </a:extLst>
          </p:cNvPr>
          <p:cNvCxnSpPr>
            <a:cxnSpLocks/>
            <a:stCxn id="3" idx="7"/>
          </p:cNvCxnSpPr>
          <p:nvPr/>
        </p:nvCxnSpPr>
        <p:spPr>
          <a:xfrm>
            <a:off x="2532061" y="962559"/>
            <a:ext cx="1820200" cy="73161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7E80811-43CE-8B85-98FF-D75B0797A624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352261" y="962559"/>
            <a:ext cx="1600460" cy="73161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C1A5DD18-6BCB-F3D6-6C7D-2B119BD8C053}"/>
              </a:ext>
            </a:extLst>
          </p:cNvPr>
          <p:cNvSpPr/>
          <p:nvPr/>
        </p:nvSpPr>
        <p:spPr>
          <a:xfrm>
            <a:off x="2289544" y="10207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46F0EAD-3820-468E-7CBF-4669C9A347F8}"/>
              </a:ext>
            </a:extLst>
          </p:cNvPr>
          <p:cNvSpPr/>
          <p:nvPr/>
        </p:nvSpPr>
        <p:spPr>
          <a:xfrm>
            <a:off x="6010939" y="10207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1F14E18-C99F-BA8D-B628-CD453188F096}"/>
              </a:ext>
            </a:extLst>
          </p:cNvPr>
          <p:cNvSpPr/>
          <p:nvPr/>
        </p:nvSpPr>
        <p:spPr>
          <a:xfrm>
            <a:off x="1880568" y="2747549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AA0ED13-262D-8BF7-D8BD-547F6C23AA2B}"/>
              </a:ext>
            </a:extLst>
          </p:cNvPr>
          <p:cNvSpPr/>
          <p:nvPr/>
        </p:nvSpPr>
        <p:spPr>
          <a:xfrm>
            <a:off x="4063787" y="3326140"/>
            <a:ext cx="576948" cy="1340849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A0C9BF2-0405-C8F7-CD8F-981137E10046}"/>
              </a:ext>
            </a:extLst>
          </p:cNvPr>
          <p:cNvSpPr/>
          <p:nvPr/>
        </p:nvSpPr>
        <p:spPr>
          <a:xfrm>
            <a:off x="6027266" y="2693632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D850B60E-F6AA-B023-F488-FCF6818CA500}"/>
                  </a:ext>
                </a:extLst>
              </p:cNvPr>
              <p:cNvSpPr txBox="1"/>
              <p:nvPr/>
            </p:nvSpPr>
            <p:spPr>
              <a:xfrm>
                <a:off x="6134857" y="2941823"/>
                <a:ext cx="361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D850B60E-F6AA-B023-F488-FCF6818CA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857" y="2941823"/>
                <a:ext cx="361766" cy="276999"/>
              </a:xfrm>
              <a:prstGeom prst="rect">
                <a:avLst/>
              </a:prstGeom>
              <a:blipFill>
                <a:blip r:embed="rId2"/>
                <a:stretch>
                  <a:fillRect l="-15000" r="-1667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68E4DE24-5AEB-2B1C-3A7B-08FB8937B5D1}"/>
                  </a:ext>
                </a:extLst>
              </p:cNvPr>
              <p:cNvSpPr txBox="1"/>
              <p:nvPr/>
            </p:nvSpPr>
            <p:spPr>
              <a:xfrm>
                <a:off x="4224405" y="3858064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68E4DE24-5AEB-2B1C-3A7B-08FB8937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405" y="3858064"/>
                <a:ext cx="255711" cy="276999"/>
              </a:xfrm>
              <a:prstGeom prst="rect">
                <a:avLst/>
              </a:prstGeom>
              <a:blipFill>
                <a:blip r:embed="rId3"/>
                <a:stretch>
                  <a:fillRect l="-23810" r="-1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9D3C774E-4550-340D-72E3-F902AE80245D}"/>
                  </a:ext>
                </a:extLst>
              </p:cNvPr>
              <p:cNvSpPr txBox="1"/>
              <p:nvPr/>
            </p:nvSpPr>
            <p:spPr>
              <a:xfrm>
                <a:off x="1968663" y="2967388"/>
                <a:ext cx="341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9D3C774E-4550-340D-72E3-F902AE802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663" y="2967388"/>
                <a:ext cx="341953" cy="276999"/>
              </a:xfrm>
              <a:prstGeom prst="rect">
                <a:avLst/>
              </a:prstGeom>
              <a:blipFill>
                <a:blip r:embed="rId4"/>
                <a:stretch>
                  <a:fillRect l="-16071" r="-5357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8C0A0C07-68B3-B386-9E31-14ECDB9A505B}"/>
              </a:ext>
            </a:extLst>
          </p:cNvPr>
          <p:cNvCxnSpPr>
            <a:cxnSpLocks/>
          </p:cNvCxnSpPr>
          <p:nvPr/>
        </p:nvCxnSpPr>
        <p:spPr>
          <a:xfrm>
            <a:off x="2381694" y="900275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83E6D2FE-E3D8-2ED6-6328-699CD1C89012}"/>
              </a:ext>
            </a:extLst>
          </p:cNvPr>
          <p:cNvCxnSpPr>
            <a:cxnSpLocks/>
          </p:cNvCxnSpPr>
          <p:nvPr/>
        </p:nvCxnSpPr>
        <p:spPr>
          <a:xfrm>
            <a:off x="2381694" y="1694173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813BD409-80DE-250A-09F3-A0374D4C5902}"/>
                  </a:ext>
                </a:extLst>
              </p:cNvPr>
              <p:cNvSpPr txBox="1"/>
              <p:nvPr/>
            </p:nvSpPr>
            <p:spPr>
              <a:xfrm>
                <a:off x="3551010" y="1417174"/>
                <a:ext cx="280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813BD409-80DE-250A-09F3-A0374D4C5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010" y="1417174"/>
                <a:ext cx="280012" cy="276999"/>
              </a:xfrm>
              <a:prstGeom prst="rect">
                <a:avLst/>
              </a:prstGeom>
              <a:blipFill>
                <a:blip r:embed="rId5"/>
                <a:stretch>
                  <a:fillRect l="-22222" r="-666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8553385D-7BEC-C586-9FD4-0C7D13564E57}"/>
                  </a:ext>
                </a:extLst>
              </p:cNvPr>
              <p:cNvSpPr txBox="1"/>
              <p:nvPr/>
            </p:nvSpPr>
            <p:spPr>
              <a:xfrm>
                <a:off x="4807656" y="1417174"/>
                <a:ext cx="2998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8553385D-7BEC-C586-9FD4-0C7D13564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656" y="1417174"/>
                <a:ext cx="299826" cy="276999"/>
              </a:xfrm>
              <a:prstGeom prst="rect">
                <a:avLst/>
              </a:prstGeom>
              <a:blipFill>
                <a:blip r:embed="rId6"/>
                <a:stretch>
                  <a:fillRect l="-20408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D054A3EA-A84E-017A-303E-F53D98F83DE7}"/>
                  </a:ext>
                </a:extLst>
              </p:cNvPr>
              <p:cNvSpPr txBox="1"/>
              <p:nvPr/>
            </p:nvSpPr>
            <p:spPr>
              <a:xfrm>
                <a:off x="4242391" y="1325578"/>
                <a:ext cx="197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D054A3EA-A84E-017A-303E-F53D98F83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391" y="1325578"/>
                <a:ext cx="197746" cy="276999"/>
              </a:xfrm>
              <a:prstGeom prst="rect">
                <a:avLst/>
              </a:prstGeom>
              <a:blipFill>
                <a:blip r:embed="rId7"/>
                <a:stretch>
                  <a:fillRect l="-18750" r="-156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B7FECCC1-06CC-830D-A855-CCF6EBA8DA88}"/>
              </a:ext>
            </a:extLst>
          </p:cNvPr>
          <p:cNvCxnSpPr/>
          <p:nvPr/>
        </p:nvCxnSpPr>
        <p:spPr>
          <a:xfrm flipV="1">
            <a:off x="2169042" y="1602577"/>
            <a:ext cx="0" cy="115457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8D1D0A50-260E-0B95-2C98-ABB58F8353C4}"/>
              </a:ext>
            </a:extLst>
          </p:cNvPr>
          <p:cNvCxnSpPr/>
          <p:nvPr/>
        </p:nvCxnSpPr>
        <p:spPr>
          <a:xfrm flipV="1">
            <a:off x="6315740" y="1539056"/>
            <a:ext cx="0" cy="115457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819FE395-AF9C-3652-2CF9-2A493A0CE2C0}"/>
              </a:ext>
            </a:extLst>
          </p:cNvPr>
          <p:cNvCxnSpPr>
            <a:cxnSpLocks/>
          </p:cNvCxnSpPr>
          <p:nvPr/>
        </p:nvCxnSpPr>
        <p:spPr>
          <a:xfrm>
            <a:off x="2154866" y="3353406"/>
            <a:ext cx="0" cy="100931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F5FE817C-D36A-BC3B-8120-C7FC545199BD}"/>
              </a:ext>
            </a:extLst>
          </p:cNvPr>
          <p:cNvCxnSpPr>
            <a:cxnSpLocks/>
          </p:cNvCxnSpPr>
          <p:nvPr/>
        </p:nvCxnSpPr>
        <p:spPr>
          <a:xfrm>
            <a:off x="4352261" y="4267200"/>
            <a:ext cx="0" cy="79726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79BBB367-B645-44A2-2ED5-0E111780ECB5}"/>
              </a:ext>
            </a:extLst>
          </p:cNvPr>
          <p:cNvCxnSpPr>
            <a:cxnSpLocks/>
          </p:cNvCxnSpPr>
          <p:nvPr/>
        </p:nvCxnSpPr>
        <p:spPr>
          <a:xfrm>
            <a:off x="6315741" y="3324498"/>
            <a:ext cx="0" cy="79726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677B506D-D1D2-49A7-8E47-DCCD3E956195}"/>
                  </a:ext>
                </a:extLst>
              </p:cNvPr>
              <p:cNvSpPr txBox="1"/>
              <p:nvPr/>
            </p:nvSpPr>
            <p:spPr>
              <a:xfrm>
                <a:off x="1757673" y="1694173"/>
                <a:ext cx="271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677B506D-D1D2-49A7-8E47-DCCD3E956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673" y="1694173"/>
                <a:ext cx="271356" cy="276999"/>
              </a:xfrm>
              <a:prstGeom prst="rect">
                <a:avLst/>
              </a:prstGeom>
              <a:blipFill>
                <a:blip r:embed="rId8"/>
                <a:stretch>
                  <a:fillRect l="-20000" r="-4444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AF931755-D114-0F64-DEBB-0FE7DD24DC18}"/>
                  </a:ext>
                </a:extLst>
              </p:cNvPr>
              <p:cNvSpPr txBox="1"/>
              <p:nvPr/>
            </p:nvSpPr>
            <p:spPr>
              <a:xfrm>
                <a:off x="6436244" y="1529903"/>
                <a:ext cx="2998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AF931755-D114-0F64-DEBB-0FE7DD24D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244" y="1529903"/>
                <a:ext cx="299826" cy="276999"/>
              </a:xfrm>
              <a:prstGeom prst="rect">
                <a:avLst/>
              </a:prstGeom>
              <a:blipFill>
                <a:blip r:embed="rId9"/>
                <a:stretch>
                  <a:fillRect l="-18367" r="-4082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28BE664D-EE42-CC01-318A-FB1886DA98D0}"/>
              </a:ext>
            </a:extLst>
          </p:cNvPr>
          <p:cNvCxnSpPr>
            <a:cxnSpLocks/>
          </p:cNvCxnSpPr>
          <p:nvPr/>
        </p:nvCxnSpPr>
        <p:spPr>
          <a:xfrm flipH="1" flipV="1">
            <a:off x="3179823" y="1233891"/>
            <a:ext cx="1157583" cy="45182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E459BCC1-BFAA-C724-BF30-8FD820ED657B}"/>
              </a:ext>
            </a:extLst>
          </p:cNvPr>
          <p:cNvCxnSpPr>
            <a:cxnSpLocks/>
          </p:cNvCxnSpPr>
          <p:nvPr/>
        </p:nvCxnSpPr>
        <p:spPr>
          <a:xfrm flipV="1">
            <a:off x="4367116" y="1285037"/>
            <a:ext cx="916606" cy="40068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DE8BE60B-5C59-4999-AC9B-66F1E741785B}"/>
                  </a:ext>
                </a:extLst>
              </p:cNvPr>
              <p:cNvSpPr txBox="1"/>
              <p:nvPr/>
            </p:nvSpPr>
            <p:spPr>
              <a:xfrm>
                <a:off x="3377301" y="984506"/>
                <a:ext cx="271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DE8BE60B-5C59-4999-AC9B-66F1E7417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301" y="984506"/>
                <a:ext cx="271356" cy="276999"/>
              </a:xfrm>
              <a:prstGeom prst="rect">
                <a:avLst/>
              </a:prstGeom>
              <a:blipFill>
                <a:blip r:embed="rId10"/>
                <a:stretch>
                  <a:fillRect l="-20000" r="-4444"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4A5E6CB1-0276-DA1B-7677-D1A9151B8B7D}"/>
                  </a:ext>
                </a:extLst>
              </p:cNvPr>
              <p:cNvSpPr txBox="1"/>
              <p:nvPr/>
            </p:nvSpPr>
            <p:spPr>
              <a:xfrm>
                <a:off x="4756039" y="1032413"/>
                <a:ext cx="2998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4A5E6CB1-0276-DA1B-7677-D1A9151B8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039" y="1032413"/>
                <a:ext cx="299826" cy="276999"/>
              </a:xfrm>
              <a:prstGeom prst="rect">
                <a:avLst/>
              </a:prstGeom>
              <a:blipFill>
                <a:blip r:embed="rId11"/>
                <a:stretch>
                  <a:fillRect l="-16327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DED3FCD-A84D-E59E-62F1-796E6DD727F4}"/>
                  </a:ext>
                </a:extLst>
              </p:cNvPr>
              <p:cNvSpPr txBox="1"/>
              <p:nvPr/>
            </p:nvSpPr>
            <p:spPr>
              <a:xfrm>
                <a:off x="1968663" y="4389990"/>
                <a:ext cx="4869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DED3FCD-A84D-E59E-62F1-796E6DD72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663" y="4389990"/>
                <a:ext cx="486993" cy="276999"/>
              </a:xfrm>
              <a:prstGeom prst="rect">
                <a:avLst/>
              </a:prstGeom>
              <a:blipFill>
                <a:blip r:embed="rId12"/>
                <a:stretch>
                  <a:fillRect l="-11250" r="-11250" b="-239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2E22EDA9-9CFF-1214-2400-F9A54AC6AB16}"/>
                  </a:ext>
                </a:extLst>
              </p:cNvPr>
              <p:cNvSpPr txBox="1"/>
              <p:nvPr/>
            </p:nvSpPr>
            <p:spPr>
              <a:xfrm>
                <a:off x="4420466" y="4805418"/>
                <a:ext cx="395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2E22EDA9-9CFF-1214-2400-F9A54AC6A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0466" y="4805418"/>
                <a:ext cx="395108" cy="276999"/>
              </a:xfrm>
              <a:prstGeom prst="rect">
                <a:avLst/>
              </a:prstGeom>
              <a:blipFill>
                <a:blip r:embed="rId13"/>
                <a:stretch>
                  <a:fillRect l="-20000" r="-18462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FCAB7629-16A2-826A-3C36-4FF809706305}"/>
                  </a:ext>
                </a:extLst>
              </p:cNvPr>
              <p:cNvSpPr txBox="1"/>
              <p:nvPr/>
            </p:nvSpPr>
            <p:spPr>
              <a:xfrm>
                <a:off x="6436244" y="3996712"/>
                <a:ext cx="5068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FCAB7629-16A2-826A-3C36-4FF809706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244" y="3996712"/>
                <a:ext cx="506805" cy="276999"/>
              </a:xfrm>
              <a:prstGeom prst="rect">
                <a:avLst/>
              </a:prstGeom>
              <a:blipFill>
                <a:blip r:embed="rId14"/>
                <a:stretch>
                  <a:fillRect l="-10843" r="-12048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3674FD87-A73C-A5C0-1F6C-69419FA18BD9}"/>
              </a:ext>
            </a:extLst>
          </p:cNvPr>
          <p:cNvCxnSpPr/>
          <p:nvPr/>
        </p:nvCxnSpPr>
        <p:spPr>
          <a:xfrm flipV="1">
            <a:off x="4352261" y="2161504"/>
            <a:ext cx="0" cy="115457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50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1000"/>
    </mc:Choice>
    <mc:Fallback xmlns="">
      <p:transition spd="slow" advClick="0" advTm="51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AC6F4C-9665-71D4-A9E3-0D168C2A0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0590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71D9-249B-EE2F-C019-66450F1C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3A665271-8BE7-B2AE-A038-7F5920D8FFEB}"/>
              </a:ext>
            </a:extLst>
          </p:cNvPr>
          <p:cNvSpPr/>
          <p:nvPr/>
        </p:nvSpPr>
        <p:spPr>
          <a:xfrm>
            <a:off x="1958559" y="9002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F309A5C-A64F-153A-2527-6467538B19F0}"/>
              </a:ext>
            </a:extLst>
          </p:cNvPr>
          <p:cNvSpPr/>
          <p:nvPr/>
        </p:nvSpPr>
        <p:spPr>
          <a:xfrm>
            <a:off x="5679954" y="9002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7EF7C94-1A39-5B1F-CEA4-6B3E46379B55}"/>
              </a:ext>
            </a:extLst>
          </p:cNvPr>
          <p:cNvCxnSpPr>
            <a:stCxn id="3" idx="2"/>
          </p:cNvCxnSpPr>
          <p:nvPr/>
        </p:nvCxnSpPr>
        <p:spPr>
          <a:xfrm>
            <a:off x="1958559" y="111292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66425C5-9E89-7E1E-D153-4D395A85AFA3}"/>
              </a:ext>
            </a:extLst>
          </p:cNvPr>
          <p:cNvCxnSpPr/>
          <p:nvPr/>
        </p:nvCxnSpPr>
        <p:spPr>
          <a:xfrm>
            <a:off x="4141778" y="1694173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CFE61A4-014E-0B9A-6EA9-23534A4DB615}"/>
              </a:ext>
            </a:extLst>
          </p:cNvPr>
          <p:cNvCxnSpPr/>
          <p:nvPr/>
        </p:nvCxnSpPr>
        <p:spPr>
          <a:xfrm>
            <a:off x="6105257" y="106330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04648F41-CEF8-1499-A8E0-6943C6B011AF}"/>
              </a:ext>
            </a:extLst>
          </p:cNvPr>
          <p:cNvCxnSpPr>
            <a:cxnSpLocks/>
            <a:stCxn id="3" idx="7"/>
          </p:cNvCxnSpPr>
          <p:nvPr/>
        </p:nvCxnSpPr>
        <p:spPr>
          <a:xfrm>
            <a:off x="2321578" y="962559"/>
            <a:ext cx="1820200" cy="73161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FE128F0-E7CC-3ED3-978B-D557521460ED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141778" y="962559"/>
            <a:ext cx="1600460" cy="73161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B37AE8E6-F735-E54C-0D88-D3EB4221B5B1}"/>
              </a:ext>
            </a:extLst>
          </p:cNvPr>
          <p:cNvSpPr/>
          <p:nvPr/>
        </p:nvSpPr>
        <p:spPr>
          <a:xfrm>
            <a:off x="2079061" y="10207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61C40CD-8A1C-4F72-988F-1DBF38EA3736}"/>
              </a:ext>
            </a:extLst>
          </p:cNvPr>
          <p:cNvSpPr/>
          <p:nvPr/>
        </p:nvSpPr>
        <p:spPr>
          <a:xfrm>
            <a:off x="5800456" y="10207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D9FB8BF-D2E3-3F48-95D0-017213ED64C3}"/>
              </a:ext>
            </a:extLst>
          </p:cNvPr>
          <p:cNvSpPr/>
          <p:nvPr/>
        </p:nvSpPr>
        <p:spPr>
          <a:xfrm>
            <a:off x="1670085" y="2747549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2DE7A83-8254-649A-709D-1829C3C2ED46}"/>
              </a:ext>
            </a:extLst>
          </p:cNvPr>
          <p:cNvSpPr/>
          <p:nvPr/>
        </p:nvSpPr>
        <p:spPr>
          <a:xfrm>
            <a:off x="3853304" y="3326140"/>
            <a:ext cx="576948" cy="1340849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44A4A67-375E-EE71-96A4-1CD78C4EF379}"/>
              </a:ext>
            </a:extLst>
          </p:cNvPr>
          <p:cNvSpPr/>
          <p:nvPr/>
        </p:nvSpPr>
        <p:spPr>
          <a:xfrm>
            <a:off x="5816783" y="2693632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AD802F4-3507-C626-C8AA-FEDD88012222}"/>
                  </a:ext>
                </a:extLst>
              </p:cNvPr>
              <p:cNvSpPr txBox="1"/>
              <p:nvPr/>
            </p:nvSpPr>
            <p:spPr>
              <a:xfrm>
                <a:off x="5924374" y="2941823"/>
                <a:ext cx="361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AD802F4-3507-C626-C8AA-FEDD88012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374" y="2941823"/>
                <a:ext cx="361766" cy="276999"/>
              </a:xfrm>
              <a:prstGeom prst="rect">
                <a:avLst/>
              </a:prstGeom>
              <a:blipFill>
                <a:blip r:embed="rId2"/>
                <a:stretch>
                  <a:fillRect l="-16949" r="-3390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3F6F17AD-1FDC-F13F-1C4F-18FB49B34343}"/>
                  </a:ext>
                </a:extLst>
              </p:cNvPr>
              <p:cNvSpPr txBox="1"/>
              <p:nvPr/>
            </p:nvSpPr>
            <p:spPr>
              <a:xfrm>
                <a:off x="4013922" y="3662952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3F6F17AD-1FDC-F13F-1C4F-18FB49B34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922" y="3662952"/>
                <a:ext cx="255711" cy="276999"/>
              </a:xfrm>
              <a:prstGeom prst="rect">
                <a:avLst/>
              </a:prstGeom>
              <a:blipFill>
                <a:blip r:embed="rId3"/>
                <a:stretch>
                  <a:fillRect l="-21429" r="-1904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6439CF58-1E24-323F-20BC-7AE1A42D4184}"/>
                  </a:ext>
                </a:extLst>
              </p:cNvPr>
              <p:cNvSpPr txBox="1"/>
              <p:nvPr/>
            </p:nvSpPr>
            <p:spPr>
              <a:xfrm>
                <a:off x="1758180" y="2967388"/>
                <a:ext cx="341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6439CF58-1E24-323F-20BC-7AE1A42D4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80" y="2967388"/>
                <a:ext cx="341953" cy="276999"/>
              </a:xfrm>
              <a:prstGeom prst="rect">
                <a:avLst/>
              </a:prstGeom>
              <a:blipFill>
                <a:blip r:embed="rId4"/>
                <a:stretch>
                  <a:fillRect l="-14035" r="-3509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807FE149-73B3-D733-A625-5F384B0D1079}"/>
              </a:ext>
            </a:extLst>
          </p:cNvPr>
          <p:cNvCxnSpPr>
            <a:cxnSpLocks/>
          </p:cNvCxnSpPr>
          <p:nvPr/>
        </p:nvCxnSpPr>
        <p:spPr>
          <a:xfrm>
            <a:off x="2171211" y="900275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ED1D1C7C-F08A-171B-B486-6F56959BB5CE}"/>
              </a:ext>
            </a:extLst>
          </p:cNvPr>
          <p:cNvCxnSpPr>
            <a:cxnSpLocks/>
          </p:cNvCxnSpPr>
          <p:nvPr/>
        </p:nvCxnSpPr>
        <p:spPr>
          <a:xfrm>
            <a:off x="2171211" y="1694173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BDB92B65-17DD-53BE-EA1B-78FA6632B6B4}"/>
                  </a:ext>
                </a:extLst>
              </p:cNvPr>
              <p:cNvSpPr txBox="1"/>
              <p:nvPr/>
            </p:nvSpPr>
            <p:spPr>
              <a:xfrm>
                <a:off x="3340527" y="1417174"/>
                <a:ext cx="280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BDB92B65-17DD-53BE-EA1B-78FA6632B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527" y="1417174"/>
                <a:ext cx="280012" cy="276999"/>
              </a:xfrm>
              <a:prstGeom prst="rect">
                <a:avLst/>
              </a:prstGeom>
              <a:blipFill>
                <a:blip r:embed="rId5"/>
                <a:stretch>
                  <a:fillRect l="-21739" r="-4348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653C549-C8B3-4D78-FC83-520EB5CCD00B}"/>
                  </a:ext>
                </a:extLst>
              </p:cNvPr>
              <p:cNvSpPr txBox="1"/>
              <p:nvPr/>
            </p:nvSpPr>
            <p:spPr>
              <a:xfrm>
                <a:off x="4597173" y="1417174"/>
                <a:ext cx="2998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653C549-C8B3-4D78-FC83-520EB5CCD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173" y="1417174"/>
                <a:ext cx="299826" cy="276999"/>
              </a:xfrm>
              <a:prstGeom prst="rect">
                <a:avLst/>
              </a:prstGeom>
              <a:blipFill>
                <a:blip r:embed="rId6"/>
                <a:stretch>
                  <a:fillRect l="-18367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361BDA17-90E0-58FB-1B1E-546EE118544E}"/>
                  </a:ext>
                </a:extLst>
              </p:cNvPr>
              <p:cNvSpPr txBox="1"/>
              <p:nvPr/>
            </p:nvSpPr>
            <p:spPr>
              <a:xfrm>
                <a:off x="4031908" y="1325578"/>
                <a:ext cx="197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361BDA17-90E0-58FB-1B1E-546EE1185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908" y="1325578"/>
                <a:ext cx="197746" cy="276999"/>
              </a:xfrm>
              <a:prstGeom prst="rect">
                <a:avLst/>
              </a:prstGeom>
              <a:blipFill>
                <a:blip r:embed="rId7"/>
                <a:stretch>
                  <a:fillRect l="-18182" r="-121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42A3A804-1272-7EF6-EEF3-CE32A77D2F94}"/>
              </a:ext>
            </a:extLst>
          </p:cNvPr>
          <p:cNvCxnSpPr/>
          <p:nvPr/>
        </p:nvCxnSpPr>
        <p:spPr>
          <a:xfrm flipV="1">
            <a:off x="1958559" y="1602577"/>
            <a:ext cx="0" cy="115457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A508F9CC-DDBF-F251-DC93-1D8208B3C6C1}"/>
              </a:ext>
            </a:extLst>
          </p:cNvPr>
          <p:cNvCxnSpPr/>
          <p:nvPr/>
        </p:nvCxnSpPr>
        <p:spPr>
          <a:xfrm flipV="1">
            <a:off x="6105257" y="1539056"/>
            <a:ext cx="0" cy="115457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089F2183-4B3B-63D5-5526-8E0208166465}"/>
              </a:ext>
            </a:extLst>
          </p:cNvPr>
          <p:cNvCxnSpPr>
            <a:cxnSpLocks/>
          </p:cNvCxnSpPr>
          <p:nvPr/>
        </p:nvCxnSpPr>
        <p:spPr>
          <a:xfrm>
            <a:off x="1944383" y="3353406"/>
            <a:ext cx="0" cy="100931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BF38886B-ABEC-D994-2F23-6ACD5E6DF5BA}"/>
              </a:ext>
            </a:extLst>
          </p:cNvPr>
          <p:cNvCxnSpPr>
            <a:cxnSpLocks/>
          </p:cNvCxnSpPr>
          <p:nvPr/>
        </p:nvCxnSpPr>
        <p:spPr>
          <a:xfrm>
            <a:off x="4141778" y="4121767"/>
            <a:ext cx="0" cy="92940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B5B2C19B-AB7B-DE9E-DEFB-3F00A834C7DE}"/>
              </a:ext>
            </a:extLst>
          </p:cNvPr>
          <p:cNvCxnSpPr>
            <a:cxnSpLocks/>
          </p:cNvCxnSpPr>
          <p:nvPr/>
        </p:nvCxnSpPr>
        <p:spPr>
          <a:xfrm>
            <a:off x="6105258" y="3324498"/>
            <a:ext cx="0" cy="79726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5F22841F-68C6-013F-4DA5-984C41B8F593}"/>
                  </a:ext>
                </a:extLst>
              </p:cNvPr>
              <p:cNvSpPr txBox="1"/>
              <p:nvPr/>
            </p:nvSpPr>
            <p:spPr>
              <a:xfrm>
                <a:off x="1547190" y="1694173"/>
                <a:ext cx="271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5F22841F-68C6-013F-4DA5-984C41B8F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190" y="1694173"/>
                <a:ext cx="271356" cy="276999"/>
              </a:xfrm>
              <a:prstGeom prst="rect">
                <a:avLst/>
              </a:prstGeom>
              <a:blipFill>
                <a:blip r:embed="rId8"/>
                <a:stretch>
                  <a:fillRect l="-22727" r="-6818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4829B946-B62B-AAB6-8366-9FF8A60B7FF2}"/>
                  </a:ext>
                </a:extLst>
              </p:cNvPr>
              <p:cNvSpPr txBox="1"/>
              <p:nvPr/>
            </p:nvSpPr>
            <p:spPr>
              <a:xfrm>
                <a:off x="6225761" y="1529903"/>
                <a:ext cx="2998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4829B946-B62B-AAB6-8366-9FF8A60B7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5761" y="1529903"/>
                <a:ext cx="299826" cy="276999"/>
              </a:xfrm>
              <a:prstGeom prst="rect">
                <a:avLst/>
              </a:prstGeom>
              <a:blipFill>
                <a:blip r:embed="rId9"/>
                <a:stretch>
                  <a:fillRect l="-16327" r="-4082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18A35F66-54B0-8F8D-1762-23E507D7EF4F}"/>
              </a:ext>
            </a:extLst>
          </p:cNvPr>
          <p:cNvCxnSpPr>
            <a:cxnSpLocks/>
          </p:cNvCxnSpPr>
          <p:nvPr/>
        </p:nvCxnSpPr>
        <p:spPr>
          <a:xfrm flipH="1" flipV="1">
            <a:off x="2969340" y="1233891"/>
            <a:ext cx="1157583" cy="45182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6F91893C-6DBD-5C5E-C0B1-7A68286E9356}"/>
              </a:ext>
            </a:extLst>
          </p:cNvPr>
          <p:cNvCxnSpPr>
            <a:cxnSpLocks/>
          </p:cNvCxnSpPr>
          <p:nvPr/>
        </p:nvCxnSpPr>
        <p:spPr>
          <a:xfrm flipV="1">
            <a:off x="4156633" y="1285037"/>
            <a:ext cx="916606" cy="40068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D409575D-39DA-A0A5-4056-E62F432B50FF}"/>
                  </a:ext>
                </a:extLst>
              </p:cNvPr>
              <p:cNvSpPr txBox="1"/>
              <p:nvPr/>
            </p:nvSpPr>
            <p:spPr>
              <a:xfrm>
                <a:off x="3166818" y="984506"/>
                <a:ext cx="271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D409575D-39DA-A0A5-4056-E62F432B5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818" y="984506"/>
                <a:ext cx="271356" cy="276999"/>
              </a:xfrm>
              <a:prstGeom prst="rect">
                <a:avLst/>
              </a:prstGeom>
              <a:blipFill>
                <a:blip r:embed="rId10"/>
                <a:stretch>
                  <a:fillRect l="-20000" r="-4444"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6C8B4A57-91B4-85C4-36EB-E9B55EDB32A9}"/>
                  </a:ext>
                </a:extLst>
              </p:cNvPr>
              <p:cNvSpPr txBox="1"/>
              <p:nvPr/>
            </p:nvSpPr>
            <p:spPr>
              <a:xfrm>
                <a:off x="4545556" y="1032413"/>
                <a:ext cx="2998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6C8B4A57-91B4-85C4-36EB-E9B55EDB3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556" y="1032413"/>
                <a:ext cx="299826" cy="276999"/>
              </a:xfrm>
              <a:prstGeom prst="rect">
                <a:avLst/>
              </a:prstGeom>
              <a:blipFill>
                <a:blip r:embed="rId11"/>
                <a:stretch>
                  <a:fillRect l="-18367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8FA5BAD1-ABA4-D94C-AFA3-8FC26A4B396B}"/>
                  </a:ext>
                </a:extLst>
              </p:cNvPr>
              <p:cNvSpPr txBox="1"/>
              <p:nvPr/>
            </p:nvSpPr>
            <p:spPr>
              <a:xfrm>
                <a:off x="1758180" y="4389990"/>
                <a:ext cx="4869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8FA5BAD1-ABA4-D94C-AFA3-8FC26A4B3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80" y="4389990"/>
                <a:ext cx="486993" cy="276999"/>
              </a:xfrm>
              <a:prstGeom prst="rect">
                <a:avLst/>
              </a:prstGeom>
              <a:blipFill>
                <a:blip r:embed="rId12"/>
                <a:stretch>
                  <a:fillRect l="-10000" r="-11250" b="-239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F4EFA92A-E433-0164-D944-60B431761D70}"/>
                  </a:ext>
                </a:extLst>
              </p:cNvPr>
              <p:cNvSpPr txBox="1"/>
              <p:nvPr/>
            </p:nvSpPr>
            <p:spPr>
              <a:xfrm>
                <a:off x="4209983" y="4805418"/>
                <a:ext cx="395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F4EFA92A-E433-0164-D944-60B431761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983" y="4805418"/>
                <a:ext cx="395108" cy="276999"/>
              </a:xfrm>
              <a:prstGeom prst="rect">
                <a:avLst/>
              </a:prstGeom>
              <a:blipFill>
                <a:blip r:embed="rId13"/>
                <a:stretch>
                  <a:fillRect l="-21875" r="-18750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0F84E103-AFFE-9305-AB40-F9F9F71BDE44}"/>
                  </a:ext>
                </a:extLst>
              </p:cNvPr>
              <p:cNvSpPr txBox="1"/>
              <p:nvPr/>
            </p:nvSpPr>
            <p:spPr>
              <a:xfrm>
                <a:off x="6225761" y="3996712"/>
                <a:ext cx="5068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0F84E103-AFFE-9305-AB40-F9F9F71BD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5761" y="3996712"/>
                <a:ext cx="506805" cy="276999"/>
              </a:xfrm>
              <a:prstGeom prst="rect">
                <a:avLst/>
              </a:prstGeom>
              <a:blipFill>
                <a:blip r:embed="rId14"/>
                <a:stretch>
                  <a:fillRect l="-9639" r="-12048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18F6BBCC-FD20-3CA6-8AE2-5F9A84550BF7}"/>
              </a:ext>
            </a:extLst>
          </p:cNvPr>
          <p:cNvCxnSpPr/>
          <p:nvPr/>
        </p:nvCxnSpPr>
        <p:spPr>
          <a:xfrm flipV="1">
            <a:off x="4141778" y="2161504"/>
            <a:ext cx="0" cy="115457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01419EC0-2B49-61A7-6D5E-11397917A6FB}"/>
              </a:ext>
            </a:extLst>
          </p:cNvPr>
          <p:cNvCxnSpPr>
            <a:cxnSpLocks/>
          </p:cNvCxnSpPr>
          <p:nvPr/>
        </p:nvCxnSpPr>
        <p:spPr>
          <a:xfrm flipV="1">
            <a:off x="5076123" y="1271570"/>
            <a:ext cx="0" cy="414147"/>
          </a:xfrm>
          <a:prstGeom prst="straightConnector1">
            <a:avLst/>
          </a:prstGeom>
          <a:ln w="1270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>
            <a:extLst>
              <a:ext uri="{FF2B5EF4-FFF2-40B4-BE49-F238E27FC236}">
                <a16:creationId xmlns:a16="http://schemas.microsoft.com/office/drawing/2014/main" id="{1C6F0D0C-A02E-9623-5FBD-B5BA8466A466}"/>
              </a:ext>
            </a:extLst>
          </p:cNvPr>
          <p:cNvCxnSpPr>
            <a:cxnSpLocks/>
          </p:cNvCxnSpPr>
          <p:nvPr/>
        </p:nvCxnSpPr>
        <p:spPr>
          <a:xfrm flipV="1">
            <a:off x="2969340" y="1271570"/>
            <a:ext cx="0" cy="414147"/>
          </a:xfrm>
          <a:prstGeom prst="straightConnector1">
            <a:avLst/>
          </a:prstGeom>
          <a:ln w="1270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24D930D0-C0C1-63A3-6FD9-8E5B3A4511CF}"/>
              </a:ext>
            </a:extLst>
          </p:cNvPr>
          <p:cNvCxnSpPr>
            <a:cxnSpLocks/>
          </p:cNvCxnSpPr>
          <p:nvPr/>
        </p:nvCxnSpPr>
        <p:spPr>
          <a:xfrm flipH="1">
            <a:off x="2969340" y="1699184"/>
            <a:ext cx="1172438" cy="0"/>
          </a:xfrm>
          <a:prstGeom prst="straightConnector1">
            <a:avLst/>
          </a:prstGeom>
          <a:ln w="1270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CD7DF99E-3367-3C54-E269-BE95AFE01A20}"/>
              </a:ext>
            </a:extLst>
          </p:cNvPr>
          <p:cNvCxnSpPr>
            <a:cxnSpLocks/>
          </p:cNvCxnSpPr>
          <p:nvPr/>
        </p:nvCxnSpPr>
        <p:spPr>
          <a:xfrm>
            <a:off x="4125020" y="1694173"/>
            <a:ext cx="951103" cy="0"/>
          </a:xfrm>
          <a:prstGeom prst="straightConnector1">
            <a:avLst/>
          </a:prstGeom>
          <a:ln w="1270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97346ABC-4B83-C936-6A3E-D0CB492D72DB}"/>
                  </a:ext>
                </a:extLst>
              </p:cNvPr>
              <p:cNvSpPr txBox="1"/>
              <p:nvPr/>
            </p:nvSpPr>
            <p:spPr>
              <a:xfrm>
                <a:off x="3096000" y="1811381"/>
                <a:ext cx="820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97346ABC-4B83-C936-6A3E-D0CB492D7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000" y="1811381"/>
                <a:ext cx="820673" cy="276999"/>
              </a:xfrm>
              <a:prstGeom prst="rect">
                <a:avLst/>
              </a:prstGeom>
              <a:blipFill>
                <a:blip r:embed="rId15"/>
                <a:stretch>
                  <a:fillRect l="-6716" r="-2239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aixaDeTexto 67">
                <a:extLst>
                  <a:ext uri="{FF2B5EF4-FFF2-40B4-BE49-F238E27FC236}">
                    <a16:creationId xmlns:a16="http://schemas.microsoft.com/office/drawing/2014/main" id="{A9056247-457B-A802-66DE-4B0097B96363}"/>
                  </a:ext>
                </a:extLst>
              </p:cNvPr>
              <p:cNvSpPr txBox="1"/>
              <p:nvPr/>
            </p:nvSpPr>
            <p:spPr>
              <a:xfrm>
                <a:off x="4378175" y="1811381"/>
                <a:ext cx="8602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8" name="CaixaDeTexto 67">
                <a:extLst>
                  <a:ext uri="{FF2B5EF4-FFF2-40B4-BE49-F238E27FC236}">
                    <a16:creationId xmlns:a16="http://schemas.microsoft.com/office/drawing/2014/main" id="{A9056247-457B-A802-66DE-4B0097B96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175" y="1811381"/>
                <a:ext cx="860299" cy="276999"/>
              </a:xfrm>
              <a:prstGeom prst="rect">
                <a:avLst/>
              </a:prstGeom>
              <a:blipFill>
                <a:blip r:embed="rId16"/>
                <a:stretch>
                  <a:fillRect l="-5674" r="-2128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6F6DE797-EE27-747D-A782-049BA810844D}"/>
                  </a:ext>
                </a:extLst>
              </p:cNvPr>
              <p:cNvSpPr txBox="1"/>
              <p:nvPr/>
            </p:nvSpPr>
            <p:spPr>
              <a:xfrm>
                <a:off x="2111288" y="1346877"/>
                <a:ext cx="7998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6F6DE797-EE27-747D-A782-049BA810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288" y="1346877"/>
                <a:ext cx="799834" cy="276999"/>
              </a:xfrm>
              <a:prstGeom prst="rect">
                <a:avLst/>
              </a:prstGeom>
              <a:blipFill>
                <a:blip r:embed="rId17"/>
                <a:stretch>
                  <a:fillRect l="-6061" r="-1515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0E52BA86-0F0E-65E7-A4A8-221AFC565D2F}"/>
                  </a:ext>
                </a:extLst>
              </p:cNvPr>
              <p:cNvSpPr txBox="1"/>
              <p:nvPr/>
            </p:nvSpPr>
            <p:spPr>
              <a:xfrm>
                <a:off x="5121559" y="1366385"/>
                <a:ext cx="8394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0E52BA86-0F0E-65E7-A4A8-221AFC565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559" y="1366385"/>
                <a:ext cx="839461" cy="276999"/>
              </a:xfrm>
              <a:prstGeom prst="rect">
                <a:avLst/>
              </a:prstGeom>
              <a:blipFill>
                <a:blip r:embed="rId18"/>
                <a:stretch>
                  <a:fillRect l="-5797" r="-1449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707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3000"/>
    </mc:Choice>
    <mc:Fallback xmlns="">
      <p:transition spd="slow" advClick="0" advTm="4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6824BB3-C146-1DE1-8BD3-5FD49AD5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802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839C5-071C-487D-7FD2-F37DF7C8F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1A5700A7-C3E3-2E4F-F0C2-C9331D859538}"/>
              </a:ext>
            </a:extLst>
          </p:cNvPr>
          <p:cNvCxnSpPr>
            <a:cxnSpLocks/>
          </p:cNvCxnSpPr>
          <p:nvPr/>
        </p:nvCxnSpPr>
        <p:spPr>
          <a:xfrm>
            <a:off x="669747" y="1788458"/>
            <a:ext cx="0" cy="167066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69CF78AE-FE14-E3C9-DFF3-704BB1C999EA}"/>
              </a:ext>
            </a:extLst>
          </p:cNvPr>
          <p:cNvCxnSpPr>
            <a:cxnSpLocks/>
          </p:cNvCxnSpPr>
          <p:nvPr/>
        </p:nvCxnSpPr>
        <p:spPr>
          <a:xfrm flipH="1" flipV="1">
            <a:off x="689768" y="1782100"/>
            <a:ext cx="1974210" cy="770571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A7298FC3-B909-6803-7186-5B0A8FB718C2}"/>
              </a:ext>
            </a:extLst>
          </p:cNvPr>
          <p:cNvCxnSpPr>
            <a:cxnSpLocks/>
          </p:cNvCxnSpPr>
          <p:nvPr/>
        </p:nvCxnSpPr>
        <p:spPr>
          <a:xfrm flipV="1">
            <a:off x="721601" y="2590830"/>
            <a:ext cx="1919022" cy="83887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7F69518E-67CF-CD6D-FDDD-155E0257A49D}"/>
                  </a:ext>
                </a:extLst>
              </p:cNvPr>
              <p:cNvSpPr txBox="1"/>
              <p:nvPr/>
            </p:nvSpPr>
            <p:spPr>
              <a:xfrm>
                <a:off x="1625943" y="1793915"/>
                <a:ext cx="271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7F69518E-67CF-CD6D-FDDD-155E0257A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943" y="1793915"/>
                <a:ext cx="271356" cy="276999"/>
              </a:xfrm>
              <a:prstGeom prst="rect">
                <a:avLst/>
              </a:prstGeom>
              <a:blipFill>
                <a:blip r:embed="rId2"/>
                <a:stretch>
                  <a:fillRect l="-22727" r="-6818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6649CDB3-29D9-BB51-4D6D-D365AF6EC6DE}"/>
                  </a:ext>
                </a:extLst>
              </p:cNvPr>
              <p:cNvSpPr txBox="1"/>
              <p:nvPr/>
            </p:nvSpPr>
            <p:spPr>
              <a:xfrm>
                <a:off x="1562730" y="3144284"/>
                <a:ext cx="2998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6649CDB3-29D9-BB51-4D6D-D365AF6EC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730" y="3144284"/>
                <a:ext cx="299826" cy="276999"/>
              </a:xfrm>
              <a:prstGeom prst="rect">
                <a:avLst/>
              </a:prstGeom>
              <a:blipFill>
                <a:blip r:embed="rId3"/>
                <a:stretch>
                  <a:fillRect l="-16000" r="-2000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A5026A1E-A586-AE44-2133-123B9A496834}"/>
                  </a:ext>
                </a:extLst>
              </p:cNvPr>
              <p:cNvSpPr txBox="1"/>
              <p:nvPr/>
            </p:nvSpPr>
            <p:spPr>
              <a:xfrm>
                <a:off x="160149" y="2213867"/>
                <a:ext cx="395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A5026A1E-A586-AE44-2133-123B9A496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49" y="2213867"/>
                <a:ext cx="395108" cy="276999"/>
              </a:xfrm>
              <a:prstGeom prst="rect">
                <a:avLst/>
              </a:prstGeom>
              <a:blipFill>
                <a:blip r:embed="rId4"/>
                <a:stretch>
                  <a:fillRect l="-20000" r="-18462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B962ED51-1F68-3031-8851-323783860F0A}"/>
                  </a:ext>
                </a:extLst>
              </p:cNvPr>
              <p:cNvSpPr txBox="1"/>
              <p:nvPr/>
            </p:nvSpPr>
            <p:spPr>
              <a:xfrm>
                <a:off x="1705555" y="2266223"/>
                <a:ext cx="4015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B962ED51-1F68-3031-8851-323783860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555" y="2266223"/>
                <a:ext cx="401559" cy="276999"/>
              </a:xfrm>
              <a:prstGeom prst="rect">
                <a:avLst/>
              </a:prstGeom>
              <a:blipFill>
                <a:blip r:embed="rId5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B1210888-45E6-725D-E2CE-9611FBCE02B6}"/>
              </a:ext>
            </a:extLst>
          </p:cNvPr>
          <p:cNvSpPr txBox="1"/>
          <p:nvPr/>
        </p:nvSpPr>
        <p:spPr>
          <a:xfrm>
            <a:off x="79305" y="162713"/>
            <a:ext cx="3228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Regra do </a:t>
            </a:r>
          </a:p>
          <a:p>
            <a:r>
              <a:rPr lang="pt-BR" sz="2400" dirty="0">
                <a:solidFill>
                  <a:schemeClr val="bg1"/>
                </a:solidFill>
              </a:rPr>
              <a:t>paralelogramo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56AA297A-6AA2-2D8C-BE13-10ED02142B8E}"/>
                  </a:ext>
                </a:extLst>
              </p:cNvPr>
              <p:cNvSpPr txBox="1"/>
              <p:nvPr/>
            </p:nvSpPr>
            <p:spPr>
              <a:xfrm>
                <a:off x="3443453" y="2037261"/>
                <a:ext cx="23333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56AA297A-6AA2-2D8C-BE13-10ED02142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453" y="2037261"/>
                <a:ext cx="2333395" cy="276999"/>
              </a:xfrm>
              <a:prstGeom prst="rect">
                <a:avLst/>
              </a:prstGeom>
              <a:blipFill>
                <a:blip r:embed="rId6"/>
                <a:stretch>
                  <a:fillRect l="-2089" r="-1828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3C15B151-B7EA-B494-3064-DCB339051F79}"/>
              </a:ext>
            </a:extLst>
          </p:cNvPr>
          <p:cNvSpPr txBox="1"/>
          <p:nvPr/>
        </p:nvSpPr>
        <p:spPr>
          <a:xfrm>
            <a:off x="3523054" y="156202"/>
            <a:ext cx="24085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Soma das forças horizontais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6A8F9D3-0BFE-DD95-4389-9B6AF7EA0A69}"/>
                  </a:ext>
                </a:extLst>
              </p:cNvPr>
              <p:cNvSpPr txBox="1"/>
              <p:nvPr/>
            </p:nvSpPr>
            <p:spPr>
              <a:xfrm>
                <a:off x="6287130" y="2004471"/>
                <a:ext cx="24864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6A8F9D3-0BFE-DD95-4389-9B6AF7EA0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130" y="2004471"/>
                <a:ext cx="2486450" cy="276999"/>
              </a:xfrm>
              <a:prstGeom prst="rect">
                <a:avLst/>
              </a:prstGeom>
              <a:blipFill>
                <a:blip r:embed="rId7"/>
                <a:stretch>
                  <a:fillRect l="-1716" r="-2696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2CD616D2-76A9-29B2-40FB-A287B6BCA8E4}"/>
              </a:ext>
            </a:extLst>
          </p:cNvPr>
          <p:cNvSpPr txBox="1"/>
          <p:nvPr/>
        </p:nvSpPr>
        <p:spPr>
          <a:xfrm>
            <a:off x="6294280" y="142090"/>
            <a:ext cx="2687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Soma das forças verticais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7D41C0A5-F788-805F-E915-7F7B08EC9256}"/>
              </a:ext>
            </a:extLst>
          </p:cNvPr>
          <p:cNvCxnSpPr>
            <a:cxnSpLocks/>
          </p:cNvCxnSpPr>
          <p:nvPr/>
        </p:nvCxnSpPr>
        <p:spPr>
          <a:xfrm flipV="1">
            <a:off x="3053715" y="213357"/>
            <a:ext cx="0" cy="4521676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2728B73-3D86-1B09-EB69-487655BFF86C}"/>
              </a:ext>
            </a:extLst>
          </p:cNvPr>
          <p:cNvCxnSpPr>
            <a:cxnSpLocks/>
          </p:cNvCxnSpPr>
          <p:nvPr/>
        </p:nvCxnSpPr>
        <p:spPr>
          <a:xfrm flipV="1">
            <a:off x="6038509" y="213357"/>
            <a:ext cx="0" cy="4521676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52040D7-696E-77B0-9BDA-10A86770700B}"/>
              </a:ext>
            </a:extLst>
          </p:cNvPr>
          <p:cNvCxnSpPr>
            <a:cxnSpLocks/>
          </p:cNvCxnSpPr>
          <p:nvPr/>
        </p:nvCxnSpPr>
        <p:spPr>
          <a:xfrm>
            <a:off x="100830" y="1143195"/>
            <a:ext cx="2769961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C226D4B6-1384-0D67-55E3-3B0AE67C2E88}"/>
              </a:ext>
            </a:extLst>
          </p:cNvPr>
          <p:cNvCxnSpPr>
            <a:cxnSpLocks/>
          </p:cNvCxnSpPr>
          <p:nvPr/>
        </p:nvCxnSpPr>
        <p:spPr>
          <a:xfrm>
            <a:off x="3187019" y="1143195"/>
            <a:ext cx="2769961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B478553B-5153-0221-A595-EEAE396C15B7}"/>
              </a:ext>
            </a:extLst>
          </p:cNvPr>
          <p:cNvCxnSpPr>
            <a:cxnSpLocks/>
          </p:cNvCxnSpPr>
          <p:nvPr/>
        </p:nvCxnSpPr>
        <p:spPr>
          <a:xfrm>
            <a:off x="6199577" y="1143195"/>
            <a:ext cx="2769961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6464D16-E399-6601-F22F-A099EF16E69B}"/>
              </a:ext>
            </a:extLst>
          </p:cNvPr>
          <p:cNvCxnSpPr>
            <a:cxnSpLocks/>
          </p:cNvCxnSpPr>
          <p:nvPr/>
        </p:nvCxnSpPr>
        <p:spPr>
          <a:xfrm>
            <a:off x="721601" y="2571750"/>
            <a:ext cx="1919022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84901361-D5DF-1435-6FDA-E3C8BB8513C9}"/>
                  </a:ext>
                </a:extLst>
              </p:cNvPr>
              <p:cNvSpPr txBox="1"/>
              <p:nvPr/>
            </p:nvSpPr>
            <p:spPr>
              <a:xfrm>
                <a:off x="1712643" y="2590830"/>
                <a:ext cx="4015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84901361-D5DF-1435-6FDA-E3C8BB851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643" y="2590830"/>
                <a:ext cx="401559" cy="276999"/>
              </a:xfrm>
              <a:prstGeom prst="rect">
                <a:avLst/>
              </a:prstGeom>
              <a:blipFill>
                <a:blip r:embed="rId8"/>
                <a:stretch>
                  <a:fillRect l="-1515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E62CB1DE-BC9E-90C4-EF42-FB1EF31D7B92}"/>
                  </a:ext>
                </a:extLst>
              </p:cNvPr>
              <p:cNvSpPr txBox="1"/>
              <p:nvPr/>
            </p:nvSpPr>
            <p:spPr>
              <a:xfrm>
                <a:off x="254662" y="3668198"/>
                <a:ext cx="185954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E62CB1DE-BC9E-90C4-EF42-FB1EF31D7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62" y="3668198"/>
                <a:ext cx="1859540" cy="276999"/>
              </a:xfrm>
              <a:prstGeom prst="rect">
                <a:avLst/>
              </a:prstGeom>
              <a:blipFill>
                <a:blip r:embed="rId9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034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2000"/>
    </mc:Choice>
    <mc:Fallback xmlns="">
      <p:transition spd="slow" advClick="0" advTm="6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6311F3-A4D6-3946-BC8D-9011E193B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599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053FC-EEE3-C9BF-C11D-C2271456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972FF3D6-E5C0-6B40-BDE0-426D0650EFCC}"/>
              </a:ext>
            </a:extLst>
          </p:cNvPr>
          <p:cNvCxnSpPr>
            <a:cxnSpLocks/>
          </p:cNvCxnSpPr>
          <p:nvPr/>
        </p:nvCxnSpPr>
        <p:spPr>
          <a:xfrm>
            <a:off x="669747" y="1788458"/>
            <a:ext cx="0" cy="167066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3410FEC1-40B1-A9C2-7784-47814D3CF331}"/>
              </a:ext>
            </a:extLst>
          </p:cNvPr>
          <p:cNvCxnSpPr>
            <a:cxnSpLocks/>
          </p:cNvCxnSpPr>
          <p:nvPr/>
        </p:nvCxnSpPr>
        <p:spPr>
          <a:xfrm flipH="1" flipV="1">
            <a:off x="689768" y="1782100"/>
            <a:ext cx="1974210" cy="770571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56E8720D-A90F-8EE9-E648-0762D76CA020}"/>
              </a:ext>
            </a:extLst>
          </p:cNvPr>
          <p:cNvCxnSpPr>
            <a:cxnSpLocks/>
          </p:cNvCxnSpPr>
          <p:nvPr/>
        </p:nvCxnSpPr>
        <p:spPr>
          <a:xfrm flipV="1">
            <a:off x="721601" y="2590830"/>
            <a:ext cx="1919022" cy="83887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4FC0466A-24E1-61FF-C87B-D15A86AE2ADA}"/>
                  </a:ext>
                </a:extLst>
              </p:cNvPr>
              <p:cNvSpPr txBox="1"/>
              <p:nvPr/>
            </p:nvSpPr>
            <p:spPr>
              <a:xfrm>
                <a:off x="1625943" y="1793915"/>
                <a:ext cx="271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4FC0466A-24E1-61FF-C87B-D15A86AE2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943" y="1793915"/>
                <a:ext cx="271356" cy="276999"/>
              </a:xfrm>
              <a:prstGeom prst="rect">
                <a:avLst/>
              </a:prstGeom>
              <a:blipFill>
                <a:blip r:embed="rId2"/>
                <a:stretch>
                  <a:fillRect l="-22727" r="-6818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3E446BDF-FBE4-8059-B37D-F9731DD110DF}"/>
                  </a:ext>
                </a:extLst>
              </p:cNvPr>
              <p:cNvSpPr txBox="1"/>
              <p:nvPr/>
            </p:nvSpPr>
            <p:spPr>
              <a:xfrm>
                <a:off x="1562730" y="3144284"/>
                <a:ext cx="2998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3E446BDF-FBE4-8059-B37D-F9731DD11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730" y="3144284"/>
                <a:ext cx="299826" cy="276999"/>
              </a:xfrm>
              <a:prstGeom prst="rect">
                <a:avLst/>
              </a:prstGeom>
              <a:blipFill>
                <a:blip r:embed="rId3"/>
                <a:stretch>
                  <a:fillRect l="-16000" r="-2000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E1F699EF-FFD7-8525-6E4D-76CC9D1E0856}"/>
                  </a:ext>
                </a:extLst>
              </p:cNvPr>
              <p:cNvSpPr txBox="1"/>
              <p:nvPr/>
            </p:nvSpPr>
            <p:spPr>
              <a:xfrm>
                <a:off x="160149" y="2213867"/>
                <a:ext cx="395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E1F699EF-FFD7-8525-6E4D-76CC9D1E0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49" y="2213867"/>
                <a:ext cx="395108" cy="276999"/>
              </a:xfrm>
              <a:prstGeom prst="rect">
                <a:avLst/>
              </a:prstGeom>
              <a:blipFill>
                <a:blip r:embed="rId4"/>
                <a:stretch>
                  <a:fillRect l="-20000" r="-18462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D8B962BC-99C9-7A77-BEF5-2BD5A8342419}"/>
                  </a:ext>
                </a:extLst>
              </p:cNvPr>
              <p:cNvSpPr txBox="1"/>
              <p:nvPr/>
            </p:nvSpPr>
            <p:spPr>
              <a:xfrm>
                <a:off x="1705555" y="2266223"/>
                <a:ext cx="4015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D8B962BC-99C9-7A77-BEF5-2BD5A8342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555" y="2266223"/>
                <a:ext cx="401559" cy="276999"/>
              </a:xfrm>
              <a:prstGeom prst="rect">
                <a:avLst/>
              </a:prstGeom>
              <a:blipFill>
                <a:blip r:embed="rId5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0753B44-E3EF-AB31-5CD3-72D6D21E7C4D}"/>
                  </a:ext>
                </a:extLst>
              </p:cNvPr>
              <p:cNvSpPr txBox="1"/>
              <p:nvPr/>
            </p:nvSpPr>
            <p:spPr>
              <a:xfrm>
                <a:off x="3443453" y="2037261"/>
                <a:ext cx="23333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0753B44-E3EF-AB31-5CD3-72D6D21E7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453" y="2037261"/>
                <a:ext cx="2333395" cy="276999"/>
              </a:xfrm>
              <a:prstGeom prst="rect">
                <a:avLst/>
              </a:prstGeom>
              <a:blipFill>
                <a:blip r:embed="rId6"/>
                <a:stretch>
                  <a:fillRect l="-2089" r="-1828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B789EE35-FBEB-4AD7-0FE6-AB29198B1682}"/>
                  </a:ext>
                </a:extLst>
              </p:cNvPr>
              <p:cNvSpPr txBox="1"/>
              <p:nvPr/>
            </p:nvSpPr>
            <p:spPr>
              <a:xfrm>
                <a:off x="6287130" y="2004471"/>
                <a:ext cx="24864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B789EE35-FBEB-4AD7-0FE6-AB29198B1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130" y="2004471"/>
                <a:ext cx="2486450" cy="276999"/>
              </a:xfrm>
              <a:prstGeom prst="rect">
                <a:avLst/>
              </a:prstGeom>
              <a:blipFill>
                <a:blip r:embed="rId7"/>
                <a:stretch>
                  <a:fillRect l="-1716" r="-2696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8B53C0E-1B5B-58A8-17C1-B0EDCD00B284}"/>
              </a:ext>
            </a:extLst>
          </p:cNvPr>
          <p:cNvCxnSpPr>
            <a:cxnSpLocks/>
          </p:cNvCxnSpPr>
          <p:nvPr/>
        </p:nvCxnSpPr>
        <p:spPr>
          <a:xfrm flipV="1">
            <a:off x="3053715" y="213357"/>
            <a:ext cx="0" cy="4521676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1B22281F-8C85-41C4-F1F0-6FE0F2D6E4B5}"/>
              </a:ext>
            </a:extLst>
          </p:cNvPr>
          <p:cNvCxnSpPr>
            <a:cxnSpLocks/>
          </p:cNvCxnSpPr>
          <p:nvPr/>
        </p:nvCxnSpPr>
        <p:spPr>
          <a:xfrm flipV="1">
            <a:off x="6038509" y="213357"/>
            <a:ext cx="0" cy="4521676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642D2121-85D6-3D32-A756-82DA53B667BA}"/>
              </a:ext>
            </a:extLst>
          </p:cNvPr>
          <p:cNvCxnSpPr>
            <a:cxnSpLocks/>
          </p:cNvCxnSpPr>
          <p:nvPr/>
        </p:nvCxnSpPr>
        <p:spPr>
          <a:xfrm>
            <a:off x="100830" y="1143195"/>
            <a:ext cx="2769961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B633B19A-7444-155C-8011-8A02464910A6}"/>
              </a:ext>
            </a:extLst>
          </p:cNvPr>
          <p:cNvCxnSpPr>
            <a:cxnSpLocks/>
          </p:cNvCxnSpPr>
          <p:nvPr/>
        </p:nvCxnSpPr>
        <p:spPr>
          <a:xfrm>
            <a:off x="3187019" y="1143195"/>
            <a:ext cx="2769961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C4B62061-2AC6-ABDA-731B-D8ABC4870F28}"/>
              </a:ext>
            </a:extLst>
          </p:cNvPr>
          <p:cNvCxnSpPr>
            <a:cxnSpLocks/>
          </p:cNvCxnSpPr>
          <p:nvPr/>
        </p:nvCxnSpPr>
        <p:spPr>
          <a:xfrm>
            <a:off x="6199577" y="1143195"/>
            <a:ext cx="2769961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25270903-6647-04A2-6E07-1800406A5183}"/>
              </a:ext>
            </a:extLst>
          </p:cNvPr>
          <p:cNvCxnSpPr>
            <a:cxnSpLocks/>
          </p:cNvCxnSpPr>
          <p:nvPr/>
        </p:nvCxnSpPr>
        <p:spPr>
          <a:xfrm>
            <a:off x="721601" y="2571750"/>
            <a:ext cx="1919022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416E6884-69D9-9B40-9CCD-C3C0F9FA25BF}"/>
                  </a:ext>
                </a:extLst>
              </p:cNvPr>
              <p:cNvSpPr txBox="1"/>
              <p:nvPr/>
            </p:nvSpPr>
            <p:spPr>
              <a:xfrm>
                <a:off x="1712643" y="2590830"/>
                <a:ext cx="4015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416E6884-69D9-9B40-9CCD-C3C0F9FA2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643" y="2590830"/>
                <a:ext cx="401559" cy="276999"/>
              </a:xfrm>
              <a:prstGeom prst="rect">
                <a:avLst/>
              </a:prstGeom>
              <a:blipFill>
                <a:blip r:embed="rId8"/>
                <a:stretch>
                  <a:fillRect l="-1515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0A1CF08-FD98-80AF-0596-A2A4AFE02729}"/>
                  </a:ext>
                </a:extLst>
              </p:cNvPr>
              <p:cNvSpPr txBox="1"/>
              <p:nvPr/>
            </p:nvSpPr>
            <p:spPr>
              <a:xfrm>
                <a:off x="254662" y="3668198"/>
                <a:ext cx="185954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0A1CF08-FD98-80AF-0596-A2A4AFE02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62" y="3668198"/>
                <a:ext cx="1859540" cy="276999"/>
              </a:xfrm>
              <a:prstGeom prst="rect">
                <a:avLst/>
              </a:prstGeom>
              <a:blipFill>
                <a:blip r:embed="rId9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500B844D-2E93-CE43-EDE7-7AB442D83755}"/>
                  </a:ext>
                </a:extLst>
              </p:cNvPr>
              <p:cNvSpPr txBox="1"/>
              <p:nvPr/>
            </p:nvSpPr>
            <p:spPr>
              <a:xfrm>
                <a:off x="3440691" y="2829241"/>
                <a:ext cx="1232260" cy="568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500B844D-2E93-CE43-EDE7-7AB442D83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691" y="2829241"/>
                <a:ext cx="1232260" cy="568041"/>
              </a:xfrm>
              <a:prstGeom prst="rect">
                <a:avLst/>
              </a:prstGeom>
              <a:blipFill>
                <a:blip r:embed="rId10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82E4A54B-8F0F-1FB4-D4B0-2B57E1151B0C}"/>
                  </a:ext>
                </a:extLst>
              </p:cNvPr>
              <p:cNvSpPr txBox="1"/>
              <p:nvPr/>
            </p:nvSpPr>
            <p:spPr>
              <a:xfrm>
                <a:off x="6287130" y="2878368"/>
                <a:ext cx="24882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82E4A54B-8F0F-1FB4-D4B0-2B57E1151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130" y="2878368"/>
                <a:ext cx="2488245" cy="276999"/>
              </a:xfrm>
              <a:prstGeom prst="rect">
                <a:avLst/>
              </a:prstGeom>
              <a:blipFill>
                <a:blip r:embed="rId11"/>
                <a:stretch>
                  <a:fillRect l="-1711" r="-146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0386A6B-3546-0D58-48A3-B1B66A499BB3}"/>
                  </a:ext>
                </a:extLst>
              </p:cNvPr>
              <p:cNvSpPr txBox="1"/>
              <p:nvPr/>
            </p:nvSpPr>
            <p:spPr>
              <a:xfrm>
                <a:off x="-394922" y="4301781"/>
                <a:ext cx="3902549" cy="4338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1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1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1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1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1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1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400" dirty="0">
                  <a:solidFill>
                    <a:schemeClr val="bg1"/>
                  </a:solidFill>
                </a:endParaRP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0386A6B-3546-0D58-48A3-B1B66A499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4922" y="4301781"/>
                <a:ext cx="3902549" cy="43383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ixaDeTexto 13">
            <a:extLst>
              <a:ext uri="{FF2B5EF4-FFF2-40B4-BE49-F238E27FC236}">
                <a16:creationId xmlns:a16="http://schemas.microsoft.com/office/drawing/2014/main" id="{DB1751EA-C402-90D2-7421-C76C94D2EBD8}"/>
              </a:ext>
            </a:extLst>
          </p:cNvPr>
          <p:cNvSpPr txBox="1"/>
          <p:nvPr/>
        </p:nvSpPr>
        <p:spPr>
          <a:xfrm>
            <a:off x="79305" y="162713"/>
            <a:ext cx="3228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Regra do </a:t>
            </a:r>
          </a:p>
          <a:p>
            <a:r>
              <a:rPr lang="pt-BR" sz="2400" dirty="0">
                <a:solidFill>
                  <a:schemeClr val="bg1"/>
                </a:solidFill>
              </a:rPr>
              <a:t>paralelogramo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58A2C36-875A-4772-5185-BD49367C2C16}"/>
              </a:ext>
            </a:extLst>
          </p:cNvPr>
          <p:cNvSpPr txBox="1"/>
          <p:nvPr/>
        </p:nvSpPr>
        <p:spPr>
          <a:xfrm>
            <a:off x="3523054" y="156202"/>
            <a:ext cx="24085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Soma das forças horizontais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E3583C2-73D9-EB61-58AE-07A09BFC023D}"/>
              </a:ext>
            </a:extLst>
          </p:cNvPr>
          <p:cNvSpPr txBox="1"/>
          <p:nvPr/>
        </p:nvSpPr>
        <p:spPr>
          <a:xfrm>
            <a:off x="6294280" y="142090"/>
            <a:ext cx="2687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Soma das forças verticais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8B32D8-08C4-78B4-8611-BEE6BE16FE15}"/>
              </a:ext>
            </a:extLst>
          </p:cNvPr>
          <p:cNvSpPr/>
          <p:nvPr/>
        </p:nvSpPr>
        <p:spPr>
          <a:xfrm>
            <a:off x="80946" y="4238847"/>
            <a:ext cx="2972769" cy="3780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01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9A2B304-5313-FF0D-0912-9341C3356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242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B25E2-E351-B9E0-08A5-6A752A050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5F387523-E883-9A70-338A-A674B7360A7D}"/>
                  </a:ext>
                </a:extLst>
              </p:cNvPr>
              <p:cNvSpPr txBox="1"/>
              <p:nvPr/>
            </p:nvSpPr>
            <p:spPr>
              <a:xfrm>
                <a:off x="985284" y="1905276"/>
                <a:ext cx="5181600" cy="374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5F387523-E883-9A70-338A-A674B7360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1905276"/>
                <a:ext cx="5181600" cy="374526"/>
              </a:xfrm>
              <a:prstGeom prst="rect">
                <a:avLst/>
              </a:prstGeom>
              <a:blipFill>
                <a:blip r:embed="rId2"/>
                <a:stretch>
                  <a:fillRect l="-353" t="-1639" r="-941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B2FAA151-1962-E61D-D709-1F1DB45126DB}"/>
                  </a:ext>
                </a:extLst>
              </p:cNvPr>
              <p:cNvSpPr txBox="1"/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B2FAA151-1962-E61D-D709-1F1DB4512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blipFill>
                <a:blip r:embed="rId3"/>
                <a:stretch>
                  <a:fillRect l="-1333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E04E39F-8C78-4205-B792-A45B42F32FC5}"/>
                  </a:ext>
                </a:extLst>
              </p:cNvPr>
              <p:cNvSpPr txBox="1"/>
              <p:nvPr/>
            </p:nvSpPr>
            <p:spPr>
              <a:xfrm>
                <a:off x="985284" y="2867147"/>
                <a:ext cx="1641540" cy="7574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sSub>
                            <m:sSub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E04E39F-8C78-4205-B792-A45B42F32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2867147"/>
                <a:ext cx="1641540" cy="7574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F464AB91-EA99-FAF9-C401-36C9FA486703}"/>
                  </a:ext>
                </a:extLst>
              </p:cNvPr>
              <p:cNvSpPr txBox="1"/>
              <p:nvPr/>
            </p:nvSpPr>
            <p:spPr>
              <a:xfrm>
                <a:off x="985284" y="4140713"/>
                <a:ext cx="33126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F464AB91-EA99-FAF9-C401-36C9FA486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4140713"/>
                <a:ext cx="3312638" cy="369332"/>
              </a:xfrm>
              <a:prstGeom prst="rect">
                <a:avLst/>
              </a:prstGeom>
              <a:blipFill>
                <a:blip r:embed="rId5"/>
                <a:stretch>
                  <a:fillRect l="-1842" r="-184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144B918F-247F-0459-9AFD-0A42F65F55EB}"/>
              </a:ext>
            </a:extLst>
          </p:cNvPr>
          <p:cNvSpPr txBox="1"/>
          <p:nvPr/>
        </p:nvSpPr>
        <p:spPr>
          <a:xfrm>
            <a:off x="7612912" y="818121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(01)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AF47CD3-69B4-6931-F585-DAAAC62A0889}"/>
              </a:ext>
            </a:extLst>
          </p:cNvPr>
          <p:cNvSpPr txBox="1"/>
          <p:nvPr/>
        </p:nvSpPr>
        <p:spPr>
          <a:xfrm>
            <a:off x="7612912" y="1861033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(02)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16F9DF0-04BA-7217-D7FC-D75601D988D1}"/>
              </a:ext>
            </a:extLst>
          </p:cNvPr>
          <p:cNvSpPr txBox="1"/>
          <p:nvPr/>
        </p:nvSpPr>
        <p:spPr>
          <a:xfrm>
            <a:off x="7612912" y="2954955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(03)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C5D8822-C4F2-24C1-47DB-D78FBA6D4A6D}"/>
              </a:ext>
            </a:extLst>
          </p:cNvPr>
          <p:cNvSpPr txBox="1"/>
          <p:nvPr/>
        </p:nvSpPr>
        <p:spPr>
          <a:xfrm>
            <a:off x="7612912" y="4094546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(04)</a:t>
            </a:r>
          </a:p>
        </p:txBody>
      </p:sp>
    </p:spTree>
    <p:extLst>
      <p:ext uri="{BB962C8B-B14F-4D97-AF65-F5344CB8AC3E}">
        <p14:creationId xmlns:p14="http://schemas.microsoft.com/office/powerpoint/2010/main" val="349919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6000"/>
    </mc:Choice>
    <mc:Fallback xmlns="">
      <p:transition spd="slow" advClick="0" advTm="26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98E1C9F-E933-3073-34EA-836594C2C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006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4504C-6786-A4BB-7C31-CA3C54F8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B652A1B4-C175-12F4-4C8F-BF2E9F6A3DB1}"/>
                  </a:ext>
                </a:extLst>
              </p:cNvPr>
              <p:cNvSpPr txBox="1"/>
              <p:nvPr/>
            </p:nvSpPr>
            <p:spPr>
              <a:xfrm>
                <a:off x="985284" y="3131565"/>
                <a:ext cx="5181600" cy="374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B652A1B4-C175-12F4-4C8F-BF2E9F6A3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3131565"/>
                <a:ext cx="5181600" cy="374526"/>
              </a:xfrm>
              <a:prstGeom prst="rect">
                <a:avLst/>
              </a:prstGeom>
              <a:blipFill>
                <a:blip r:embed="rId2"/>
                <a:stretch>
                  <a:fillRect l="-353" t="-1639" r="-941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08BCDE74-A297-AF80-F99F-D93170B649B5}"/>
                  </a:ext>
                </a:extLst>
              </p:cNvPr>
              <p:cNvSpPr txBox="1"/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08BCDE74-A297-AF80-F99F-D93170B64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blipFill>
                <a:blip r:embed="rId3"/>
                <a:stretch>
                  <a:fillRect l="-1333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ECFF14D0-CB01-03D0-6A8C-D996650AFF7F}"/>
              </a:ext>
            </a:extLst>
          </p:cNvPr>
          <p:cNvSpPr txBox="1"/>
          <p:nvPr/>
        </p:nvSpPr>
        <p:spPr>
          <a:xfrm>
            <a:off x="7612912" y="818121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(01)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F85B10D-8D55-7D6D-4C66-59CEFE788661}"/>
              </a:ext>
            </a:extLst>
          </p:cNvPr>
          <p:cNvSpPr txBox="1"/>
          <p:nvPr/>
        </p:nvSpPr>
        <p:spPr>
          <a:xfrm>
            <a:off x="7612912" y="3087322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(02)</a:t>
            </a:r>
          </a:p>
        </p:txBody>
      </p:sp>
    </p:spTree>
    <p:extLst>
      <p:ext uri="{BB962C8B-B14F-4D97-AF65-F5344CB8AC3E}">
        <p14:creationId xmlns:p14="http://schemas.microsoft.com/office/powerpoint/2010/main" val="324293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8000"/>
    </mc:Choice>
    <mc:Fallback xmlns="">
      <p:transition spd="slow" advClick="0" advTm="18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333A88-1E31-6D62-9FE0-5618F3EF4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771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7A54B-B270-2834-3110-27D56F798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870B9D5-8EE5-23B3-8A61-012CE659498E}"/>
                  </a:ext>
                </a:extLst>
              </p:cNvPr>
              <p:cNvSpPr txBox="1"/>
              <p:nvPr/>
            </p:nvSpPr>
            <p:spPr>
              <a:xfrm>
                <a:off x="985284" y="3131565"/>
                <a:ext cx="5181600" cy="374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870B9D5-8EE5-23B3-8A61-012CE6594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3131565"/>
                <a:ext cx="5181600" cy="374526"/>
              </a:xfrm>
              <a:prstGeom prst="rect">
                <a:avLst/>
              </a:prstGeom>
              <a:blipFill>
                <a:blip r:embed="rId2"/>
                <a:stretch>
                  <a:fillRect l="-353" t="-1639" r="-941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04C8F570-D161-D267-D703-3E5FD8464687}"/>
                  </a:ext>
                </a:extLst>
              </p:cNvPr>
              <p:cNvSpPr txBox="1"/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04C8F570-D161-D267-D703-3E5FD8464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blipFill>
                <a:blip r:embed="rId3"/>
                <a:stretch>
                  <a:fillRect l="-1333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AB47C076-811A-C44E-4C78-3BD24D69799C}"/>
              </a:ext>
            </a:extLst>
          </p:cNvPr>
          <p:cNvSpPr txBox="1"/>
          <p:nvPr/>
        </p:nvSpPr>
        <p:spPr>
          <a:xfrm>
            <a:off x="7612912" y="818121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(01)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79FEBA-9E3D-6E4B-2D49-B6CEB95BE9A8}"/>
              </a:ext>
            </a:extLst>
          </p:cNvPr>
          <p:cNvSpPr txBox="1"/>
          <p:nvPr/>
        </p:nvSpPr>
        <p:spPr>
          <a:xfrm>
            <a:off x="7612912" y="3087322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93837C2D-9F9E-5980-015B-48CFB48746AA}"/>
                  </a:ext>
                </a:extLst>
              </p:cNvPr>
              <p:cNvSpPr txBox="1"/>
              <p:nvPr/>
            </p:nvSpPr>
            <p:spPr>
              <a:xfrm>
                <a:off x="985284" y="1639394"/>
                <a:ext cx="579828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93837C2D-9F9E-5980-015B-48CFB4874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1639394"/>
                <a:ext cx="5798288" cy="369332"/>
              </a:xfrm>
              <a:prstGeom prst="rect">
                <a:avLst/>
              </a:prstGeom>
              <a:blipFill>
                <a:blip r:embed="rId4"/>
                <a:stretch>
                  <a:fillRect l="-1472" b="-327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17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3000"/>
    </mc:Choice>
    <mc:Fallback xmlns="">
      <p:transition spd="slow" advClick="0" advTm="13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5F48638-BB37-709B-3244-16D48258C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307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1E1BC-DC6E-BB1A-F42B-5FC03332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65040527-7B0A-EAA0-B1C4-28C77E4FBDBD}"/>
                  </a:ext>
                </a:extLst>
              </p:cNvPr>
              <p:cNvSpPr txBox="1"/>
              <p:nvPr/>
            </p:nvSpPr>
            <p:spPr>
              <a:xfrm>
                <a:off x="985284" y="3131565"/>
                <a:ext cx="5181600" cy="374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65040527-7B0A-EAA0-B1C4-28C77E4FB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3131565"/>
                <a:ext cx="5181600" cy="374526"/>
              </a:xfrm>
              <a:prstGeom prst="rect">
                <a:avLst/>
              </a:prstGeom>
              <a:blipFill>
                <a:blip r:embed="rId2"/>
                <a:stretch>
                  <a:fillRect l="-353" t="-1639" r="-941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0FD3EA0-416A-F582-4331-33B18B7C7623}"/>
                  </a:ext>
                </a:extLst>
              </p:cNvPr>
              <p:cNvSpPr txBox="1"/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0FD3EA0-416A-F582-4331-33B18B7C7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blipFill>
                <a:blip r:embed="rId3"/>
                <a:stretch>
                  <a:fillRect l="-1333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0D43437E-CE85-F68A-EE9A-B954A891A974}"/>
              </a:ext>
            </a:extLst>
          </p:cNvPr>
          <p:cNvSpPr txBox="1"/>
          <p:nvPr/>
        </p:nvSpPr>
        <p:spPr>
          <a:xfrm>
            <a:off x="7612912" y="818121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(01)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97CB3F6-C1D0-D659-1188-1696C177FF05}"/>
              </a:ext>
            </a:extLst>
          </p:cNvPr>
          <p:cNvSpPr txBox="1"/>
          <p:nvPr/>
        </p:nvSpPr>
        <p:spPr>
          <a:xfrm>
            <a:off x="7612912" y="3087322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3C203C1-5526-C101-C41C-50D11978FF79}"/>
                  </a:ext>
                </a:extLst>
              </p:cNvPr>
              <p:cNvSpPr txBox="1"/>
              <p:nvPr/>
            </p:nvSpPr>
            <p:spPr>
              <a:xfrm>
                <a:off x="985284" y="1639394"/>
                <a:ext cx="579828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3C203C1-5526-C101-C41C-50D11978F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1639394"/>
                <a:ext cx="5798288" cy="369332"/>
              </a:xfrm>
              <a:prstGeom prst="rect">
                <a:avLst/>
              </a:prstGeom>
              <a:blipFill>
                <a:blip r:embed="rId4"/>
                <a:stretch>
                  <a:fillRect l="-1472" b="-327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13436DD-4A13-6703-BC24-0CC9B7886A0D}"/>
                  </a:ext>
                </a:extLst>
              </p:cNvPr>
              <p:cNvSpPr txBox="1"/>
              <p:nvPr/>
            </p:nvSpPr>
            <p:spPr>
              <a:xfrm>
                <a:off x="985284" y="2284435"/>
                <a:ext cx="579828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13436DD-4A13-6703-BC24-0CC9B7886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2284435"/>
                <a:ext cx="5798288" cy="369332"/>
              </a:xfrm>
              <a:prstGeom prst="rect">
                <a:avLst/>
              </a:prstGeom>
              <a:blipFill>
                <a:blip r:embed="rId5"/>
                <a:stretch>
                  <a:fillRect l="-1472" b="-3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tângulo 13">
            <a:extLst>
              <a:ext uri="{FF2B5EF4-FFF2-40B4-BE49-F238E27FC236}">
                <a16:creationId xmlns:a16="http://schemas.microsoft.com/office/drawing/2014/main" id="{98298E0E-35D3-C4BD-2417-F3C777B05B7C}"/>
              </a:ext>
            </a:extLst>
          </p:cNvPr>
          <p:cNvSpPr/>
          <p:nvPr/>
        </p:nvSpPr>
        <p:spPr>
          <a:xfrm>
            <a:off x="883658" y="2193506"/>
            <a:ext cx="3610369" cy="6560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30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568809-0C41-E6AC-67EE-A48AD2F5A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530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07893-CCB4-6F4C-5DF5-67C1F61BB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8B6968F5-F79D-661F-277C-08D7126451D0}"/>
                  </a:ext>
                </a:extLst>
              </p:cNvPr>
              <p:cNvSpPr txBox="1"/>
              <p:nvPr/>
            </p:nvSpPr>
            <p:spPr>
              <a:xfrm>
                <a:off x="985284" y="3131565"/>
                <a:ext cx="5181600" cy="374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8B6968F5-F79D-661F-277C-08D712645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3131565"/>
                <a:ext cx="5181600" cy="374526"/>
              </a:xfrm>
              <a:prstGeom prst="rect">
                <a:avLst/>
              </a:prstGeom>
              <a:blipFill>
                <a:blip r:embed="rId2"/>
                <a:stretch>
                  <a:fillRect l="-353" t="-1639" r="-941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4E8AFA1-B808-5994-9069-2FDFC29BC7A2}"/>
                  </a:ext>
                </a:extLst>
              </p:cNvPr>
              <p:cNvSpPr txBox="1"/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4E8AFA1-B808-5994-9069-2FDFC29BC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blipFill>
                <a:blip r:embed="rId3"/>
                <a:stretch>
                  <a:fillRect l="-1333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1870201C-8C33-C1B4-578B-F90EE067F604}"/>
              </a:ext>
            </a:extLst>
          </p:cNvPr>
          <p:cNvSpPr txBox="1"/>
          <p:nvPr/>
        </p:nvSpPr>
        <p:spPr>
          <a:xfrm>
            <a:off x="7612912" y="818121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(01)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538568B-769E-C949-4C80-80DE0358B9E0}"/>
              </a:ext>
            </a:extLst>
          </p:cNvPr>
          <p:cNvSpPr txBox="1"/>
          <p:nvPr/>
        </p:nvSpPr>
        <p:spPr>
          <a:xfrm>
            <a:off x="7612912" y="3087322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3CE088D-7798-4801-64FD-B33B03CF0E31}"/>
                  </a:ext>
                </a:extLst>
              </p:cNvPr>
              <p:cNvSpPr txBox="1"/>
              <p:nvPr/>
            </p:nvSpPr>
            <p:spPr>
              <a:xfrm>
                <a:off x="985284" y="1639394"/>
                <a:ext cx="579828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3CE088D-7798-4801-64FD-B33B03CF0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1639394"/>
                <a:ext cx="5798288" cy="369332"/>
              </a:xfrm>
              <a:prstGeom prst="rect">
                <a:avLst/>
              </a:prstGeom>
              <a:blipFill>
                <a:blip r:embed="rId4"/>
                <a:stretch>
                  <a:fillRect l="-1472" b="-327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F75E73F-B6E7-D264-0E26-8B711F8CBCEA}"/>
                  </a:ext>
                </a:extLst>
              </p:cNvPr>
              <p:cNvSpPr txBox="1"/>
              <p:nvPr/>
            </p:nvSpPr>
            <p:spPr>
              <a:xfrm>
                <a:off x="985284" y="2284435"/>
                <a:ext cx="579828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F75E73F-B6E7-D264-0E26-8B711F8CB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2284435"/>
                <a:ext cx="5798288" cy="369332"/>
              </a:xfrm>
              <a:prstGeom prst="rect">
                <a:avLst/>
              </a:prstGeom>
              <a:blipFill>
                <a:blip r:embed="rId5"/>
                <a:stretch>
                  <a:fillRect l="-1472" b="-3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3D6FAC0-2C11-7312-2215-0ADA7D5689B0}"/>
                  </a:ext>
                </a:extLst>
              </p:cNvPr>
              <p:cNvSpPr txBox="1"/>
              <p:nvPr/>
            </p:nvSpPr>
            <p:spPr>
              <a:xfrm>
                <a:off x="985284" y="3862955"/>
                <a:ext cx="5181600" cy="374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3D6FAC0-2C11-7312-2215-0ADA7D568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3862955"/>
                <a:ext cx="5181600" cy="374526"/>
              </a:xfrm>
              <a:prstGeom prst="rect">
                <a:avLst/>
              </a:prstGeom>
              <a:blipFill>
                <a:blip r:embed="rId6"/>
                <a:stretch>
                  <a:fillRect l="-1647" t="-1639" b="-163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tângulo 13">
            <a:extLst>
              <a:ext uri="{FF2B5EF4-FFF2-40B4-BE49-F238E27FC236}">
                <a16:creationId xmlns:a16="http://schemas.microsoft.com/office/drawing/2014/main" id="{67FDBD5C-6291-78A5-EC4F-E5BB24765B42}"/>
              </a:ext>
            </a:extLst>
          </p:cNvPr>
          <p:cNvSpPr/>
          <p:nvPr/>
        </p:nvSpPr>
        <p:spPr>
          <a:xfrm>
            <a:off x="883658" y="2193506"/>
            <a:ext cx="3610369" cy="6560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8CCB4B2-20FC-DAD3-06CD-759CF3E433C7}"/>
              </a:ext>
            </a:extLst>
          </p:cNvPr>
          <p:cNvSpPr/>
          <p:nvPr/>
        </p:nvSpPr>
        <p:spPr>
          <a:xfrm>
            <a:off x="883658" y="3722208"/>
            <a:ext cx="4439709" cy="6560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273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8000"/>
    </mc:Choice>
    <mc:Fallback xmlns="">
      <p:transition spd="slow" advClick="0" advTm="18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4EE5B22-A70D-BC7A-6D77-B0CEB7B2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200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68013-44A0-01C9-512C-C70756070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33486368-DBA8-9A3D-995B-28DCB84E1A1E}"/>
                  </a:ext>
                </a:extLst>
              </p:cNvPr>
              <p:cNvSpPr txBox="1"/>
              <p:nvPr/>
            </p:nvSpPr>
            <p:spPr>
              <a:xfrm>
                <a:off x="2261191" y="856643"/>
                <a:ext cx="5181600" cy="374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33486368-DBA8-9A3D-995B-28DCB84E1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191" y="856643"/>
                <a:ext cx="5181600" cy="374526"/>
              </a:xfrm>
              <a:prstGeom prst="rect">
                <a:avLst/>
              </a:prstGeom>
              <a:blipFill>
                <a:blip r:embed="rId2"/>
                <a:stretch>
                  <a:fillRect l="-1647" t="-1639" b="-163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9B170911-3619-4497-3C33-057310942A02}"/>
                  </a:ext>
                </a:extLst>
              </p:cNvPr>
              <p:cNvSpPr txBox="1"/>
              <p:nvPr/>
            </p:nvSpPr>
            <p:spPr>
              <a:xfrm>
                <a:off x="2261191" y="1657629"/>
                <a:ext cx="4153786" cy="8015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9B170911-3619-4497-3C33-057310942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191" y="1657629"/>
                <a:ext cx="4153786" cy="8015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F741AF66-968E-F7AF-7727-A3DB625417CC}"/>
                  </a:ext>
                </a:extLst>
              </p:cNvPr>
              <p:cNvSpPr txBox="1"/>
              <p:nvPr/>
            </p:nvSpPr>
            <p:spPr>
              <a:xfrm>
                <a:off x="2261191" y="3011508"/>
                <a:ext cx="5181600" cy="627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⇒</m:t>
                      </m:r>
                      <m:sSup>
                        <m:s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F741AF66-968E-F7AF-7727-A3DB62541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191" y="3011508"/>
                <a:ext cx="5181600" cy="6276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BC6B2594-525C-0431-7A0E-B13D70DBAAE7}"/>
              </a:ext>
            </a:extLst>
          </p:cNvPr>
          <p:cNvSpPr/>
          <p:nvPr/>
        </p:nvSpPr>
        <p:spPr>
          <a:xfrm>
            <a:off x="2159566" y="2885655"/>
            <a:ext cx="3688342" cy="89900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56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9000"/>
    </mc:Choice>
    <mc:Fallback xmlns="">
      <p:transition spd="slow" advClick="0" advTm="49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EC27866-A467-0F5E-82DD-67D92D64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852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8F132-9D25-D15B-A32B-65EF366C2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6E596144-F423-550C-92FE-A6C6EF1C254A}"/>
              </a:ext>
            </a:extLst>
          </p:cNvPr>
          <p:cNvSpPr/>
          <p:nvPr/>
        </p:nvSpPr>
        <p:spPr>
          <a:xfrm>
            <a:off x="450743" y="17443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FC78ABA-34E4-8CB8-EF5F-F7A9084460AC}"/>
              </a:ext>
            </a:extLst>
          </p:cNvPr>
          <p:cNvSpPr/>
          <p:nvPr/>
        </p:nvSpPr>
        <p:spPr>
          <a:xfrm>
            <a:off x="4172138" y="17443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BD8E5932-3B80-09B6-3827-F1CD3EE928C4}"/>
              </a:ext>
            </a:extLst>
          </p:cNvPr>
          <p:cNvCxnSpPr>
            <a:stCxn id="6" idx="2"/>
          </p:cNvCxnSpPr>
          <p:nvPr/>
        </p:nvCxnSpPr>
        <p:spPr>
          <a:xfrm>
            <a:off x="450743" y="195702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7D02DD8-9A0A-33D8-2F4E-8669D5A54117}"/>
              </a:ext>
            </a:extLst>
          </p:cNvPr>
          <p:cNvCxnSpPr>
            <a:cxnSpLocks/>
          </p:cNvCxnSpPr>
          <p:nvPr/>
        </p:nvCxnSpPr>
        <p:spPr>
          <a:xfrm>
            <a:off x="1961812" y="3094863"/>
            <a:ext cx="0" cy="6910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4C28716-6CFA-DD33-DB7D-0410A21C4551}"/>
              </a:ext>
            </a:extLst>
          </p:cNvPr>
          <p:cNvCxnSpPr/>
          <p:nvPr/>
        </p:nvCxnSpPr>
        <p:spPr>
          <a:xfrm>
            <a:off x="4597441" y="190740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D90A0405-CB22-8E05-3589-84D5019E2DF0}"/>
              </a:ext>
            </a:extLst>
          </p:cNvPr>
          <p:cNvCxnSpPr>
            <a:cxnSpLocks/>
            <a:stCxn id="6" idx="7"/>
          </p:cNvCxnSpPr>
          <p:nvPr/>
        </p:nvCxnSpPr>
        <p:spPr>
          <a:xfrm>
            <a:off x="813762" y="1806659"/>
            <a:ext cx="1148050" cy="13182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B46BB71C-8DDA-871D-1DF5-227BBFE71E32}"/>
              </a:ext>
            </a:extLst>
          </p:cNvPr>
          <p:cNvCxnSpPr>
            <a:cxnSpLocks/>
          </p:cNvCxnSpPr>
          <p:nvPr/>
        </p:nvCxnSpPr>
        <p:spPr>
          <a:xfrm flipV="1">
            <a:off x="1941829" y="1789472"/>
            <a:ext cx="2318669" cy="132374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D7857EC0-ECE0-7244-31E5-C739A29FAB4A}"/>
              </a:ext>
            </a:extLst>
          </p:cNvPr>
          <p:cNvSpPr/>
          <p:nvPr/>
        </p:nvSpPr>
        <p:spPr>
          <a:xfrm>
            <a:off x="571245" y="18648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53617F6-9B75-F196-E1DB-6D7B03F0531A}"/>
              </a:ext>
            </a:extLst>
          </p:cNvPr>
          <p:cNvSpPr/>
          <p:nvPr/>
        </p:nvSpPr>
        <p:spPr>
          <a:xfrm>
            <a:off x="4292640" y="18648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CF4B56B-AE7E-D210-BC07-A93FDD608446}"/>
              </a:ext>
            </a:extLst>
          </p:cNvPr>
          <p:cNvSpPr/>
          <p:nvPr/>
        </p:nvSpPr>
        <p:spPr>
          <a:xfrm>
            <a:off x="162269" y="3591649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20DFFDA-15FA-36CF-A2CF-48215DC67479}"/>
              </a:ext>
            </a:extLst>
          </p:cNvPr>
          <p:cNvSpPr/>
          <p:nvPr/>
        </p:nvSpPr>
        <p:spPr>
          <a:xfrm>
            <a:off x="1673338" y="3787564"/>
            <a:ext cx="576948" cy="998532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363D8D8-C5EC-A4AB-3338-391586CFE427}"/>
              </a:ext>
            </a:extLst>
          </p:cNvPr>
          <p:cNvSpPr/>
          <p:nvPr/>
        </p:nvSpPr>
        <p:spPr>
          <a:xfrm>
            <a:off x="4308967" y="3537732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1C6C1A90-D5C6-3F7B-E300-73B1AF0CC1D7}"/>
                  </a:ext>
                </a:extLst>
              </p:cNvPr>
              <p:cNvSpPr txBox="1"/>
              <p:nvPr/>
            </p:nvSpPr>
            <p:spPr>
              <a:xfrm>
                <a:off x="4416558" y="3785923"/>
                <a:ext cx="361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1C6C1A90-D5C6-3F7B-E300-73B1AF0CC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558" y="3785923"/>
                <a:ext cx="361766" cy="276999"/>
              </a:xfrm>
              <a:prstGeom prst="rect">
                <a:avLst/>
              </a:prstGeom>
              <a:blipFill>
                <a:blip r:embed="rId2"/>
                <a:stretch>
                  <a:fillRect l="-16949" r="-3390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25242F01-D905-4DBE-17D3-46C554DFE97C}"/>
                  </a:ext>
                </a:extLst>
              </p:cNvPr>
              <p:cNvSpPr txBox="1"/>
              <p:nvPr/>
            </p:nvSpPr>
            <p:spPr>
              <a:xfrm>
                <a:off x="1813973" y="4166180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25242F01-D905-4DBE-17D3-46C554DFE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973" y="4166180"/>
                <a:ext cx="255711" cy="276999"/>
              </a:xfrm>
              <a:prstGeom prst="rect">
                <a:avLst/>
              </a:prstGeom>
              <a:blipFill>
                <a:blip r:embed="rId3"/>
                <a:stretch>
                  <a:fillRect l="-23810" r="-16667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4457010C-B5A5-3D8C-AE75-40592A5B3649}"/>
                  </a:ext>
                </a:extLst>
              </p:cNvPr>
              <p:cNvSpPr txBox="1"/>
              <p:nvPr/>
            </p:nvSpPr>
            <p:spPr>
              <a:xfrm>
                <a:off x="250364" y="3811488"/>
                <a:ext cx="341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4457010C-B5A5-3D8C-AE75-40592A5B3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64" y="3811488"/>
                <a:ext cx="341953" cy="276999"/>
              </a:xfrm>
              <a:prstGeom prst="rect">
                <a:avLst/>
              </a:prstGeom>
              <a:blipFill>
                <a:blip r:embed="rId4"/>
                <a:stretch>
                  <a:fillRect l="-14286" r="-535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6607B004-6D8A-FFA3-EDBC-FF1D84578241}"/>
              </a:ext>
            </a:extLst>
          </p:cNvPr>
          <p:cNvCxnSpPr>
            <a:cxnSpLocks/>
          </p:cNvCxnSpPr>
          <p:nvPr/>
        </p:nvCxnSpPr>
        <p:spPr>
          <a:xfrm>
            <a:off x="663395" y="1744375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71442139-026D-5581-CCB7-AB01546E40F1}"/>
              </a:ext>
            </a:extLst>
          </p:cNvPr>
          <p:cNvCxnSpPr>
            <a:cxnSpLocks/>
          </p:cNvCxnSpPr>
          <p:nvPr/>
        </p:nvCxnSpPr>
        <p:spPr>
          <a:xfrm>
            <a:off x="1142368" y="3124919"/>
            <a:ext cx="19587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6A986191-2165-711C-4F27-9FC4640F430A}"/>
                  </a:ext>
                </a:extLst>
              </p:cNvPr>
              <p:cNvSpPr txBox="1"/>
              <p:nvPr/>
            </p:nvSpPr>
            <p:spPr>
              <a:xfrm>
                <a:off x="1480308" y="2814032"/>
                <a:ext cx="280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6A986191-2165-711C-4F27-9FC4640F4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308" y="2814032"/>
                <a:ext cx="280012" cy="276999"/>
              </a:xfrm>
              <a:prstGeom prst="rect">
                <a:avLst/>
              </a:prstGeom>
              <a:blipFill>
                <a:blip r:embed="rId5"/>
                <a:stretch>
                  <a:fillRect l="-21739" r="-4348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5919E088-FA2D-9D5C-B25A-95A2EE8141EA}"/>
                  </a:ext>
                </a:extLst>
              </p:cNvPr>
              <p:cNvSpPr txBox="1"/>
              <p:nvPr/>
            </p:nvSpPr>
            <p:spPr>
              <a:xfrm>
                <a:off x="2347213" y="2842068"/>
                <a:ext cx="2998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5919E088-FA2D-9D5C-B25A-95A2EE814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213" y="2842068"/>
                <a:ext cx="299826" cy="276999"/>
              </a:xfrm>
              <a:prstGeom prst="rect">
                <a:avLst/>
              </a:prstGeom>
              <a:blipFill>
                <a:blip r:embed="rId6"/>
                <a:stretch>
                  <a:fillRect l="-18367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AE3C40A0-44BA-08DB-4FEB-6F8EBFCF81A4}"/>
                  </a:ext>
                </a:extLst>
              </p:cNvPr>
              <p:cNvSpPr txBox="1"/>
              <p:nvPr/>
            </p:nvSpPr>
            <p:spPr>
              <a:xfrm>
                <a:off x="2403033" y="1397275"/>
                <a:ext cx="2199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AE3C40A0-44BA-08DB-4FEB-6F8EBFCF8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033" y="1397275"/>
                <a:ext cx="219932" cy="276999"/>
              </a:xfrm>
              <a:prstGeom prst="rect">
                <a:avLst/>
              </a:prstGeom>
              <a:blipFill>
                <a:blip r:embed="rId7"/>
                <a:stretch>
                  <a:fillRect l="-25000" r="-22222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20CBC39B-CB54-6F97-2BF9-105C22589619}"/>
                  </a:ext>
                </a:extLst>
              </p:cNvPr>
              <p:cNvSpPr txBox="1"/>
              <p:nvPr/>
            </p:nvSpPr>
            <p:spPr>
              <a:xfrm>
                <a:off x="1239064" y="2002864"/>
                <a:ext cx="1810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20CBC39B-CB54-6F97-2BF9-105C22589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064" y="2002864"/>
                <a:ext cx="181075" cy="276999"/>
              </a:xfrm>
              <a:prstGeom prst="rect">
                <a:avLst/>
              </a:prstGeom>
              <a:blipFill>
                <a:blip r:embed="rId8"/>
                <a:stretch>
                  <a:fillRect l="-30000" r="-2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608DB65F-6022-8411-DB97-7ECA2D990B29}"/>
                  </a:ext>
                </a:extLst>
              </p:cNvPr>
              <p:cNvSpPr txBox="1"/>
              <p:nvPr/>
            </p:nvSpPr>
            <p:spPr>
              <a:xfrm>
                <a:off x="3163433" y="2002864"/>
                <a:ext cx="207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608DB65F-6022-8411-DB97-7ECA2D990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433" y="2002864"/>
                <a:ext cx="207108" cy="276999"/>
              </a:xfrm>
              <a:prstGeom prst="rect">
                <a:avLst/>
              </a:prstGeom>
              <a:blipFill>
                <a:blip r:embed="rId9"/>
                <a:stretch>
                  <a:fillRect l="-29412" r="-2058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3C97A461-B77C-E566-D43D-4EB9B3248051}"/>
                  </a:ext>
                </a:extLst>
              </p:cNvPr>
              <p:cNvSpPr txBox="1"/>
              <p:nvPr/>
            </p:nvSpPr>
            <p:spPr>
              <a:xfrm>
                <a:off x="198954" y="72698"/>
                <a:ext cx="4153786" cy="8015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3C97A461-B77C-E566-D43D-4EB9B3248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54" y="72698"/>
                <a:ext cx="4153786" cy="8015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B591796-AFF0-5F63-96FC-EF45C51C85FE}"/>
                  </a:ext>
                </a:extLst>
              </p:cNvPr>
              <p:cNvSpPr txBox="1"/>
              <p:nvPr/>
            </p:nvSpPr>
            <p:spPr>
              <a:xfrm>
                <a:off x="1886694" y="2669105"/>
                <a:ext cx="2193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B591796-AFF0-5F63-96FC-EF45C51C8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694" y="2669105"/>
                <a:ext cx="219354" cy="307777"/>
              </a:xfrm>
              <a:prstGeom prst="rect">
                <a:avLst/>
              </a:prstGeom>
              <a:blipFill>
                <a:blip r:embed="rId11"/>
                <a:stretch>
                  <a:fillRect l="-13889" r="-13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4454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4000"/>
    </mc:Choice>
    <mc:Fallback xmlns="">
      <p:transition spd="slow" advClick="0" advTm="14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D2E768-AAF3-28CA-D18C-92BB72F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73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8B8D-7C46-CEA7-C85A-FEB3AC126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48470EA2-B1C7-B62D-CBF4-397181BACEE7}"/>
                  </a:ext>
                </a:extLst>
              </p:cNvPr>
              <p:cNvSpPr txBox="1"/>
              <p:nvPr/>
            </p:nvSpPr>
            <p:spPr>
              <a:xfrm>
                <a:off x="198954" y="72698"/>
                <a:ext cx="4153786" cy="8015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48470EA2-B1C7-B62D-CBF4-397181BAC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54" y="72698"/>
                <a:ext cx="4153786" cy="8015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050506B-254D-C723-8605-4D15F6BD0103}"/>
                  </a:ext>
                </a:extLst>
              </p:cNvPr>
              <p:cNvSpPr txBox="1"/>
              <p:nvPr/>
            </p:nvSpPr>
            <p:spPr>
              <a:xfrm>
                <a:off x="5626497" y="72698"/>
                <a:ext cx="3174632" cy="7387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𝐿𝑅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050506B-254D-C723-8605-4D15F6BD0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497" y="72698"/>
                <a:ext cx="3174632" cy="7387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43CBC5B2-04B0-7C2B-AE8D-CACFC0583E6E}"/>
              </a:ext>
            </a:extLst>
          </p:cNvPr>
          <p:cNvSpPr/>
          <p:nvPr/>
        </p:nvSpPr>
        <p:spPr>
          <a:xfrm>
            <a:off x="450743" y="17443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A25160A-2FA3-398A-D0DE-27932CC7F753}"/>
              </a:ext>
            </a:extLst>
          </p:cNvPr>
          <p:cNvSpPr/>
          <p:nvPr/>
        </p:nvSpPr>
        <p:spPr>
          <a:xfrm>
            <a:off x="4172138" y="17443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44D2C8F5-AAE5-CE12-0DAF-5D42F4F05605}"/>
              </a:ext>
            </a:extLst>
          </p:cNvPr>
          <p:cNvCxnSpPr>
            <a:stCxn id="5" idx="2"/>
          </p:cNvCxnSpPr>
          <p:nvPr/>
        </p:nvCxnSpPr>
        <p:spPr>
          <a:xfrm>
            <a:off x="450743" y="195702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BE41A7E-2F0E-5DF2-9303-3B5B4A197C19}"/>
              </a:ext>
            </a:extLst>
          </p:cNvPr>
          <p:cNvCxnSpPr>
            <a:cxnSpLocks/>
          </p:cNvCxnSpPr>
          <p:nvPr/>
        </p:nvCxnSpPr>
        <p:spPr>
          <a:xfrm>
            <a:off x="1961812" y="3094863"/>
            <a:ext cx="0" cy="6910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1CB9043C-E825-B378-65B0-78186F59512B}"/>
              </a:ext>
            </a:extLst>
          </p:cNvPr>
          <p:cNvCxnSpPr/>
          <p:nvPr/>
        </p:nvCxnSpPr>
        <p:spPr>
          <a:xfrm>
            <a:off x="4597441" y="190740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339A7D34-A32D-EB8D-42C6-E66B96982300}"/>
              </a:ext>
            </a:extLst>
          </p:cNvPr>
          <p:cNvCxnSpPr>
            <a:cxnSpLocks/>
            <a:stCxn id="5" idx="7"/>
          </p:cNvCxnSpPr>
          <p:nvPr/>
        </p:nvCxnSpPr>
        <p:spPr>
          <a:xfrm>
            <a:off x="813762" y="1806659"/>
            <a:ext cx="1148050" cy="13182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1615A8CF-54A5-6987-5C36-77D4780DF5FC}"/>
              </a:ext>
            </a:extLst>
          </p:cNvPr>
          <p:cNvCxnSpPr>
            <a:cxnSpLocks/>
          </p:cNvCxnSpPr>
          <p:nvPr/>
        </p:nvCxnSpPr>
        <p:spPr>
          <a:xfrm flipV="1">
            <a:off x="1941829" y="1789472"/>
            <a:ext cx="2318669" cy="132374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2F7AEF4F-89D1-18C8-B735-5916B936C7BF}"/>
              </a:ext>
            </a:extLst>
          </p:cNvPr>
          <p:cNvSpPr/>
          <p:nvPr/>
        </p:nvSpPr>
        <p:spPr>
          <a:xfrm>
            <a:off x="571245" y="18648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94C49E78-22A3-57A5-F17C-09DE1217E4D4}"/>
              </a:ext>
            </a:extLst>
          </p:cNvPr>
          <p:cNvSpPr/>
          <p:nvPr/>
        </p:nvSpPr>
        <p:spPr>
          <a:xfrm>
            <a:off x="4292640" y="18648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64D7358-20BF-0C98-8045-26519315BF3F}"/>
              </a:ext>
            </a:extLst>
          </p:cNvPr>
          <p:cNvSpPr/>
          <p:nvPr/>
        </p:nvSpPr>
        <p:spPr>
          <a:xfrm>
            <a:off x="162269" y="3591649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70CBA1D-94A6-6BCC-9A54-DC51324B7D82}"/>
              </a:ext>
            </a:extLst>
          </p:cNvPr>
          <p:cNvSpPr/>
          <p:nvPr/>
        </p:nvSpPr>
        <p:spPr>
          <a:xfrm>
            <a:off x="1673338" y="3787564"/>
            <a:ext cx="576948" cy="998532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8971F617-E6A1-540F-BC66-1E7F73E5B208}"/>
              </a:ext>
            </a:extLst>
          </p:cNvPr>
          <p:cNvSpPr/>
          <p:nvPr/>
        </p:nvSpPr>
        <p:spPr>
          <a:xfrm>
            <a:off x="4308967" y="3537732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E9B83AE7-483D-ABA5-1167-C757B35316F5}"/>
                  </a:ext>
                </a:extLst>
              </p:cNvPr>
              <p:cNvSpPr txBox="1"/>
              <p:nvPr/>
            </p:nvSpPr>
            <p:spPr>
              <a:xfrm>
                <a:off x="4416558" y="3785923"/>
                <a:ext cx="361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E9B83AE7-483D-ABA5-1167-C757B3531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558" y="3785923"/>
                <a:ext cx="361766" cy="276999"/>
              </a:xfrm>
              <a:prstGeom prst="rect">
                <a:avLst/>
              </a:prstGeom>
              <a:blipFill>
                <a:blip r:embed="rId4"/>
                <a:stretch>
                  <a:fillRect l="-16949" r="-3390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C12915A0-8A5E-ED05-DD64-41C311A0002C}"/>
                  </a:ext>
                </a:extLst>
              </p:cNvPr>
              <p:cNvSpPr txBox="1"/>
              <p:nvPr/>
            </p:nvSpPr>
            <p:spPr>
              <a:xfrm>
                <a:off x="1813973" y="4166180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C12915A0-8A5E-ED05-DD64-41C311A00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973" y="4166180"/>
                <a:ext cx="255711" cy="276999"/>
              </a:xfrm>
              <a:prstGeom prst="rect">
                <a:avLst/>
              </a:prstGeom>
              <a:blipFill>
                <a:blip r:embed="rId5"/>
                <a:stretch>
                  <a:fillRect l="-23810" r="-16667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FFA67A91-1B68-8D73-41C3-963F13ABF861}"/>
                  </a:ext>
                </a:extLst>
              </p:cNvPr>
              <p:cNvSpPr txBox="1"/>
              <p:nvPr/>
            </p:nvSpPr>
            <p:spPr>
              <a:xfrm>
                <a:off x="250364" y="3811488"/>
                <a:ext cx="341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FFA67A91-1B68-8D73-41C3-963F13ABF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64" y="3811488"/>
                <a:ext cx="341953" cy="276999"/>
              </a:xfrm>
              <a:prstGeom prst="rect">
                <a:avLst/>
              </a:prstGeom>
              <a:blipFill>
                <a:blip r:embed="rId6"/>
                <a:stretch>
                  <a:fillRect l="-14286" r="-535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647152D3-7C55-6AF9-2078-FC49F5FB12E2}"/>
              </a:ext>
            </a:extLst>
          </p:cNvPr>
          <p:cNvCxnSpPr>
            <a:cxnSpLocks/>
          </p:cNvCxnSpPr>
          <p:nvPr/>
        </p:nvCxnSpPr>
        <p:spPr>
          <a:xfrm>
            <a:off x="663395" y="1744375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D2F9163E-0AD7-32FE-C955-0F2FBFDF3FE9}"/>
              </a:ext>
            </a:extLst>
          </p:cNvPr>
          <p:cNvCxnSpPr>
            <a:cxnSpLocks/>
          </p:cNvCxnSpPr>
          <p:nvPr/>
        </p:nvCxnSpPr>
        <p:spPr>
          <a:xfrm>
            <a:off x="1142368" y="3124919"/>
            <a:ext cx="19587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885A2A2E-13ED-77A5-04BB-9121A18954B0}"/>
                  </a:ext>
                </a:extLst>
              </p:cNvPr>
              <p:cNvSpPr txBox="1"/>
              <p:nvPr/>
            </p:nvSpPr>
            <p:spPr>
              <a:xfrm>
                <a:off x="1480308" y="2814032"/>
                <a:ext cx="280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885A2A2E-13ED-77A5-04BB-9121A1895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308" y="2814032"/>
                <a:ext cx="280012" cy="276999"/>
              </a:xfrm>
              <a:prstGeom prst="rect">
                <a:avLst/>
              </a:prstGeom>
              <a:blipFill>
                <a:blip r:embed="rId7"/>
                <a:stretch>
                  <a:fillRect l="-21739" r="-4348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96C51C56-700A-6B43-34F5-C49437D24E31}"/>
                  </a:ext>
                </a:extLst>
              </p:cNvPr>
              <p:cNvSpPr txBox="1"/>
              <p:nvPr/>
            </p:nvSpPr>
            <p:spPr>
              <a:xfrm>
                <a:off x="2347213" y="2842068"/>
                <a:ext cx="2998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96C51C56-700A-6B43-34F5-C49437D24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213" y="2842068"/>
                <a:ext cx="299826" cy="276999"/>
              </a:xfrm>
              <a:prstGeom prst="rect">
                <a:avLst/>
              </a:prstGeom>
              <a:blipFill>
                <a:blip r:embed="rId8"/>
                <a:stretch>
                  <a:fillRect l="-18367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D939DE44-0C96-C1C0-9D09-812A47444216}"/>
                  </a:ext>
                </a:extLst>
              </p:cNvPr>
              <p:cNvSpPr txBox="1"/>
              <p:nvPr/>
            </p:nvSpPr>
            <p:spPr>
              <a:xfrm>
                <a:off x="2403033" y="1397275"/>
                <a:ext cx="2199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D939DE44-0C96-C1C0-9D09-812A47444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033" y="1397275"/>
                <a:ext cx="219932" cy="276999"/>
              </a:xfrm>
              <a:prstGeom prst="rect">
                <a:avLst/>
              </a:prstGeom>
              <a:blipFill>
                <a:blip r:embed="rId9"/>
                <a:stretch>
                  <a:fillRect l="-25000" r="-22222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380EE09-3DF3-E8FB-6F57-4E6DC9E6DEBD}"/>
                  </a:ext>
                </a:extLst>
              </p:cNvPr>
              <p:cNvSpPr txBox="1"/>
              <p:nvPr/>
            </p:nvSpPr>
            <p:spPr>
              <a:xfrm>
                <a:off x="1239064" y="2002864"/>
                <a:ext cx="1810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380EE09-3DF3-E8FB-6F57-4E6DC9E6D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064" y="2002864"/>
                <a:ext cx="181075" cy="276999"/>
              </a:xfrm>
              <a:prstGeom prst="rect">
                <a:avLst/>
              </a:prstGeom>
              <a:blipFill>
                <a:blip r:embed="rId10"/>
                <a:stretch>
                  <a:fillRect l="-30000" r="-2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8998CC41-5EE6-CD4C-7851-4B466291F7EF}"/>
                  </a:ext>
                </a:extLst>
              </p:cNvPr>
              <p:cNvSpPr txBox="1"/>
              <p:nvPr/>
            </p:nvSpPr>
            <p:spPr>
              <a:xfrm>
                <a:off x="3163433" y="2002864"/>
                <a:ext cx="207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8998CC41-5EE6-CD4C-7851-4B466291F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433" y="2002864"/>
                <a:ext cx="207108" cy="276999"/>
              </a:xfrm>
              <a:prstGeom prst="rect">
                <a:avLst/>
              </a:prstGeom>
              <a:blipFill>
                <a:blip r:embed="rId11"/>
                <a:stretch>
                  <a:fillRect l="-29412" r="-2058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AF2C191B-637A-72A3-9332-28862E3AF8FA}"/>
                  </a:ext>
                </a:extLst>
              </p:cNvPr>
              <p:cNvSpPr txBox="1"/>
              <p:nvPr/>
            </p:nvSpPr>
            <p:spPr>
              <a:xfrm>
                <a:off x="1886694" y="2669105"/>
                <a:ext cx="2193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AF2C191B-637A-72A3-9332-28862E3AF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694" y="2669105"/>
                <a:ext cx="219354" cy="307777"/>
              </a:xfrm>
              <a:prstGeom prst="rect">
                <a:avLst/>
              </a:prstGeom>
              <a:blipFill>
                <a:blip r:embed="rId12"/>
                <a:stretch>
                  <a:fillRect l="-13889" r="-13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7746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6000"/>
    </mc:Choice>
    <mc:Fallback xmlns="">
      <p:transition spd="slow" advClick="0" advTm="26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B817C7-1A1A-B3BE-16B7-1059C7DD3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421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B414C-220C-6CE6-F2E0-F4C40CE45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3820679-8D65-0223-EEDA-79A233D78EDC}"/>
                  </a:ext>
                </a:extLst>
              </p:cNvPr>
              <p:cNvSpPr txBox="1"/>
              <p:nvPr/>
            </p:nvSpPr>
            <p:spPr>
              <a:xfrm>
                <a:off x="5426160" y="1907407"/>
                <a:ext cx="3374969" cy="627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⇒</m:t>
                      </m:r>
                      <m:sSup>
                        <m:s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3820679-8D65-0223-EEDA-79A233D78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160" y="1907407"/>
                <a:ext cx="3374969" cy="6276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25727AA9-8410-0935-35D1-E8B4A49C4E30}"/>
              </a:ext>
            </a:extLst>
          </p:cNvPr>
          <p:cNvSpPr/>
          <p:nvPr/>
        </p:nvSpPr>
        <p:spPr>
          <a:xfrm>
            <a:off x="5213071" y="1789472"/>
            <a:ext cx="3688342" cy="89900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5684BBBB-C699-328F-ABA2-3CA91447777E}"/>
                  </a:ext>
                </a:extLst>
              </p:cNvPr>
              <p:cNvSpPr txBox="1"/>
              <p:nvPr/>
            </p:nvSpPr>
            <p:spPr>
              <a:xfrm>
                <a:off x="198954" y="72698"/>
                <a:ext cx="4153786" cy="8015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5684BBBB-C699-328F-ABA2-3CA914477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54" y="72698"/>
                <a:ext cx="4153786" cy="8015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7370BDC9-4D49-EC35-EAD8-1C3CC1049697}"/>
                  </a:ext>
                </a:extLst>
              </p:cNvPr>
              <p:cNvSpPr txBox="1"/>
              <p:nvPr/>
            </p:nvSpPr>
            <p:spPr>
              <a:xfrm>
                <a:off x="5626497" y="72698"/>
                <a:ext cx="3174632" cy="7387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𝐿𝑅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7370BDC9-4D49-EC35-EAD8-1C3CC1049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497" y="72698"/>
                <a:ext cx="3174632" cy="7387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Elipse 29">
            <a:extLst>
              <a:ext uri="{FF2B5EF4-FFF2-40B4-BE49-F238E27FC236}">
                <a16:creationId xmlns:a16="http://schemas.microsoft.com/office/drawing/2014/main" id="{A244184B-9055-8635-60C8-DB886977FA83}"/>
              </a:ext>
            </a:extLst>
          </p:cNvPr>
          <p:cNvSpPr/>
          <p:nvPr/>
        </p:nvSpPr>
        <p:spPr>
          <a:xfrm>
            <a:off x="450743" y="17443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2C2F6DAE-754E-72DC-BFBF-5F8D84E5A464}"/>
              </a:ext>
            </a:extLst>
          </p:cNvPr>
          <p:cNvSpPr/>
          <p:nvPr/>
        </p:nvSpPr>
        <p:spPr>
          <a:xfrm>
            <a:off x="4172138" y="17443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12B40866-5C27-ACCB-71F2-778A16F007B8}"/>
              </a:ext>
            </a:extLst>
          </p:cNvPr>
          <p:cNvCxnSpPr>
            <a:stCxn id="30" idx="2"/>
          </p:cNvCxnSpPr>
          <p:nvPr/>
        </p:nvCxnSpPr>
        <p:spPr>
          <a:xfrm>
            <a:off x="450743" y="195702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99D045FB-4947-97CF-779C-D41F5EE45823}"/>
              </a:ext>
            </a:extLst>
          </p:cNvPr>
          <p:cNvCxnSpPr>
            <a:cxnSpLocks/>
          </p:cNvCxnSpPr>
          <p:nvPr/>
        </p:nvCxnSpPr>
        <p:spPr>
          <a:xfrm>
            <a:off x="1961812" y="3094863"/>
            <a:ext cx="0" cy="6910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5B27D749-D366-A877-4BD3-FE5CFCFD4B33}"/>
              </a:ext>
            </a:extLst>
          </p:cNvPr>
          <p:cNvCxnSpPr/>
          <p:nvPr/>
        </p:nvCxnSpPr>
        <p:spPr>
          <a:xfrm>
            <a:off x="4597441" y="190740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B03A2A45-B29D-8200-6451-6DD98C40A2E0}"/>
              </a:ext>
            </a:extLst>
          </p:cNvPr>
          <p:cNvCxnSpPr>
            <a:cxnSpLocks/>
            <a:stCxn id="30" idx="7"/>
          </p:cNvCxnSpPr>
          <p:nvPr/>
        </p:nvCxnSpPr>
        <p:spPr>
          <a:xfrm>
            <a:off x="813762" y="1806659"/>
            <a:ext cx="1148050" cy="13182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D1AAEDC9-ACB9-BC9C-802F-A6847B789BB4}"/>
              </a:ext>
            </a:extLst>
          </p:cNvPr>
          <p:cNvCxnSpPr>
            <a:cxnSpLocks/>
          </p:cNvCxnSpPr>
          <p:nvPr/>
        </p:nvCxnSpPr>
        <p:spPr>
          <a:xfrm flipV="1">
            <a:off x="1941829" y="1789472"/>
            <a:ext cx="2318669" cy="132374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A35EE8FC-FFA7-D81F-9961-8D3BFC1EE962}"/>
              </a:ext>
            </a:extLst>
          </p:cNvPr>
          <p:cNvSpPr/>
          <p:nvPr/>
        </p:nvSpPr>
        <p:spPr>
          <a:xfrm>
            <a:off x="571245" y="18648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E9043E4-9271-81EF-A404-D594DD35BD64}"/>
              </a:ext>
            </a:extLst>
          </p:cNvPr>
          <p:cNvSpPr/>
          <p:nvPr/>
        </p:nvSpPr>
        <p:spPr>
          <a:xfrm>
            <a:off x="4292640" y="18648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FC280E6D-0C64-9A96-1291-B70048446F83}"/>
              </a:ext>
            </a:extLst>
          </p:cNvPr>
          <p:cNvSpPr/>
          <p:nvPr/>
        </p:nvSpPr>
        <p:spPr>
          <a:xfrm>
            <a:off x="162269" y="3591649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7A9D37F3-87B7-2218-7A8D-B9B4FC3FB839}"/>
              </a:ext>
            </a:extLst>
          </p:cNvPr>
          <p:cNvSpPr/>
          <p:nvPr/>
        </p:nvSpPr>
        <p:spPr>
          <a:xfrm>
            <a:off x="1673338" y="3787564"/>
            <a:ext cx="576948" cy="998532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A1E5E0F9-9420-EFFE-6ECA-25AAF0E46881}"/>
              </a:ext>
            </a:extLst>
          </p:cNvPr>
          <p:cNvSpPr/>
          <p:nvPr/>
        </p:nvSpPr>
        <p:spPr>
          <a:xfrm>
            <a:off x="4308967" y="3537732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5FC7A119-D80F-8625-44AD-C2BDD5F5C1D8}"/>
                  </a:ext>
                </a:extLst>
              </p:cNvPr>
              <p:cNvSpPr txBox="1"/>
              <p:nvPr/>
            </p:nvSpPr>
            <p:spPr>
              <a:xfrm>
                <a:off x="4416558" y="3785923"/>
                <a:ext cx="361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5FC7A119-D80F-8625-44AD-C2BDD5F5C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558" y="3785923"/>
                <a:ext cx="361766" cy="276999"/>
              </a:xfrm>
              <a:prstGeom prst="rect">
                <a:avLst/>
              </a:prstGeom>
              <a:blipFill>
                <a:blip r:embed="rId5"/>
                <a:stretch>
                  <a:fillRect l="-16949" r="-3390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226A9893-5ECA-EAD2-14C1-B15871FFDE48}"/>
                  </a:ext>
                </a:extLst>
              </p:cNvPr>
              <p:cNvSpPr txBox="1"/>
              <p:nvPr/>
            </p:nvSpPr>
            <p:spPr>
              <a:xfrm>
                <a:off x="1813973" y="4166180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226A9893-5ECA-EAD2-14C1-B15871FFD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973" y="4166180"/>
                <a:ext cx="255711" cy="276999"/>
              </a:xfrm>
              <a:prstGeom prst="rect">
                <a:avLst/>
              </a:prstGeom>
              <a:blipFill>
                <a:blip r:embed="rId6"/>
                <a:stretch>
                  <a:fillRect l="-23810" r="-16667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DF082B15-8294-18A9-C1BA-5231B5343574}"/>
                  </a:ext>
                </a:extLst>
              </p:cNvPr>
              <p:cNvSpPr txBox="1"/>
              <p:nvPr/>
            </p:nvSpPr>
            <p:spPr>
              <a:xfrm>
                <a:off x="250364" y="3811488"/>
                <a:ext cx="341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DF082B15-8294-18A9-C1BA-5231B5343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64" y="3811488"/>
                <a:ext cx="341953" cy="276999"/>
              </a:xfrm>
              <a:prstGeom prst="rect">
                <a:avLst/>
              </a:prstGeom>
              <a:blipFill>
                <a:blip r:embed="rId7"/>
                <a:stretch>
                  <a:fillRect l="-14286" r="-535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A58CA833-E196-A7F5-C4A0-0704D32B2968}"/>
              </a:ext>
            </a:extLst>
          </p:cNvPr>
          <p:cNvCxnSpPr>
            <a:cxnSpLocks/>
          </p:cNvCxnSpPr>
          <p:nvPr/>
        </p:nvCxnSpPr>
        <p:spPr>
          <a:xfrm>
            <a:off x="663395" y="1744375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1708A614-5303-F66D-B55D-876D5A60C094}"/>
              </a:ext>
            </a:extLst>
          </p:cNvPr>
          <p:cNvCxnSpPr>
            <a:cxnSpLocks/>
          </p:cNvCxnSpPr>
          <p:nvPr/>
        </p:nvCxnSpPr>
        <p:spPr>
          <a:xfrm>
            <a:off x="1142368" y="3124919"/>
            <a:ext cx="19587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32252D0-1551-5BCA-7867-15DC18FCB592}"/>
                  </a:ext>
                </a:extLst>
              </p:cNvPr>
              <p:cNvSpPr txBox="1"/>
              <p:nvPr/>
            </p:nvSpPr>
            <p:spPr>
              <a:xfrm>
                <a:off x="1480308" y="2814032"/>
                <a:ext cx="280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32252D0-1551-5BCA-7867-15DC18FCB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308" y="2814032"/>
                <a:ext cx="280012" cy="276999"/>
              </a:xfrm>
              <a:prstGeom prst="rect">
                <a:avLst/>
              </a:prstGeom>
              <a:blipFill>
                <a:blip r:embed="rId8"/>
                <a:stretch>
                  <a:fillRect l="-21739" r="-4348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88967422-A705-8374-0620-E12261C1A420}"/>
                  </a:ext>
                </a:extLst>
              </p:cNvPr>
              <p:cNvSpPr txBox="1"/>
              <p:nvPr/>
            </p:nvSpPr>
            <p:spPr>
              <a:xfrm>
                <a:off x="2347213" y="2842068"/>
                <a:ext cx="2998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88967422-A705-8374-0620-E12261C1A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213" y="2842068"/>
                <a:ext cx="299826" cy="276999"/>
              </a:xfrm>
              <a:prstGeom prst="rect">
                <a:avLst/>
              </a:prstGeom>
              <a:blipFill>
                <a:blip r:embed="rId9"/>
                <a:stretch>
                  <a:fillRect l="-18367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8C2356EA-35B9-ADAC-234B-5C7939A4679A}"/>
                  </a:ext>
                </a:extLst>
              </p:cNvPr>
              <p:cNvSpPr txBox="1"/>
              <p:nvPr/>
            </p:nvSpPr>
            <p:spPr>
              <a:xfrm>
                <a:off x="2403033" y="1397275"/>
                <a:ext cx="2199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8C2356EA-35B9-ADAC-234B-5C7939A46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033" y="1397275"/>
                <a:ext cx="219932" cy="276999"/>
              </a:xfrm>
              <a:prstGeom prst="rect">
                <a:avLst/>
              </a:prstGeom>
              <a:blipFill>
                <a:blip r:embed="rId10"/>
                <a:stretch>
                  <a:fillRect l="-25000" r="-22222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E9EDE9AB-D410-7E7E-62A1-FB2BA7AAEEC7}"/>
                  </a:ext>
                </a:extLst>
              </p:cNvPr>
              <p:cNvSpPr txBox="1"/>
              <p:nvPr/>
            </p:nvSpPr>
            <p:spPr>
              <a:xfrm>
                <a:off x="1239064" y="2002864"/>
                <a:ext cx="1810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E9EDE9AB-D410-7E7E-62A1-FB2BA7AAE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064" y="2002864"/>
                <a:ext cx="181075" cy="276999"/>
              </a:xfrm>
              <a:prstGeom prst="rect">
                <a:avLst/>
              </a:prstGeom>
              <a:blipFill>
                <a:blip r:embed="rId11"/>
                <a:stretch>
                  <a:fillRect l="-30000" r="-2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EE283361-E3C2-97E8-2A9B-E1F9D9EACFE1}"/>
                  </a:ext>
                </a:extLst>
              </p:cNvPr>
              <p:cNvSpPr txBox="1"/>
              <p:nvPr/>
            </p:nvSpPr>
            <p:spPr>
              <a:xfrm>
                <a:off x="3163433" y="2002864"/>
                <a:ext cx="207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EE283361-E3C2-97E8-2A9B-E1F9D9EAC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433" y="2002864"/>
                <a:ext cx="207108" cy="276999"/>
              </a:xfrm>
              <a:prstGeom prst="rect">
                <a:avLst/>
              </a:prstGeom>
              <a:blipFill>
                <a:blip r:embed="rId12"/>
                <a:stretch>
                  <a:fillRect l="-29412" r="-2058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0FBEDFBF-0AB8-D4B9-048C-24A9AF02A9F0}"/>
                  </a:ext>
                </a:extLst>
              </p:cNvPr>
              <p:cNvSpPr txBox="1"/>
              <p:nvPr/>
            </p:nvSpPr>
            <p:spPr>
              <a:xfrm>
                <a:off x="1886694" y="2669105"/>
                <a:ext cx="2193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0FBEDFBF-0AB8-D4B9-048C-24A9AF02A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694" y="2669105"/>
                <a:ext cx="219354" cy="307777"/>
              </a:xfrm>
              <a:prstGeom prst="rect">
                <a:avLst/>
              </a:prstGeom>
              <a:blipFill>
                <a:blip r:embed="rId13"/>
                <a:stretch>
                  <a:fillRect l="-13889" r="-13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145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8000"/>
    </mc:Choice>
    <mc:Fallback xmlns="">
      <p:transition spd="slow" advClick="0" advTm="28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CB3BE82-F89A-8C60-6378-743D8AD32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9520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1785C-E914-B4CB-85A4-77E63949B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1177BDB7-27D4-9B2A-8E61-8DA0FAD6FA2F}"/>
                  </a:ext>
                </a:extLst>
              </p:cNvPr>
              <p:cNvSpPr txBox="1"/>
              <p:nvPr/>
            </p:nvSpPr>
            <p:spPr>
              <a:xfrm>
                <a:off x="198954" y="72698"/>
                <a:ext cx="4153786" cy="8015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1177BDB7-27D4-9B2A-8E61-8DA0FAD6F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54" y="72698"/>
                <a:ext cx="4153786" cy="8015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71460AAE-7646-06B2-D7E1-331D1C3A1402}"/>
                  </a:ext>
                </a:extLst>
              </p:cNvPr>
              <p:cNvSpPr txBox="1"/>
              <p:nvPr/>
            </p:nvSpPr>
            <p:spPr>
              <a:xfrm>
                <a:off x="5626497" y="72698"/>
                <a:ext cx="3174632" cy="7387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𝐿𝑅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71460AAE-7646-06B2-D7E1-331D1C3A1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497" y="72698"/>
                <a:ext cx="3174632" cy="7387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E4F0B8B2-F27E-4034-9C4F-25F9B600C3D3}"/>
                  </a:ext>
                </a:extLst>
              </p:cNvPr>
              <p:cNvSpPr txBox="1"/>
              <p:nvPr/>
            </p:nvSpPr>
            <p:spPr>
              <a:xfrm>
                <a:off x="5426160" y="3603098"/>
                <a:ext cx="3374969" cy="627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⇒</m:t>
                      </m:r>
                      <m:sSup>
                        <m:s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E4F0B8B2-F27E-4034-9C4F-25F9B600C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160" y="3603098"/>
                <a:ext cx="3374969" cy="6276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tângulo 28">
            <a:extLst>
              <a:ext uri="{FF2B5EF4-FFF2-40B4-BE49-F238E27FC236}">
                <a16:creationId xmlns:a16="http://schemas.microsoft.com/office/drawing/2014/main" id="{13EA7805-E104-0B5B-0F9F-17EC4A81E29A}"/>
              </a:ext>
            </a:extLst>
          </p:cNvPr>
          <p:cNvSpPr/>
          <p:nvPr/>
        </p:nvSpPr>
        <p:spPr>
          <a:xfrm>
            <a:off x="5213071" y="3485163"/>
            <a:ext cx="3688342" cy="89900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AAB86C9F-384B-8D98-73B9-DA42E384D2F8}"/>
              </a:ext>
            </a:extLst>
          </p:cNvPr>
          <p:cNvSpPr/>
          <p:nvPr/>
        </p:nvSpPr>
        <p:spPr>
          <a:xfrm>
            <a:off x="450743" y="17443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05EBD6D2-16FD-6B8C-0D5D-D247E6CECEF2}"/>
              </a:ext>
            </a:extLst>
          </p:cNvPr>
          <p:cNvSpPr/>
          <p:nvPr/>
        </p:nvSpPr>
        <p:spPr>
          <a:xfrm>
            <a:off x="4172138" y="17443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D87E182B-A568-C37F-7A1A-09C2FC918080}"/>
              </a:ext>
            </a:extLst>
          </p:cNvPr>
          <p:cNvCxnSpPr>
            <a:stCxn id="30" idx="2"/>
          </p:cNvCxnSpPr>
          <p:nvPr/>
        </p:nvCxnSpPr>
        <p:spPr>
          <a:xfrm>
            <a:off x="450743" y="195702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92CAB47E-1C1D-AA40-BCB2-C2E5C35D092E}"/>
              </a:ext>
            </a:extLst>
          </p:cNvPr>
          <p:cNvCxnSpPr>
            <a:cxnSpLocks/>
          </p:cNvCxnSpPr>
          <p:nvPr/>
        </p:nvCxnSpPr>
        <p:spPr>
          <a:xfrm>
            <a:off x="1961812" y="3094863"/>
            <a:ext cx="0" cy="6910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DFEF50A5-502C-4AAE-7732-0CAC874183F8}"/>
              </a:ext>
            </a:extLst>
          </p:cNvPr>
          <p:cNvCxnSpPr/>
          <p:nvPr/>
        </p:nvCxnSpPr>
        <p:spPr>
          <a:xfrm>
            <a:off x="4597441" y="190740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06A5F5C9-9A1C-BE11-5F43-7C7D4A04E473}"/>
              </a:ext>
            </a:extLst>
          </p:cNvPr>
          <p:cNvCxnSpPr>
            <a:cxnSpLocks/>
            <a:stCxn id="30" idx="7"/>
          </p:cNvCxnSpPr>
          <p:nvPr/>
        </p:nvCxnSpPr>
        <p:spPr>
          <a:xfrm>
            <a:off x="813762" y="1806659"/>
            <a:ext cx="1148050" cy="13182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7F3F502A-D533-13E4-9E63-2A5AB2998A3F}"/>
              </a:ext>
            </a:extLst>
          </p:cNvPr>
          <p:cNvCxnSpPr>
            <a:cxnSpLocks/>
          </p:cNvCxnSpPr>
          <p:nvPr/>
        </p:nvCxnSpPr>
        <p:spPr>
          <a:xfrm flipV="1">
            <a:off x="1941829" y="1789472"/>
            <a:ext cx="2318669" cy="132374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2AA996F1-E2EA-601C-C760-2EDE274706A4}"/>
              </a:ext>
            </a:extLst>
          </p:cNvPr>
          <p:cNvSpPr/>
          <p:nvPr/>
        </p:nvSpPr>
        <p:spPr>
          <a:xfrm>
            <a:off x="571245" y="18648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763AF013-FD17-B330-ADF4-FF6589633263}"/>
              </a:ext>
            </a:extLst>
          </p:cNvPr>
          <p:cNvSpPr/>
          <p:nvPr/>
        </p:nvSpPr>
        <p:spPr>
          <a:xfrm>
            <a:off x="4292640" y="18648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B134A4C5-002C-39D3-1BD2-E39E8C269767}"/>
              </a:ext>
            </a:extLst>
          </p:cNvPr>
          <p:cNvSpPr/>
          <p:nvPr/>
        </p:nvSpPr>
        <p:spPr>
          <a:xfrm>
            <a:off x="162269" y="3591649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79AAEB4B-C52E-840D-A142-582E1598419C}"/>
              </a:ext>
            </a:extLst>
          </p:cNvPr>
          <p:cNvSpPr/>
          <p:nvPr/>
        </p:nvSpPr>
        <p:spPr>
          <a:xfrm>
            <a:off x="1673338" y="3787564"/>
            <a:ext cx="576948" cy="998532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F9874D3B-2D81-CBB4-6895-C7055A5D57A5}"/>
              </a:ext>
            </a:extLst>
          </p:cNvPr>
          <p:cNvSpPr/>
          <p:nvPr/>
        </p:nvSpPr>
        <p:spPr>
          <a:xfrm>
            <a:off x="4308967" y="3537732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64996FD0-5248-6226-D732-EE8369CBDC5A}"/>
                  </a:ext>
                </a:extLst>
              </p:cNvPr>
              <p:cNvSpPr txBox="1"/>
              <p:nvPr/>
            </p:nvSpPr>
            <p:spPr>
              <a:xfrm>
                <a:off x="4416558" y="3785923"/>
                <a:ext cx="361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64996FD0-5248-6226-D732-EE8369CBD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558" y="3785923"/>
                <a:ext cx="361766" cy="276999"/>
              </a:xfrm>
              <a:prstGeom prst="rect">
                <a:avLst/>
              </a:prstGeom>
              <a:blipFill>
                <a:blip r:embed="rId5"/>
                <a:stretch>
                  <a:fillRect l="-16949" r="-3390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37DB78D1-2CAB-ECED-B1E1-6EF13E29C571}"/>
                  </a:ext>
                </a:extLst>
              </p:cNvPr>
              <p:cNvSpPr txBox="1"/>
              <p:nvPr/>
            </p:nvSpPr>
            <p:spPr>
              <a:xfrm>
                <a:off x="1813973" y="4166180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37DB78D1-2CAB-ECED-B1E1-6EF13E29C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973" y="4166180"/>
                <a:ext cx="255711" cy="276999"/>
              </a:xfrm>
              <a:prstGeom prst="rect">
                <a:avLst/>
              </a:prstGeom>
              <a:blipFill>
                <a:blip r:embed="rId6"/>
                <a:stretch>
                  <a:fillRect l="-23810" r="-16667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3BCD30C3-34EC-8358-51CD-CAE267F58179}"/>
                  </a:ext>
                </a:extLst>
              </p:cNvPr>
              <p:cNvSpPr txBox="1"/>
              <p:nvPr/>
            </p:nvSpPr>
            <p:spPr>
              <a:xfrm>
                <a:off x="250364" y="3811488"/>
                <a:ext cx="341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3BCD30C3-34EC-8358-51CD-CAE267F58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64" y="3811488"/>
                <a:ext cx="341953" cy="276999"/>
              </a:xfrm>
              <a:prstGeom prst="rect">
                <a:avLst/>
              </a:prstGeom>
              <a:blipFill>
                <a:blip r:embed="rId7"/>
                <a:stretch>
                  <a:fillRect l="-14286" r="-535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680CBF5B-FC9E-460A-074D-B764725B5DAF}"/>
              </a:ext>
            </a:extLst>
          </p:cNvPr>
          <p:cNvCxnSpPr>
            <a:cxnSpLocks/>
          </p:cNvCxnSpPr>
          <p:nvPr/>
        </p:nvCxnSpPr>
        <p:spPr>
          <a:xfrm>
            <a:off x="663395" y="1744375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18E0C52-BE8F-FD22-7116-79207627EC4A}"/>
              </a:ext>
            </a:extLst>
          </p:cNvPr>
          <p:cNvCxnSpPr>
            <a:cxnSpLocks/>
          </p:cNvCxnSpPr>
          <p:nvPr/>
        </p:nvCxnSpPr>
        <p:spPr>
          <a:xfrm>
            <a:off x="1142368" y="3124919"/>
            <a:ext cx="19587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7ECEDEFC-DF88-BA6E-3867-551BA7A17BC6}"/>
                  </a:ext>
                </a:extLst>
              </p:cNvPr>
              <p:cNvSpPr txBox="1"/>
              <p:nvPr/>
            </p:nvSpPr>
            <p:spPr>
              <a:xfrm>
                <a:off x="1480308" y="2814032"/>
                <a:ext cx="280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7ECEDEFC-DF88-BA6E-3867-551BA7A17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308" y="2814032"/>
                <a:ext cx="280012" cy="276999"/>
              </a:xfrm>
              <a:prstGeom prst="rect">
                <a:avLst/>
              </a:prstGeom>
              <a:blipFill>
                <a:blip r:embed="rId8"/>
                <a:stretch>
                  <a:fillRect l="-21739" r="-4348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A1861976-30A7-BA77-B8BC-8E6D483BD9CB}"/>
                  </a:ext>
                </a:extLst>
              </p:cNvPr>
              <p:cNvSpPr txBox="1"/>
              <p:nvPr/>
            </p:nvSpPr>
            <p:spPr>
              <a:xfrm>
                <a:off x="2347213" y="2842068"/>
                <a:ext cx="2998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A1861976-30A7-BA77-B8BC-8E6D483BD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213" y="2842068"/>
                <a:ext cx="299826" cy="276999"/>
              </a:xfrm>
              <a:prstGeom prst="rect">
                <a:avLst/>
              </a:prstGeom>
              <a:blipFill>
                <a:blip r:embed="rId9"/>
                <a:stretch>
                  <a:fillRect l="-18367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98A59406-13AB-9DD9-CE4A-6A3BC9691591}"/>
                  </a:ext>
                </a:extLst>
              </p:cNvPr>
              <p:cNvSpPr txBox="1"/>
              <p:nvPr/>
            </p:nvSpPr>
            <p:spPr>
              <a:xfrm>
                <a:off x="2403033" y="1397275"/>
                <a:ext cx="2199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98A59406-13AB-9DD9-CE4A-6A3BC9691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033" y="1397275"/>
                <a:ext cx="219932" cy="276999"/>
              </a:xfrm>
              <a:prstGeom prst="rect">
                <a:avLst/>
              </a:prstGeom>
              <a:blipFill>
                <a:blip r:embed="rId10"/>
                <a:stretch>
                  <a:fillRect l="-25000" r="-22222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7B3DCD64-A6DC-0B70-E53F-1A7761091378}"/>
                  </a:ext>
                </a:extLst>
              </p:cNvPr>
              <p:cNvSpPr txBox="1"/>
              <p:nvPr/>
            </p:nvSpPr>
            <p:spPr>
              <a:xfrm>
                <a:off x="1239064" y="2002864"/>
                <a:ext cx="1810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7B3DCD64-A6DC-0B70-E53F-1A7761091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064" y="2002864"/>
                <a:ext cx="181075" cy="276999"/>
              </a:xfrm>
              <a:prstGeom prst="rect">
                <a:avLst/>
              </a:prstGeom>
              <a:blipFill>
                <a:blip r:embed="rId11"/>
                <a:stretch>
                  <a:fillRect l="-30000" r="-2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583F035F-1B09-E35A-C8E8-74D6AE73A369}"/>
                  </a:ext>
                </a:extLst>
              </p:cNvPr>
              <p:cNvSpPr txBox="1"/>
              <p:nvPr/>
            </p:nvSpPr>
            <p:spPr>
              <a:xfrm>
                <a:off x="3163433" y="2002864"/>
                <a:ext cx="207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583F035F-1B09-E35A-C8E8-74D6AE73A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433" y="2002864"/>
                <a:ext cx="207108" cy="276999"/>
              </a:xfrm>
              <a:prstGeom prst="rect">
                <a:avLst/>
              </a:prstGeom>
              <a:blipFill>
                <a:blip r:embed="rId12"/>
                <a:stretch>
                  <a:fillRect l="-29412" r="-2058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5E58E4DE-D5F7-5289-824D-E7EE94287148}"/>
                  </a:ext>
                </a:extLst>
              </p:cNvPr>
              <p:cNvSpPr txBox="1"/>
              <p:nvPr/>
            </p:nvSpPr>
            <p:spPr>
              <a:xfrm>
                <a:off x="1886694" y="2669105"/>
                <a:ext cx="2193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5E58E4DE-D5F7-5289-824D-E7EE94287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694" y="2669105"/>
                <a:ext cx="219354" cy="307777"/>
              </a:xfrm>
              <a:prstGeom prst="rect">
                <a:avLst/>
              </a:prstGeom>
              <a:blipFill>
                <a:blip r:embed="rId13"/>
                <a:stretch>
                  <a:fillRect l="-13889" r="-13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C7848C32-CC4A-6DD9-90E9-23F5F8E0FEFE}"/>
                  </a:ext>
                </a:extLst>
              </p:cNvPr>
              <p:cNvSpPr txBox="1"/>
              <p:nvPr/>
            </p:nvSpPr>
            <p:spPr>
              <a:xfrm>
                <a:off x="5426160" y="1907407"/>
                <a:ext cx="3374969" cy="627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⇒</m:t>
                      </m:r>
                      <m:sSup>
                        <m:s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C7848C32-CC4A-6DD9-90E9-23F5F8E0F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160" y="1907407"/>
                <a:ext cx="3374969" cy="62760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tângulo 56">
            <a:extLst>
              <a:ext uri="{FF2B5EF4-FFF2-40B4-BE49-F238E27FC236}">
                <a16:creationId xmlns:a16="http://schemas.microsoft.com/office/drawing/2014/main" id="{F6249FC0-C4F1-9BE9-A83D-B0B861511222}"/>
              </a:ext>
            </a:extLst>
          </p:cNvPr>
          <p:cNvSpPr/>
          <p:nvPr/>
        </p:nvSpPr>
        <p:spPr>
          <a:xfrm>
            <a:off x="5213071" y="1789472"/>
            <a:ext cx="3688342" cy="89900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53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0"/>
    </mc:Choice>
    <mc:Fallback xmlns="">
      <p:transition spd="slow" advClick="0" advTm="20000"/>
    </mc:Fallback>
  </mc:AlternateContent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1921</TotalTime>
  <Words>482</Words>
  <Application>Microsoft Office PowerPoint</Application>
  <PresentationFormat>Apresentação na tela (16:9)</PresentationFormat>
  <Paragraphs>165</Paragraphs>
  <Slides>31</Slides>
  <Notes>16</Notes>
  <HiddenSlides>15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Calibri Light</vt:lpstr>
      <vt:lpstr>Calibri</vt:lpstr>
      <vt:lpstr>Arial</vt:lpstr>
      <vt:lpstr>Cambria Math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Osvaldo Luiz Santos Pereira</dc:creator>
  <cp:lastModifiedBy>Osvaldo Luiz Santos Pereira</cp:lastModifiedBy>
  <cp:revision>1</cp:revision>
  <dcterms:created xsi:type="dcterms:W3CDTF">2025-07-15T20:33:43Z</dcterms:created>
  <dcterms:modified xsi:type="dcterms:W3CDTF">2025-09-28T22:06:29Z</dcterms:modified>
</cp:coreProperties>
</file>