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A1332D-C299-4D51-A6C2-269DBC952AF8}" v="112" dt="2025-09-24T01:23:57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09-24T01:23:57.259" v="353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09-24T01:23:57.259" v="353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09-24T01:18:58.002" v="262" actId="1076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09-24T01:22:00.862" v="342" actId="1076"/>
          <ac:spMkLst>
            <pc:docMk/>
            <pc:sldMk cId="3410455670" sldId="256"/>
            <ac:spMk id="3" creationId="{59E6D4FF-C9F1-61E6-541A-B57A0B49554D}"/>
          </ac:spMkLst>
        </pc:spChg>
        <pc:spChg chg="add del mod">
          <ac:chgData name="Osvaldo Luiz Santos Pereira" userId="c308351cf5a860c7" providerId="LiveId" clId="{30D4B243-E56E-4CD9-9C49-7B140616515F}" dt="2025-09-24T01:19:03.262" v="263" actId="478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09-24T01:21:56.471" v="341" actId="1076"/>
          <ac:spMkLst>
            <pc:docMk/>
            <pc:sldMk cId="3410455670" sldId="256"/>
            <ac:spMk id="6" creationId="{4A06A553-B421-58B9-DE46-0C8061F22D03}"/>
          </ac:spMkLst>
        </pc:spChg>
        <pc:spChg chg="add mod">
          <ac:chgData name="Osvaldo Luiz Santos Pereira" userId="c308351cf5a860c7" providerId="LiveId" clId="{30D4B243-E56E-4CD9-9C49-7B140616515F}" dt="2025-09-24T01:21:56.471" v="341" actId="1076"/>
          <ac:spMkLst>
            <pc:docMk/>
            <pc:sldMk cId="3410455670" sldId="256"/>
            <ac:spMk id="7" creationId="{136FE7D8-F7E8-5926-2C60-F17C509D4A38}"/>
          </ac:spMkLst>
        </pc:spChg>
        <pc:spChg chg="add del mod">
          <ac:chgData name="Osvaldo Luiz Santos Pereira" userId="c308351cf5a860c7" providerId="LiveId" clId="{30D4B243-E56E-4CD9-9C49-7B140616515F}" dt="2025-09-24T01:19:03.262" v="263" actId="478"/>
          <ac:spMkLst>
            <pc:docMk/>
            <pc:sldMk cId="3410455670" sldId="256"/>
            <ac:spMk id="8" creationId="{5CB4A4C4-DCF8-C703-A925-C913A6D1AC19}"/>
          </ac:spMkLst>
        </pc:spChg>
        <pc:spChg chg="add del mod">
          <ac:chgData name="Osvaldo Luiz Santos Pereira" userId="c308351cf5a860c7" providerId="LiveId" clId="{30D4B243-E56E-4CD9-9C49-7B140616515F}" dt="2025-09-24T01:19:03.262" v="263" actId="478"/>
          <ac:spMkLst>
            <pc:docMk/>
            <pc:sldMk cId="3410455670" sldId="256"/>
            <ac:spMk id="11" creationId="{F123AF78-CC32-4FF2-2069-BD72A1BC0536}"/>
          </ac:spMkLst>
        </pc:spChg>
        <pc:spChg chg="mod">
          <ac:chgData name="Osvaldo Luiz Santos Pereira" userId="c308351cf5a860c7" providerId="LiveId" clId="{30D4B243-E56E-4CD9-9C49-7B140616515F}" dt="2025-09-24T01:21:56.471" v="341" actId="1076"/>
          <ac:spMkLst>
            <pc:docMk/>
            <pc:sldMk cId="3410455670" sldId="256"/>
            <ac:spMk id="16" creationId="{529E8C7E-2923-C8E3-557C-5AA38FE8B686}"/>
          </ac:spMkLst>
        </pc:spChg>
        <pc:spChg chg="add del mod">
          <ac:chgData name="Osvaldo Luiz Santos Pereira" userId="c308351cf5a860c7" providerId="LiveId" clId="{30D4B243-E56E-4CD9-9C49-7B140616515F}" dt="2025-09-24T01:19:03.262" v="263" actId="478"/>
          <ac:spMkLst>
            <pc:docMk/>
            <pc:sldMk cId="3410455670" sldId="256"/>
            <ac:spMk id="17" creationId="{38284372-FD36-691D-E26B-A36D7AA476BA}"/>
          </ac:spMkLst>
        </pc:spChg>
        <pc:picChg chg="add mod">
          <ac:chgData name="Osvaldo Luiz Santos Pereira" userId="c308351cf5a860c7" providerId="LiveId" clId="{30D4B243-E56E-4CD9-9C49-7B140616515F}" dt="2025-09-24T01:21:56.471" v="341" actId="1076"/>
          <ac:picMkLst>
            <pc:docMk/>
            <pc:sldMk cId="3410455670" sldId="256"/>
            <ac:picMk id="14" creationId="{16330F1D-27A9-375C-179A-7F2C10A173AC}"/>
          </ac:picMkLst>
        </pc:pic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23/09/2025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558498" y="578919"/>
                <a:ext cx="2016706" cy="383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tg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498" y="578919"/>
                <a:ext cx="2016706" cy="383310"/>
              </a:xfrm>
              <a:prstGeom prst="rect">
                <a:avLst/>
              </a:prstGeom>
              <a:blipFill>
                <a:blip r:embed="rId2"/>
                <a:stretch>
                  <a:fillRect l="-3333" t="-14286" r="-3636" b="-36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575204" y="5547809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4" name="Gráfico 13" descr="Boa Ideia estrutura de tópicos">
            <a:extLst>
              <a:ext uri="{FF2B5EF4-FFF2-40B4-BE49-F238E27FC236}">
                <a16:creationId xmlns:a16="http://schemas.microsoft.com/office/drawing/2014/main" id="{16330F1D-27A9-375C-179A-7F2C10A17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281" y="2460240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9E6D4FF-C9F1-61E6-541A-B57A0B49554D}"/>
                  </a:ext>
                </a:extLst>
              </p:cNvPr>
              <p:cNvSpPr txBox="1"/>
              <p:nvPr/>
            </p:nvSpPr>
            <p:spPr>
              <a:xfrm>
                <a:off x="722476" y="4191294"/>
                <a:ext cx="3238322" cy="3833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∫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pt-BR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−∫</m:t>
                      </m:r>
                      <m:r>
                        <m:rPr>
                          <m:sty m:val="p"/>
                        </m:rPr>
                        <a:rPr lang="pt-BR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pt-BR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9E6D4FF-C9F1-61E6-541A-B57A0B495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76" y="4191294"/>
                <a:ext cx="3238322" cy="383310"/>
              </a:xfrm>
              <a:prstGeom prst="rect">
                <a:avLst/>
              </a:prstGeom>
              <a:blipFill>
                <a:blip r:embed="rId5"/>
                <a:stretch>
                  <a:fillRect l="-377" t="-14516" r="-188" b="-387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A06A553-B421-58B9-DE46-0C8061F22D03}"/>
                  </a:ext>
                </a:extLst>
              </p:cNvPr>
              <p:cNvSpPr txBox="1"/>
              <p:nvPr/>
            </p:nvSpPr>
            <p:spPr>
              <a:xfrm>
                <a:off x="740153" y="5562759"/>
                <a:ext cx="18130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tg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A06A553-B421-58B9-DE46-0C8061F22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53" y="5562759"/>
                <a:ext cx="1813060" cy="369332"/>
              </a:xfrm>
              <a:prstGeom prst="rect">
                <a:avLst/>
              </a:prstGeom>
              <a:blipFill>
                <a:blip r:embed="rId6"/>
                <a:stretch>
                  <a:fillRect l="-3356" r="-1678" b="-3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36FE7D8-F7E8-5926-2C60-F17C509D4A38}"/>
                  </a:ext>
                </a:extLst>
              </p:cNvPr>
              <p:cNvSpPr txBox="1"/>
              <p:nvPr/>
            </p:nvSpPr>
            <p:spPr>
              <a:xfrm>
                <a:off x="1660321" y="2793498"/>
                <a:ext cx="284097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tg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sec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24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36FE7D8-F7E8-5926-2C60-F17C509D4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321" y="2793498"/>
                <a:ext cx="2840970" cy="369332"/>
              </a:xfrm>
              <a:prstGeom prst="rect">
                <a:avLst/>
              </a:prstGeom>
              <a:blipFill>
                <a:blip r:embed="rId7"/>
                <a:stretch>
                  <a:fillRect l="-3004" r="-2361" b="-295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</TotalTime>
  <Words>30</Words>
  <Application>Microsoft Office PowerPoint</Application>
  <PresentationFormat>Personalizar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2025-09-24T01:24:00Z</dcterms:modified>
</cp:coreProperties>
</file>