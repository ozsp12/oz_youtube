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A064D-771E-46F2-9282-70FC3194EBAE}" v="8" dt="2025-10-13T16:46:23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modSld">
      <pc:chgData name="Osvaldo Luiz Santos Pereira" userId="c308351cf5a860c7" providerId="LiveId" clId="{30D4B243-E56E-4CD9-9C49-7B140616515F}" dt="2025-10-13T16:46:23.846" v="7"/>
      <pc:docMkLst>
        <pc:docMk/>
      </pc:docMkLst>
      <pc:sldChg chg="modAnim">
        <pc:chgData name="Osvaldo Luiz Santos Pereira" userId="c308351cf5a860c7" providerId="LiveId" clId="{30D4B243-E56E-4CD9-9C49-7B140616515F}" dt="2025-10-13T16:46:23.846" v="7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A1E11536-240D-431A-BAB8-2C3A5ABCAAEE}"/>
    <pc:docChg chg="modSld">
      <pc:chgData name="Osvaldo Luiz Santos Pereira" userId="c308351cf5a860c7" providerId="LiveId" clId="{A1E11536-240D-431A-BAB8-2C3A5ABCAAEE}" dt="2025-08-31T15:04:37.637" v="0" actId="20577"/>
      <pc:docMkLst>
        <pc:docMk/>
      </pc:docMkLst>
      <pc:sldChg chg="modSp">
        <pc:chgData name="Osvaldo Luiz Santos Pereira" userId="c308351cf5a860c7" providerId="LiveId" clId="{A1E11536-240D-431A-BAB8-2C3A5ABCAAEE}" dt="2025-08-31T15:04:37.637" v="0" actId="20577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21F7B29-6969-48E4-A4DF-D2C1AA7426AD}"/>
    <pc:docChg chg="custSel modSld">
      <pc:chgData name="Osvaldo Luiz Santos Pereira" userId="c308351cf5a860c7" providerId="LiveId" clId="{321F7B29-6969-48E4-A4DF-D2C1AA7426AD}" dt="2025-08-01T21:58:10.035" v="294" actId="1076"/>
      <pc:docMkLst>
        <pc:docMk/>
      </pc:docMkLst>
      <pc:sldChg chg="addSp delSp modSp mod delAnim modAnim">
        <pc:chgData name="Osvaldo Luiz Santos Pereira" userId="c308351cf5a860c7" providerId="LiveId" clId="{321F7B29-6969-48E4-A4DF-D2C1AA7426AD}" dt="2025-08-01T21:58:10.035" v="294" actId="1076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</pc:docChg>
  </pc:docChgLst>
  <pc:docChgLst>
    <pc:chgData name="Osvaldo Luiz Santos Pereira" userId="c308351cf5a860c7" providerId="LiveId" clId="{6820B8A7-9978-4D90-B983-4C45FD9822E4}"/>
    <pc:docChg chg="modSld">
      <pc:chgData name="Osvaldo Luiz Santos Pereira" userId="c308351cf5a860c7" providerId="LiveId" clId="{6820B8A7-9978-4D90-B983-4C45FD9822E4}" dt="2025-08-05T17:31:56.196" v="123" actId="20577"/>
      <pc:docMkLst>
        <pc:docMk/>
      </pc:docMkLst>
      <pc:sldChg chg="modSp mod">
        <pc:chgData name="Osvaldo Luiz Santos Pereira" userId="c308351cf5a860c7" providerId="LiveId" clId="{6820B8A7-9978-4D90-B983-4C45FD9822E4}" dt="2025-08-05T17:31:56.196" v="123" actId="20577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0E1967A4-1167-4736-B128-DD9B47A5C9D1}"/>
    <pc:docChg chg="custSel modSld">
      <pc:chgData name="Osvaldo Luiz Santos Pereira" userId="c308351cf5a860c7" providerId="LiveId" clId="{0E1967A4-1167-4736-B128-DD9B47A5C9D1}" dt="2025-08-03T11:59:11.583" v="56"/>
      <pc:docMkLst>
        <pc:docMk/>
      </pc:docMkLst>
      <pc:sldChg chg="addSp delSp modSp mod delAnim modAnim">
        <pc:chgData name="Osvaldo Luiz Santos Pereira" userId="c308351cf5a860c7" providerId="LiveId" clId="{0E1967A4-1167-4736-B128-DD9B47A5C9D1}" dt="2025-08-03T11:59:11.583" v="56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EF8F6590-EFA4-4C27-A0DB-DB34A887E70E}"/>
    <pc:docChg chg="undo custSel modSld">
      <pc:chgData name="Osvaldo Luiz Santos Pereira" userId="c308351cf5a860c7" providerId="LiveId" clId="{EF8F6590-EFA4-4C27-A0DB-DB34A887E70E}" dt="2025-08-09T04:35:31.426" v="240"/>
      <pc:docMkLst>
        <pc:docMk/>
      </pc:docMkLst>
      <pc:sldChg chg="addSp delSp modSp mod modTransition delAnim">
        <pc:chgData name="Osvaldo Luiz Santos Pereira" userId="c308351cf5a860c7" providerId="LiveId" clId="{EF8F6590-EFA4-4C27-A0DB-DB34A887E70E}" dt="2025-08-09T04:35:31.426" v="240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25B3449-73F6-47A8-8E6C-0C0864E92DA8}"/>
    <pc:docChg chg="modSld">
      <pc:chgData name="Osvaldo Luiz Santos Pereira" userId="c308351cf5a860c7" providerId="LiveId" clId="{D25B3449-73F6-47A8-8E6C-0C0864E92DA8}" dt="2025-08-07T02:39:57.473" v="151" actId="1076"/>
      <pc:docMkLst>
        <pc:docMk/>
      </pc:docMkLst>
      <pc:sldChg chg="modSp mod">
        <pc:chgData name="Osvaldo Luiz Santos Pereira" userId="c308351cf5a860c7" providerId="LiveId" clId="{D25B3449-73F6-47A8-8E6C-0C0864E92DA8}" dt="2025-08-07T02:39:57.473" v="151" actId="10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/>
              <p:nvPr/>
            </p:nvSpPr>
            <p:spPr>
              <a:xfrm>
                <a:off x="1528424" y="7332581"/>
                <a:ext cx="207685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24" y="7332581"/>
                <a:ext cx="2076851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9861D79-4877-3054-FA52-D160D1C25384}"/>
                  </a:ext>
                </a:extLst>
              </p:cNvPr>
              <p:cNvSpPr txBox="1"/>
              <p:nvPr/>
            </p:nvSpPr>
            <p:spPr>
              <a:xfrm>
                <a:off x="614990" y="4963887"/>
                <a:ext cx="4095288" cy="595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𝐴𝐸𝐶𝐹𝐴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𝐴𝐸𝐶𝐷𝐴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𝐴𝐶𝐷𝐴</m:t>
                          </m:r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9861D79-4877-3054-FA52-D160D1C25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90" y="4963887"/>
                <a:ext cx="4095288" cy="5952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m 12" descr="Gráfico, Diagrama, Gráfico de pizza&#10;&#10;O conteúdo gerado por IA pode estar incorreto.">
            <a:extLst>
              <a:ext uri="{FF2B5EF4-FFF2-40B4-BE49-F238E27FC236}">
                <a16:creationId xmlns:a16="http://schemas.microsoft.com/office/drawing/2014/main" id="{6E37BBCA-1E3E-A4E5-B9B8-12F49BA9B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67" y="531036"/>
            <a:ext cx="3593153" cy="3649078"/>
          </a:xfrm>
          <a:prstGeom prst="rect">
            <a:avLst/>
          </a:prstGeom>
        </p:spPr>
      </p:pic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EC923891-512C-4983-C127-9BF1B1CAF18F}"/>
              </a:ext>
            </a:extLst>
          </p:cNvPr>
          <p:cNvCxnSpPr/>
          <p:nvPr/>
        </p:nvCxnSpPr>
        <p:spPr>
          <a:xfrm>
            <a:off x="587829" y="4572000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6649CFC-6A1A-5AEE-C0CE-CF4352302A01}"/>
                  </a:ext>
                </a:extLst>
              </p:cNvPr>
              <p:cNvSpPr txBox="1"/>
              <p:nvPr/>
            </p:nvSpPr>
            <p:spPr>
              <a:xfrm>
                <a:off x="1285666" y="6138103"/>
                <a:ext cx="256236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𝐴𝐸𝐶𝐹𝐴</m:t>
                              </m:r>
                            </m:e>
                          </m:d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6649CFC-6A1A-5AEE-C0CE-CF4352302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666" y="6138103"/>
                <a:ext cx="256236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0000">
        <p:fade/>
      </p:transition>
    </mc:Choice>
    <mc:Fallback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5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</TotalTime>
  <Words>20</Words>
  <Application>Microsoft Office PowerPoint</Application>
  <PresentationFormat>Personalizar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2025-10-13T16:46:31Z</dcterms:modified>
</cp:coreProperties>
</file>