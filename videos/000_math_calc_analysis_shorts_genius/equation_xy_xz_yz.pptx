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4B0EF-5D32-4164-AF21-0F277CEE7098}" v="284" dt="2025-10-12T14:15:07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10-12T14:15:07.066" v="739" actId="20577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10-12T14:15:07.066" v="739" actId="20577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10-12T13:59:23.187" v="497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10-12T14:01:24.105" v="547" actId="20577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10-12T13:59:42.151" v="503" actId="1076"/>
          <ac:spMkLst>
            <pc:docMk/>
            <pc:sldMk cId="3410455670" sldId="256"/>
            <ac:spMk id="6" creationId="{49490B98-AB8F-BCAC-06B6-DDB1382D42B6}"/>
          </ac:spMkLst>
        </pc:spChg>
        <pc:spChg chg="add mod">
          <ac:chgData name="Osvaldo Luiz Santos Pereira" userId="c308351cf5a860c7" providerId="LiveId" clId="{30D4B243-E56E-4CD9-9C49-7B140616515F}" dt="2025-10-12T14:15:07.066" v="739" actId="20577"/>
          <ac:spMkLst>
            <pc:docMk/>
            <pc:sldMk cId="3410455670" sldId="256"/>
            <ac:spMk id="7" creationId="{7C6389E9-6965-0F26-A0A0-91A095C7C29F}"/>
          </ac:spMkLst>
        </pc:spChg>
        <pc:spChg chg="add mod">
          <ac:chgData name="Osvaldo Luiz Santos Pereira" userId="c308351cf5a860c7" providerId="LiveId" clId="{30D4B243-E56E-4CD9-9C49-7B140616515F}" dt="2025-10-12T14:02:32.481" v="589" actId="20577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10-12T14:03:48.982" v="633" actId="20577"/>
          <ac:spMkLst>
            <pc:docMk/>
            <pc:sldMk cId="3410455670" sldId="256"/>
            <ac:spMk id="11" creationId="{F123AF78-CC32-4FF2-2069-BD72A1BC0536}"/>
          </ac:spMkLst>
        </pc:spChg>
        <pc:spChg chg="mod">
          <ac:chgData name="Osvaldo Luiz Santos Pereira" userId="c308351cf5a860c7" providerId="LiveId" clId="{30D4B243-E56E-4CD9-9C49-7B140616515F}" dt="2025-10-04T22:11:42.691" v="435" actId="1076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10-12T14:14:44.351" v="736" actId="1076"/>
          <ac:spMkLst>
            <pc:docMk/>
            <pc:sldMk cId="3410455670" sldId="256"/>
            <ac:spMk id="17" creationId="{38284372-FD36-691D-E26B-A36D7AA476BA}"/>
          </ac:spMkLst>
        </pc:sp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12/10/2025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726042" y="246920"/>
                <a:ext cx="1452769" cy="1139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42" y="246920"/>
                <a:ext cx="1452769" cy="11396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426859" y="6733174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/>
              <p:nvPr/>
            </p:nvSpPr>
            <p:spPr>
              <a:xfrm>
                <a:off x="481552" y="2211210"/>
                <a:ext cx="2868799" cy="6388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𝑥𝑧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𝑦𝑧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2" y="2211210"/>
                <a:ext cx="2868799" cy="638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/>
              <p:nvPr/>
            </p:nvSpPr>
            <p:spPr>
              <a:xfrm>
                <a:off x="349481" y="3300971"/>
                <a:ext cx="2916760" cy="5863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𝑦𝑧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81" y="3300971"/>
                <a:ext cx="2916760" cy="5863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/>
              <p:nvPr/>
            </p:nvSpPr>
            <p:spPr>
              <a:xfrm>
                <a:off x="412029" y="4390732"/>
                <a:ext cx="2831993" cy="6388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𝑦𝑧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𝑥𝑧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29" y="4390732"/>
                <a:ext cx="2831993" cy="6388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/>
              <p:nvPr/>
            </p:nvSpPr>
            <p:spPr>
              <a:xfrm>
                <a:off x="412029" y="5532943"/>
                <a:ext cx="3343223" cy="652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+|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|+|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𝑎𝑏𝑐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29" y="5532943"/>
                <a:ext cx="3343223" cy="6526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/>
              <p:nvPr/>
            </p:nvSpPr>
            <p:spPr>
              <a:xfrm>
                <a:off x="2566851" y="662866"/>
                <a:ext cx="17205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:. 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51" y="662866"/>
                <a:ext cx="1720536" cy="307777"/>
              </a:xfrm>
              <a:prstGeom prst="rect">
                <a:avLst/>
              </a:prstGeom>
              <a:blipFill>
                <a:blip r:embed="rId7"/>
                <a:stretch>
                  <a:fillRect l="-1418" r="-3546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C6389E9-6965-0F26-A0A0-91A095C7C29F}"/>
                  </a:ext>
                </a:extLst>
              </p:cNvPr>
              <p:cNvSpPr txBox="1"/>
              <p:nvPr/>
            </p:nvSpPr>
            <p:spPr>
              <a:xfrm>
                <a:off x="395201" y="6778901"/>
                <a:ext cx="22378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𝑎𝑏𝑐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C6389E9-6965-0F26-A0A0-91A095C7C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6778901"/>
                <a:ext cx="2237857" cy="307777"/>
              </a:xfrm>
              <a:prstGeom prst="rect">
                <a:avLst/>
              </a:prstGeom>
              <a:blipFill>
                <a:blip r:embed="rId8"/>
                <a:stretch>
                  <a:fillRect l="-1362" r="-2180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/>
      <p:bldP spid="8" grpId="0"/>
      <p:bldP spid="11" grpId="0"/>
      <p:bldP spid="17" grpId="0"/>
      <p:bldP spid="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</TotalTime>
  <Words>47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2025-10-12T14:15:16Z</dcterms:modified>
</cp:coreProperties>
</file>