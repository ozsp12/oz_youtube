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6" r:id="rId1"/>
  </p:sldMasterIdLst>
  <p:notesMasterIdLst>
    <p:notesMasterId r:id="rId30"/>
  </p:notesMasterIdLst>
  <p:sldIdLst>
    <p:sldId id="261" r:id="rId2"/>
    <p:sldId id="275" r:id="rId3"/>
    <p:sldId id="262" r:id="rId4"/>
    <p:sldId id="276" r:id="rId5"/>
    <p:sldId id="271" r:id="rId6"/>
    <p:sldId id="272" r:id="rId7"/>
    <p:sldId id="273" r:id="rId8"/>
    <p:sldId id="274" r:id="rId9"/>
    <p:sldId id="277" r:id="rId10"/>
    <p:sldId id="259" r:id="rId11"/>
    <p:sldId id="278" r:id="rId12"/>
    <p:sldId id="266" r:id="rId13"/>
    <p:sldId id="279" r:id="rId14"/>
    <p:sldId id="267" r:id="rId15"/>
    <p:sldId id="280" r:id="rId16"/>
    <p:sldId id="268" r:id="rId17"/>
    <p:sldId id="281" r:id="rId18"/>
    <p:sldId id="258" r:id="rId19"/>
    <p:sldId id="282" r:id="rId20"/>
    <p:sldId id="269" r:id="rId21"/>
    <p:sldId id="283" r:id="rId22"/>
    <p:sldId id="265" r:id="rId23"/>
    <p:sldId id="284" r:id="rId24"/>
    <p:sldId id="270" r:id="rId25"/>
    <p:sldId id="285" r:id="rId26"/>
    <p:sldId id="264" r:id="rId27"/>
    <p:sldId id="286" r:id="rId28"/>
    <p:sldId id="263" r:id="rId29"/>
  </p:sldIdLst>
  <p:sldSz cx="9144000" cy="5143500" type="screen16x9"/>
  <p:notesSz cx="8229600" cy="14630400"/>
  <p:embeddedFontLst>
    <p:embeddedFont>
      <p:font typeface="Cambria Math" panose="02040503050406030204" pitchFamily="18" charset="0"/>
      <p:regular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2CD67B-3838-4A8E-B7E8-504DA24E6CEA}" v="385" dt="2025-08-09T01:28:11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7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D92CD67B-3838-4A8E-B7E8-504DA24E6CEA}"/>
    <pc:docChg chg="undo custSel addSld delSld modSld sldOrd">
      <pc:chgData name="Osvaldo Luiz Santos Pereira" userId="c308351cf5a860c7" providerId="LiveId" clId="{D92CD67B-3838-4A8E-B7E8-504DA24E6CEA}" dt="2025-08-09T01:28:11.441" v="432"/>
      <pc:docMkLst>
        <pc:docMk/>
      </pc:docMkLst>
      <pc:sldChg chg="modTransition modAnim">
        <pc:chgData name="Osvaldo Luiz Santos Pereira" userId="c308351cf5a860c7" providerId="LiveId" clId="{D92CD67B-3838-4A8E-B7E8-504DA24E6CEA}" dt="2025-08-09T01:01:26.292" v="274"/>
        <pc:sldMkLst>
          <pc:docMk/>
          <pc:sldMk cId="3067423610" sldId="258"/>
        </pc:sldMkLst>
      </pc:sldChg>
      <pc:sldChg chg="modSp modTransition modAnim">
        <pc:chgData name="Osvaldo Luiz Santos Pereira" userId="c308351cf5a860c7" providerId="LiveId" clId="{D92CD67B-3838-4A8E-B7E8-504DA24E6CEA}" dt="2025-08-09T01:16:02.352" v="427" actId="20577"/>
        <pc:sldMkLst>
          <pc:docMk/>
          <pc:sldMk cId="916029383" sldId="259"/>
        </pc:sldMkLst>
        <pc:spChg chg="mod">
          <ac:chgData name="Osvaldo Luiz Santos Pereira" userId="c308351cf5a860c7" providerId="LiveId" clId="{D92CD67B-3838-4A8E-B7E8-504DA24E6CEA}" dt="2025-08-09T01:16:02.352" v="427" actId="20577"/>
          <ac:spMkLst>
            <pc:docMk/>
            <pc:sldMk cId="916029383" sldId="259"/>
            <ac:spMk id="11" creationId="{3D5A2CD5-429A-2AC3-3291-2F769BA75147}"/>
          </ac:spMkLst>
        </pc:spChg>
        <pc:spChg chg="mod">
          <ac:chgData name="Osvaldo Luiz Santos Pereira" userId="c308351cf5a860c7" providerId="LiveId" clId="{D92CD67B-3838-4A8E-B7E8-504DA24E6CEA}" dt="2025-08-09T01:15:50.397" v="424" actId="20577"/>
          <ac:spMkLst>
            <pc:docMk/>
            <pc:sldMk cId="916029383" sldId="259"/>
            <ac:spMk id="39" creationId="{44C9D9A9-2F1C-AF18-1AFE-82510C3FAAB0}"/>
          </ac:spMkLst>
        </pc:spChg>
        <pc:spChg chg="mod">
          <ac:chgData name="Osvaldo Luiz Santos Pereira" userId="c308351cf5a860c7" providerId="LiveId" clId="{D92CD67B-3838-4A8E-B7E8-504DA24E6CEA}" dt="2025-08-09T01:15:50.397" v="424" actId="20577"/>
          <ac:spMkLst>
            <pc:docMk/>
            <pc:sldMk cId="916029383" sldId="259"/>
            <ac:spMk id="49" creationId="{5DBC24DB-5626-4EB0-4674-2EF0BA7F6F8D}"/>
          </ac:spMkLst>
        </pc:spChg>
        <pc:spChg chg="mod">
          <ac:chgData name="Osvaldo Luiz Santos Pereira" userId="c308351cf5a860c7" providerId="LiveId" clId="{D92CD67B-3838-4A8E-B7E8-504DA24E6CEA}" dt="2025-08-09T01:16:02.352" v="427" actId="20577"/>
          <ac:spMkLst>
            <pc:docMk/>
            <pc:sldMk cId="916029383" sldId="259"/>
            <ac:spMk id="50" creationId="{8FC2BED2-0C69-9164-AE8B-729A7FC5C6C1}"/>
          </ac:spMkLst>
        </pc:spChg>
        <pc:spChg chg="mod">
          <ac:chgData name="Osvaldo Luiz Santos Pereira" userId="c308351cf5a860c7" providerId="LiveId" clId="{D92CD67B-3838-4A8E-B7E8-504DA24E6CEA}" dt="2025-08-09T01:16:02.352" v="427" actId="20577"/>
          <ac:spMkLst>
            <pc:docMk/>
            <pc:sldMk cId="916029383" sldId="259"/>
            <ac:spMk id="51" creationId="{BC59E61D-E9B7-4781-827B-C58951AFB070}"/>
          </ac:spMkLst>
        </pc:spChg>
        <pc:spChg chg="mod">
          <ac:chgData name="Osvaldo Luiz Santos Pereira" userId="c308351cf5a860c7" providerId="LiveId" clId="{D92CD67B-3838-4A8E-B7E8-504DA24E6CEA}" dt="2025-08-09T01:15:50.397" v="424" actId="20577"/>
          <ac:spMkLst>
            <pc:docMk/>
            <pc:sldMk cId="916029383" sldId="259"/>
            <ac:spMk id="52" creationId="{CA73553F-B252-22C5-368C-78ACEE0AA2A4}"/>
          </ac:spMkLst>
        </pc:spChg>
        <pc:grpChg chg="mod">
          <ac:chgData name="Osvaldo Luiz Santos Pereira" userId="c308351cf5a860c7" providerId="LiveId" clId="{D92CD67B-3838-4A8E-B7E8-504DA24E6CEA}" dt="2025-08-09T01:16:02.352" v="427" actId="20577"/>
          <ac:grpSpMkLst>
            <pc:docMk/>
            <pc:sldMk cId="916029383" sldId="259"/>
            <ac:grpSpMk id="35" creationId="{1A2E484D-B04B-2339-192E-497E16413183}"/>
          </ac:grpSpMkLst>
        </pc:grpChg>
        <pc:grpChg chg="mod">
          <ac:chgData name="Osvaldo Luiz Santos Pereira" userId="c308351cf5a860c7" providerId="LiveId" clId="{D92CD67B-3838-4A8E-B7E8-504DA24E6CEA}" dt="2025-08-09T01:15:50.397" v="424" actId="20577"/>
          <ac:grpSpMkLst>
            <pc:docMk/>
            <pc:sldMk cId="916029383" sldId="259"/>
            <ac:grpSpMk id="38" creationId="{DA2D8ECF-6F58-1B07-1B10-41E442327BAB}"/>
          </ac:grpSpMkLst>
        </pc:grpChg>
        <pc:grpChg chg="mod">
          <ac:chgData name="Osvaldo Luiz Santos Pereira" userId="c308351cf5a860c7" providerId="LiveId" clId="{D92CD67B-3838-4A8E-B7E8-504DA24E6CEA}" dt="2025-08-09T01:15:50.397" v="424" actId="20577"/>
          <ac:grpSpMkLst>
            <pc:docMk/>
            <pc:sldMk cId="916029383" sldId="259"/>
            <ac:grpSpMk id="55" creationId="{E9480167-E996-7D3D-54C9-6A95A3506C32}"/>
          </ac:grpSpMkLst>
        </pc:grpChg>
        <pc:grpChg chg="mod">
          <ac:chgData name="Osvaldo Luiz Santos Pereira" userId="c308351cf5a860c7" providerId="LiveId" clId="{D92CD67B-3838-4A8E-B7E8-504DA24E6CEA}" dt="2025-08-09T01:16:02.352" v="427" actId="20577"/>
          <ac:grpSpMkLst>
            <pc:docMk/>
            <pc:sldMk cId="916029383" sldId="259"/>
            <ac:grpSpMk id="56" creationId="{1537114E-BA66-F1B5-B818-1CA321297BBA}"/>
          </ac:grpSpMkLst>
        </pc:grpChg>
        <pc:cxnChg chg="mod">
          <ac:chgData name="Osvaldo Luiz Santos Pereira" userId="c308351cf5a860c7" providerId="LiveId" clId="{D92CD67B-3838-4A8E-B7E8-504DA24E6CEA}" dt="2025-08-09T01:16:02.352" v="427" actId="20577"/>
          <ac:cxnSpMkLst>
            <pc:docMk/>
            <pc:sldMk cId="916029383" sldId="259"/>
            <ac:cxnSpMk id="15" creationId="{9E4639BE-EF4C-7EA8-C13B-078731278805}"/>
          </ac:cxnSpMkLst>
        </pc:cxnChg>
        <pc:cxnChg chg="mod">
          <ac:chgData name="Osvaldo Luiz Santos Pereira" userId="c308351cf5a860c7" providerId="LiveId" clId="{D92CD67B-3838-4A8E-B7E8-504DA24E6CEA}" dt="2025-08-09T01:16:02.352" v="427" actId="20577"/>
          <ac:cxnSpMkLst>
            <pc:docMk/>
            <pc:sldMk cId="916029383" sldId="259"/>
            <ac:cxnSpMk id="18" creationId="{0C59EDF0-11C0-191B-64AF-06681D8C6897}"/>
          </ac:cxnSpMkLst>
        </pc:cxnChg>
        <pc:cxnChg chg="mod">
          <ac:chgData name="Osvaldo Luiz Santos Pereira" userId="c308351cf5a860c7" providerId="LiveId" clId="{D92CD67B-3838-4A8E-B7E8-504DA24E6CEA}" dt="2025-08-09T01:16:02.352" v="427" actId="20577"/>
          <ac:cxnSpMkLst>
            <pc:docMk/>
            <pc:sldMk cId="916029383" sldId="259"/>
            <ac:cxnSpMk id="26" creationId="{7CC3B451-B531-599B-17DE-A2428CC88C81}"/>
          </ac:cxnSpMkLst>
        </pc:cxnChg>
        <pc:cxnChg chg="mod">
          <ac:chgData name="Osvaldo Luiz Santos Pereira" userId="c308351cf5a860c7" providerId="LiveId" clId="{D92CD67B-3838-4A8E-B7E8-504DA24E6CEA}" dt="2025-08-09T01:16:02.352" v="427" actId="20577"/>
          <ac:cxnSpMkLst>
            <pc:docMk/>
            <pc:sldMk cId="916029383" sldId="259"/>
            <ac:cxnSpMk id="30" creationId="{C992668B-E4FF-E192-75BC-857B31FC9EAF}"/>
          </ac:cxnSpMkLst>
        </pc:cxnChg>
        <pc:cxnChg chg="mod">
          <ac:chgData name="Osvaldo Luiz Santos Pereira" userId="c308351cf5a860c7" providerId="LiveId" clId="{D92CD67B-3838-4A8E-B7E8-504DA24E6CEA}" dt="2025-08-09T01:16:02.352" v="427" actId="20577"/>
          <ac:cxnSpMkLst>
            <pc:docMk/>
            <pc:sldMk cId="916029383" sldId="259"/>
            <ac:cxnSpMk id="36" creationId="{BE95758F-BD00-1750-E245-B741F4702D21}"/>
          </ac:cxnSpMkLst>
        </pc:cxnChg>
        <pc:cxnChg chg="mod">
          <ac:chgData name="Osvaldo Luiz Santos Pereira" userId="c308351cf5a860c7" providerId="LiveId" clId="{D92CD67B-3838-4A8E-B7E8-504DA24E6CEA}" dt="2025-08-09T01:15:50.397" v="424" actId="20577"/>
          <ac:cxnSpMkLst>
            <pc:docMk/>
            <pc:sldMk cId="916029383" sldId="259"/>
            <ac:cxnSpMk id="40" creationId="{2AB1D4AC-97B5-37D8-3FDF-1927878B2E76}"/>
          </ac:cxnSpMkLst>
        </pc:cxnChg>
        <pc:cxnChg chg="mod">
          <ac:chgData name="Osvaldo Luiz Santos Pereira" userId="c308351cf5a860c7" providerId="LiveId" clId="{D92CD67B-3838-4A8E-B7E8-504DA24E6CEA}" dt="2025-08-09T01:15:50.397" v="424" actId="20577"/>
          <ac:cxnSpMkLst>
            <pc:docMk/>
            <pc:sldMk cId="916029383" sldId="259"/>
            <ac:cxnSpMk id="41" creationId="{113E8634-8EE4-D19F-4340-7B6FA2ECCB16}"/>
          </ac:cxnSpMkLst>
        </pc:cxnChg>
        <pc:cxnChg chg="mod">
          <ac:chgData name="Osvaldo Luiz Santos Pereira" userId="c308351cf5a860c7" providerId="LiveId" clId="{D92CD67B-3838-4A8E-B7E8-504DA24E6CEA}" dt="2025-08-09T01:15:50.397" v="424" actId="20577"/>
          <ac:cxnSpMkLst>
            <pc:docMk/>
            <pc:sldMk cId="916029383" sldId="259"/>
            <ac:cxnSpMk id="42" creationId="{43231807-4EEB-39F6-533F-23A2E25AD8BD}"/>
          </ac:cxnSpMkLst>
        </pc:cxnChg>
        <pc:cxnChg chg="mod">
          <ac:chgData name="Osvaldo Luiz Santos Pereira" userId="c308351cf5a860c7" providerId="LiveId" clId="{D92CD67B-3838-4A8E-B7E8-504DA24E6CEA}" dt="2025-08-09T01:15:50.397" v="424" actId="20577"/>
          <ac:cxnSpMkLst>
            <pc:docMk/>
            <pc:sldMk cId="916029383" sldId="259"/>
            <ac:cxnSpMk id="43" creationId="{0248A745-4ADB-1223-6C9F-BB155E433472}"/>
          </ac:cxnSpMkLst>
        </pc:cxnChg>
        <pc:cxnChg chg="mod">
          <ac:chgData name="Osvaldo Luiz Santos Pereira" userId="c308351cf5a860c7" providerId="LiveId" clId="{D92CD67B-3838-4A8E-B7E8-504DA24E6CEA}" dt="2025-08-09T01:15:50.397" v="424" actId="20577"/>
          <ac:cxnSpMkLst>
            <pc:docMk/>
            <pc:sldMk cId="916029383" sldId="259"/>
            <ac:cxnSpMk id="44" creationId="{EE46171A-E687-C39D-ED88-0ABA9F2DC3D4}"/>
          </ac:cxnSpMkLst>
        </pc:cxnChg>
      </pc:sldChg>
      <pc:sldChg chg="modTransition modAnim">
        <pc:chgData name="Osvaldo Luiz Santos Pereira" userId="c308351cf5a860c7" providerId="LiveId" clId="{D92CD67B-3838-4A8E-B7E8-504DA24E6CEA}" dt="2025-08-09T00:57:45.625" v="156"/>
        <pc:sldMkLst>
          <pc:docMk/>
          <pc:sldMk cId="3070961284" sldId="261"/>
        </pc:sldMkLst>
      </pc:sldChg>
      <pc:sldChg chg="ord modTransition modAnim">
        <pc:chgData name="Osvaldo Luiz Santos Pereira" userId="c308351cf5a860c7" providerId="LiveId" clId="{D92CD67B-3838-4A8E-B7E8-504DA24E6CEA}" dt="2025-08-09T00:58:04.676" v="157"/>
        <pc:sldMkLst>
          <pc:docMk/>
          <pc:sldMk cId="662823859" sldId="262"/>
        </pc:sldMkLst>
      </pc:sldChg>
      <pc:sldChg chg="modTransition modAnim">
        <pc:chgData name="Osvaldo Luiz Santos Pereira" userId="c308351cf5a860c7" providerId="LiveId" clId="{D92CD67B-3838-4A8E-B7E8-504DA24E6CEA}" dt="2025-08-09T01:14:24.759" v="398"/>
        <pc:sldMkLst>
          <pc:docMk/>
          <pc:sldMk cId="507282837" sldId="263"/>
        </pc:sldMkLst>
      </pc:sldChg>
      <pc:sldChg chg="modTransition modAnim">
        <pc:chgData name="Osvaldo Luiz Santos Pereira" userId="c308351cf5a860c7" providerId="LiveId" clId="{D92CD67B-3838-4A8E-B7E8-504DA24E6CEA}" dt="2025-08-09T01:14:29.904" v="403"/>
        <pc:sldMkLst>
          <pc:docMk/>
          <pc:sldMk cId="2247708559" sldId="264"/>
        </pc:sldMkLst>
      </pc:sldChg>
      <pc:sldChg chg="modTransition modAnim">
        <pc:chgData name="Osvaldo Luiz Santos Pereira" userId="c308351cf5a860c7" providerId="LiveId" clId="{D92CD67B-3838-4A8E-B7E8-504DA24E6CEA}" dt="2025-08-09T01:11:06.335" v="381"/>
        <pc:sldMkLst>
          <pc:docMk/>
          <pc:sldMk cId="4211106752" sldId="265"/>
        </pc:sldMkLst>
      </pc:sldChg>
      <pc:sldChg chg="modTransition modAnim">
        <pc:chgData name="Osvaldo Luiz Santos Pereira" userId="c308351cf5a860c7" providerId="LiveId" clId="{D92CD67B-3838-4A8E-B7E8-504DA24E6CEA}" dt="2025-08-09T01:28:11.441" v="432"/>
        <pc:sldMkLst>
          <pc:docMk/>
          <pc:sldMk cId="925325881" sldId="266"/>
        </pc:sldMkLst>
      </pc:sldChg>
      <pc:sldChg chg="modSp modAnim">
        <pc:chgData name="Osvaldo Luiz Santos Pereira" userId="c308351cf5a860c7" providerId="LiveId" clId="{D92CD67B-3838-4A8E-B7E8-504DA24E6CEA}" dt="2025-08-09T00:10:55.374" v="117" actId="20577"/>
        <pc:sldMkLst>
          <pc:docMk/>
          <pc:sldMk cId="1289244108" sldId="267"/>
        </pc:sldMkLst>
        <pc:spChg chg="mod">
          <ac:chgData name="Osvaldo Luiz Santos Pereira" userId="c308351cf5a860c7" providerId="LiveId" clId="{D92CD67B-3838-4A8E-B7E8-504DA24E6CEA}" dt="2025-08-09T00:10:55.374" v="117" actId="20577"/>
          <ac:spMkLst>
            <pc:docMk/>
            <pc:sldMk cId="1289244108" sldId="267"/>
            <ac:spMk id="2" creationId="{7D63B972-D241-256C-CE55-D302A37C09BB}"/>
          </ac:spMkLst>
        </pc:spChg>
      </pc:sldChg>
      <pc:sldChg chg="modSp modTransition modAnim">
        <pc:chgData name="Osvaldo Luiz Santos Pereira" userId="c308351cf5a860c7" providerId="LiveId" clId="{D92CD67B-3838-4A8E-B7E8-504DA24E6CEA}" dt="2025-08-09T01:01:16.081" v="260"/>
        <pc:sldMkLst>
          <pc:docMk/>
          <pc:sldMk cId="89530914" sldId="268"/>
        </pc:sldMkLst>
        <pc:spChg chg="mod">
          <ac:chgData name="Osvaldo Luiz Santos Pereira" userId="c308351cf5a860c7" providerId="LiveId" clId="{D92CD67B-3838-4A8E-B7E8-504DA24E6CEA}" dt="2025-08-09T00:14:46.938" v="141" actId="20577"/>
          <ac:spMkLst>
            <pc:docMk/>
            <pc:sldMk cId="89530914" sldId="268"/>
            <ac:spMk id="2" creationId="{226B8955-31AC-E9A6-CF57-A293E4175963}"/>
          </ac:spMkLst>
        </pc:spChg>
      </pc:sldChg>
      <pc:sldChg chg="modTransition modAnim">
        <pc:chgData name="Osvaldo Luiz Santos Pereira" userId="c308351cf5a860c7" providerId="LiveId" clId="{D92CD67B-3838-4A8E-B7E8-504DA24E6CEA}" dt="2025-08-09T01:01:53.502" v="286"/>
        <pc:sldMkLst>
          <pc:docMk/>
          <pc:sldMk cId="3879095415" sldId="269"/>
        </pc:sldMkLst>
      </pc:sldChg>
      <pc:sldChg chg="modTransition modAnim">
        <pc:chgData name="Osvaldo Luiz Santos Pereira" userId="c308351cf5a860c7" providerId="LiveId" clId="{D92CD67B-3838-4A8E-B7E8-504DA24E6CEA}" dt="2025-08-09T01:02:15.200" v="300"/>
        <pc:sldMkLst>
          <pc:docMk/>
          <pc:sldMk cId="32095444" sldId="270"/>
        </pc:sldMkLst>
      </pc:sldChg>
      <pc:sldChg chg="addSp delSp modSp add del mod ord modTransition modAnim">
        <pc:chgData name="Osvaldo Luiz Santos Pereira" userId="c308351cf5a860c7" providerId="LiveId" clId="{D92CD67B-3838-4A8E-B7E8-504DA24E6CEA}" dt="2025-08-09T00:59:54.679" v="216"/>
        <pc:sldMkLst>
          <pc:docMk/>
          <pc:sldMk cId="3795408482" sldId="271"/>
        </pc:sldMkLst>
        <pc:spChg chg="del">
          <ac:chgData name="Osvaldo Luiz Santos Pereira" userId="c308351cf5a860c7" providerId="LiveId" clId="{D92CD67B-3838-4A8E-B7E8-504DA24E6CEA}" dt="2025-08-09T00:11:04.717" v="118" actId="478"/>
          <ac:spMkLst>
            <pc:docMk/>
            <pc:sldMk cId="3795408482" sldId="271"/>
            <ac:spMk id="2" creationId="{EB84776D-06E5-B7BE-66CB-CDC9CADFACE7}"/>
          </ac:spMkLst>
        </pc:spChg>
        <pc:spChg chg="del mod topLvl">
          <ac:chgData name="Osvaldo Luiz Santos Pereira" userId="c308351cf5a860c7" providerId="LiveId" clId="{D92CD67B-3838-4A8E-B7E8-504DA24E6CEA}" dt="2025-08-08T23:47:35.353" v="20" actId="478"/>
          <ac:spMkLst>
            <pc:docMk/>
            <pc:sldMk cId="3795408482" sldId="271"/>
            <ac:spMk id="6" creationId="{583ABDEB-63DF-18E6-DD4A-25453B423266}"/>
          </ac:spMkLst>
        </pc:spChg>
        <pc:spChg chg="del mod topLvl">
          <ac:chgData name="Osvaldo Luiz Santos Pereira" userId="c308351cf5a860c7" providerId="LiveId" clId="{D92CD67B-3838-4A8E-B7E8-504DA24E6CEA}" dt="2025-08-08T23:47:35.353" v="20" actId="478"/>
          <ac:spMkLst>
            <pc:docMk/>
            <pc:sldMk cId="3795408482" sldId="271"/>
            <ac:spMk id="7" creationId="{97F29430-43A5-DD8A-0596-243EEC229B7F}"/>
          </ac:spMkLst>
        </pc:spChg>
        <pc:spChg chg="del mod topLvl">
          <ac:chgData name="Osvaldo Luiz Santos Pereira" userId="c308351cf5a860c7" providerId="LiveId" clId="{D92CD67B-3838-4A8E-B7E8-504DA24E6CEA}" dt="2025-08-08T23:47:35.353" v="20" actId="478"/>
          <ac:spMkLst>
            <pc:docMk/>
            <pc:sldMk cId="3795408482" sldId="271"/>
            <ac:spMk id="8" creationId="{BF157736-E32F-7AA5-7295-33971361FC2F}"/>
          </ac:spMkLst>
        </pc:spChg>
        <pc:spChg chg="del mod topLvl">
          <ac:chgData name="Osvaldo Luiz Santos Pereira" userId="c308351cf5a860c7" providerId="LiveId" clId="{D92CD67B-3838-4A8E-B7E8-504DA24E6CEA}" dt="2025-08-08T23:47:35.353" v="20" actId="478"/>
          <ac:spMkLst>
            <pc:docMk/>
            <pc:sldMk cId="3795408482" sldId="271"/>
            <ac:spMk id="10" creationId="{A1F3A26E-E2FD-D4C8-83E3-A617DD57938D}"/>
          </ac:spMkLst>
        </pc:spChg>
        <pc:spChg chg="del mod topLvl">
          <ac:chgData name="Osvaldo Luiz Santos Pereira" userId="c308351cf5a860c7" providerId="LiveId" clId="{D92CD67B-3838-4A8E-B7E8-504DA24E6CEA}" dt="2025-08-08T23:47:35.353" v="20" actId="478"/>
          <ac:spMkLst>
            <pc:docMk/>
            <pc:sldMk cId="3795408482" sldId="271"/>
            <ac:spMk id="12" creationId="{A43C5956-FFFA-4F35-E6EE-18CB7F9B0B7A}"/>
          </ac:spMkLst>
        </pc:spChg>
        <pc:spChg chg="del mod topLvl">
          <ac:chgData name="Osvaldo Luiz Santos Pereira" userId="c308351cf5a860c7" providerId="LiveId" clId="{D92CD67B-3838-4A8E-B7E8-504DA24E6CEA}" dt="2025-08-08T23:47:41.421" v="21" actId="478"/>
          <ac:spMkLst>
            <pc:docMk/>
            <pc:sldMk cId="3795408482" sldId="271"/>
            <ac:spMk id="15" creationId="{CCEA9AA2-5E7B-5B59-5A99-44BB51A8FA38}"/>
          </ac:spMkLst>
        </pc:spChg>
        <pc:spChg chg="del mod topLvl">
          <ac:chgData name="Osvaldo Luiz Santos Pereira" userId="c308351cf5a860c7" providerId="LiveId" clId="{D92CD67B-3838-4A8E-B7E8-504DA24E6CEA}" dt="2025-08-08T23:47:41.421" v="21" actId="478"/>
          <ac:spMkLst>
            <pc:docMk/>
            <pc:sldMk cId="3795408482" sldId="271"/>
            <ac:spMk id="18" creationId="{F41C2A30-EE70-6ED7-3330-4C469686ECC0}"/>
          </ac:spMkLst>
        </pc:spChg>
        <pc:spChg chg="mod">
          <ac:chgData name="Osvaldo Luiz Santos Pereira" userId="c308351cf5a860c7" providerId="LiveId" clId="{D92CD67B-3838-4A8E-B7E8-504DA24E6CEA}" dt="2025-08-08T23:55:56.293" v="66" actId="1076"/>
          <ac:spMkLst>
            <pc:docMk/>
            <pc:sldMk cId="3795408482" sldId="271"/>
            <ac:spMk id="24" creationId="{E97C4EA8-4C54-E5A7-B3AD-EC48FCF276A2}"/>
          </ac:spMkLst>
        </pc:spChg>
        <pc:spChg chg="del mod topLvl">
          <ac:chgData name="Osvaldo Luiz Santos Pereira" userId="c308351cf5a860c7" providerId="LiveId" clId="{D92CD67B-3838-4A8E-B7E8-504DA24E6CEA}" dt="2025-08-08T23:47:54.902" v="23" actId="478"/>
          <ac:spMkLst>
            <pc:docMk/>
            <pc:sldMk cId="3795408482" sldId="271"/>
            <ac:spMk id="26" creationId="{691A13F1-5B3A-0EF0-04FD-D5E19A77AB32}"/>
          </ac:spMkLst>
        </pc:spChg>
        <pc:spChg chg="del mod topLvl">
          <ac:chgData name="Osvaldo Luiz Santos Pereira" userId="c308351cf5a860c7" providerId="LiveId" clId="{D92CD67B-3838-4A8E-B7E8-504DA24E6CEA}" dt="2025-08-08T23:47:54.902" v="23" actId="478"/>
          <ac:spMkLst>
            <pc:docMk/>
            <pc:sldMk cId="3795408482" sldId="271"/>
            <ac:spMk id="27" creationId="{D7427F8B-5F2A-E6BC-D243-0D5B9133217F}"/>
          </ac:spMkLst>
        </pc:spChg>
        <pc:spChg chg="mod">
          <ac:chgData name="Osvaldo Luiz Santos Pereira" userId="c308351cf5a860c7" providerId="LiveId" clId="{D92CD67B-3838-4A8E-B7E8-504DA24E6CEA}" dt="2025-08-08T23:48:11.614" v="27" actId="1076"/>
          <ac:spMkLst>
            <pc:docMk/>
            <pc:sldMk cId="3795408482" sldId="271"/>
            <ac:spMk id="28" creationId="{C42ED739-849A-DE03-E1DD-6F200B35E66C}"/>
          </ac:spMkLst>
        </pc:spChg>
        <pc:spChg chg="del mod topLvl">
          <ac:chgData name="Osvaldo Luiz Santos Pereira" userId="c308351cf5a860c7" providerId="LiveId" clId="{D92CD67B-3838-4A8E-B7E8-504DA24E6CEA}" dt="2025-08-08T23:47:58.152" v="24" actId="478"/>
          <ac:spMkLst>
            <pc:docMk/>
            <pc:sldMk cId="3795408482" sldId="271"/>
            <ac:spMk id="29" creationId="{B37D6AE4-3427-9AF1-23E3-8C782E7B0764}"/>
          </ac:spMkLst>
        </pc:spChg>
        <pc:grpChg chg="add del">
          <ac:chgData name="Osvaldo Luiz Santos Pereira" userId="c308351cf5a860c7" providerId="LiveId" clId="{D92CD67B-3838-4A8E-B7E8-504DA24E6CEA}" dt="2025-08-08T23:46:56.633" v="15" actId="165"/>
          <ac:grpSpMkLst>
            <pc:docMk/>
            <pc:sldMk cId="3795408482" sldId="271"/>
            <ac:grpSpMk id="14" creationId="{754A7FBE-CBAE-52AB-9B85-7D1EFF8F0055}"/>
          </ac:grpSpMkLst>
        </pc:grpChg>
        <pc:grpChg chg="del">
          <ac:chgData name="Osvaldo Luiz Santos Pereira" userId="c308351cf5a860c7" providerId="LiveId" clId="{D92CD67B-3838-4A8E-B7E8-504DA24E6CEA}" dt="2025-08-08T23:47:04.409" v="17" actId="165"/>
          <ac:grpSpMkLst>
            <pc:docMk/>
            <pc:sldMk cId="3795408482" sldId="271"/>
            <ac:grpSpMk id="16" creationId="{CD52C843-78B6-B0D1-0B35-F859054BBC9F}"/>
          </ac:grpSpMkLst>
        </pc:grpChg>
        <pc:grpChg chg="del">
          <ac:chgData name="Osvaldo Luiz Santos Pereira" userId="c308351cf5a860c7" providerId="LiveId" clId="{D92CD67B-3838-4A8E-B7E8-504DA24E6CEA}" dt="2025-08-08T23:47:00.087" v="16" actId="165"/>
          <ac:grpSpMkLst>
            <pc:docMk/>
            <pc:sldMk cId="3795408482" sldId="271"/>
            <ac:grpSpMk id="19" creationId="{AF8D8D89-FF8E-CCAC-C638-AD74E0A06DE9}"/>
          </ac:grpSpMkLst>
        </pc:grpChg>
        <pc:grpChg chg="del">
          <ac:chgData name="Osvaldo Luiz Santos Pereira" userId="c308351cf5a860c7" providerId="LiveId" clId="{D92CD67B-3838-4A8E-B7E8-504DA24E6CEA}" dt="2025-08-08T23:47:17.240" v="18" actId="165"/>
          <ac:grpSpMkLst>
            <pc:docMk/>
            <pc:sldMk cId="3795408482" sldId="271"/>
            <ac:grpSpMk id="20" creationId="{F7ABF532-25D4-81D9-1AAA-98CC03DAEE2C}"/>
          </ac:grpSpMkLst>
        </pc:grpChg>
        <pc:grpChg chg="del">
          <ac:chgData name="Osvaldo Luiz Santos Pereira" userId="c308351cf5a860c7" providerId="LiveId" clId="{D92CD67B-3838-4A8E-B7E8-504DA24E6CEA}" dt="2025-08-08T23:47:30.838" v="19" actId="165"/>
          <ac:grpSpMkLst>
            <pc:docMk/>
            <pc:sldMk cId="3795408482" sldId="271"/>
            <ac:grpSpMk id="21" creationId="{1FE49493-E372-7D5A-F5B8-8A7C5C996F31}"/>
          </ac:grpSpMkLst>
        </pc:grpChg>
        <pc:cxnChg chg="add mod">
          <ac:chgData name="Osvaldo Luiz Santos Pereira" userId="c308351cf5a860c7" providerId="LiveId" clId="{D92CD67B-3838-4A8E-B7E8-504DA24E6CEA}" dt="2025-08-08T23:49:23.916" v="44" actId="693"/>
          <ac:cxnSpMkLst>
            <pc:docMk/>
            <pc:sldMk cId="3795408482" sldId="271"/>
            <ac:cxnSpMk id="9" creationId="{6FBABF1A-08C9-E761-E3EC-078E4AD6D45A}"/>
          </ac:cxnSpMkLst>
        </pc:cxnChg>
        <pc:cxnChg chg="mod">
          <ac:chgData name="Osvaldo Luiz Santos Pereira" userId="c308351cf5a860c7" providerId="LiveId" clId="{D92CD67B-3838-4A8E-B7E8-504DA24E6CEA}" dt="2025-08-08T23:48:18.057" v="29" actId="14100"/>
          <ac:cxnSpMkLst>
            <pc:docMk/>
            <pc:sldMk cId="3795408482" sldId="271"/>
            <ac:cxnSpMk id="11" creationId="{75B9305D-9818-F4FC-DDD4-24AFF8435CB4}"/>
          </ac:cxnSpMkLst>
        </pc:cxnChg>
        <pc:cxnChg chg="del mod topLvl">
          <ac:chgData name="Osvaldo Luiz Santos Pereira" userId="c308351cf5a860c7" providerId="LiveId" clId="{D92CD67B-3838-4A8E-B7E8-504DA24E6CEA}" dt="2025-08-08T23:47:41.421" v="21" actId="478"/>
          <ac:cxnSpMkLst>
            <pc:docMk/>
            <pc:sldMk cId="3795408482" sldId="271"/>
            <ac:cxnSpMk id="13" creationId="{1E376809-BCAC-27C0-F359-4AE67AC9C40C}"/>
          </ac:cxnSpMkLst>
        </pc:cxnChg>
        <pc:cxnChg chg="del mod topLvl">
          <ac:chgData name="Osvaldo Luiz Santos Pereira" userId="c308351cf5a860c7" providerId="LiveId" clId="{D92CD67B-3838-4A8E-B7E8-504DA24E6CEA}" dt="2025-08-08T23:47:41.421" v="21" actId="478"/>
          <ac:cxnSpMkLst>
            <pc:docMk/>
            <pc:sldMk cId="3795408482" sldId="271"/>
            <ac:cxnSpMk id="17" creationId="{DF48D8E1-B9E2-512A-B215-7DCAA922E71D}"/>
          </ac:cxnSpMkLst>
        </pc:cxnChg>
      </pc:sldChg>
      <pc:sldChg chg="addSp modSp add del mod">
        <pc:chgData name="Osvaldo Luiz Santos Pereira" userId="c308351cf5a860c7" providerId="LiveId" clId="{D92CD67B-3838-4A8E-B7E8-504DA24E6CEA}" dt="2025-08-08T23:49:28.152" v="45" actId="47"/>
        <pc:sldMkLst>
          <pc:docMk/>
          <pc:sldMk cId="609415764" sldId="272"/>
        </pc:sldMkLst>
        <pc:spChg chg="add mod">
          <ac:chgData name="Osvaldo Luiz Santos Pereira" userId="c308351cf5a860c7" providerId="LiveId" clId="{D92CD67B-3838-4A8E-B7E8-504DA24E6CEA}" dt="2025-08-08T23:48:31.447" v="34" actId="571"/>
          <ac:spMkLst>
            <pc:docMk/>
            <pc:sldMk cId="609415764" sldId="272"/>
            <ac:spMk id="3" creationId="{5C093615-CBE5-81D5-DF2F-60684BEBE0CF}"/>
          </ac:spMkLst>
        </pc:spChg>
        <pc:spChg chg="mod">
          <ac:chgData name="Osvaldo Luiz Santos Pereira" userId="c308351cf5a860c7" providerId="LiveId" clId="{D92CD67B-3838-4A8E-B7E8-504DA24E6CEA}" dt="2025-08-08T23:48:55.633" v="40" actId="1076"/>
          <ac:spMkLst>
            <pc:docMk/>
            <pc:sldMk cId="609415764" sldId="272"/>
            <ac:spMk id="28" creationId="{61B19E9F-D8CA-E94D-AE98-DAEF42E2E9F6}"/>
          </ac:spMkLst>
        </pc:spChg>
      </pc:sldChg>
      <pc:sldChg chg="delSp modSp add mod modTransition">
        <pc:chgData name="Osvaldo Luiz Santos Pereira" userId="c308351cf5a860c7" providerId="LiveId" clId="{D92CD67B-3838-4A8E-B7E8-504DA24E6CEA}" dt="2025-08-09T00:59:57.376" v="217"/>
        <pc:sldMkLst>
          <pc:docMk/>
          <pc:sldMk cId="1342036027" sldId="272"/>
        </pc:sldMkLst>
        <pc:spChg chg="del">
          <ac:chgData name="Osvaldo Luiz Santos Pereira" userId="c308351cf5a860c7" providerId="LiveId" clId="{D92CD67B-3838-4A8E-B7E8-504DA24E6CEA}" dt="2025-08-09T00:11:07.089" v="119" actId="478"/>
          <ac:spMkLst>
            <pc:docMk/>
            <pc:sldMk cId="1342036027" sldId="272"/>
            <ac:spMk id="2" creationId="{AE719553-90B5-1F87-BA4B-0AF03B5F7C1C}"/>
          </ac:spMkLst>
        </pc:spChg>
        <pc:spChg chg="mod">
          <ac:chgData name="Osvaldo Luiz Santos Pereira" userId="c308351cf5a860c7" providerId="LiveId" clId="{D92CD67B-3838-4A8E-B7E8-504DA24E6CEA}" dt="2025-08-08T23:56:02.232" v="68" actId="1076"/>
          <ac:spMkLst>
            <pc:docMk/>
            <pc:sldMk cId="1342036027" sldId="272"/>
            <ac:spMk id="24" creationId="{4565408B-8051-E2AD-BE77-9C3F72C2A3A5}"/>
          </ac:spMkLst>
        </pc:spChg>
        <pc:spChg chg="mod">
          <ac:chgData name="Osvaldo Luiz Santos Pereira" userId="c308351cf5a860c7" providerId="LiveId" clId="{D92CD67B-3838-4A8E-B7E8-504DA24E6CEA}" dt="2025-08-08T23:56:05.152" v="69" actId="1076"/>
          <ac:spMkLst>
            <pc:docMk/>
            <pc:sldMk cId="1342036027" sldId="272"/>
            <ac:spMk id="28" creationId="{00B83667-E7F0-6806-9548-630F9BE4797E}"/>
          </ac:spMkLst>
        </pc:spChg>
      </pc:sldChg>
      <pc:sldChg chg="modSp add del mod modTransition modAnim">
        <pc:chgData name="Osvaldo Luiz Santos Pereira" userId="c308351cf5a860c7" providerId="LiveId" clId="{D92CD67B-3838-4A8E-B7E8-504DA24E6CEA}" dt="2025-08-08T23:52:38.476" v="52" actId="47"/>
        <pc:sldMkLst>
          <pc:docMk/>
          <pc:sldMk cId="3604448470" sldId="272"/>
        </pc:sldMkLst>
        <pc:spChg chg="mod">
          <ac:chgData name="Osvaldo Luiz Santos Pereira" userId="c308351cf5a860c7" providerId="LiveId" clId="{D92CD67B-3838-4A8E-B7E8-504DA24E6CEA}" dt="2025-08-08T23:49:48.718" v="47" actId="1076"/>
          <ac:spMkLst>
            <pc:docMk/>
            <pc:sldMk cId="3604448470" sldId="272"/>
            <ac:spMk id="24" creationId="{DFEC5544-4BCF-0F38-CB7F-6AAEDF16EEB3}"/>
          </ac:spMkLst>
        </pc:spChg>
        <pc:spChg chg="mod">
          <ac:chgData name="Osvaldo Luiz Santos Pereira" userId="c308351cf5a860c7" providerId="LiveId" clId="{D92CD67B-3838-4A8E-B7E8-504DA24E6CEA}" dt="2025-08-08T23:49:58.227" v="48" actId="1076"/>
          <ac:spMkLst>
            <pc:docMk/>
            <pc:sldMk cId="3604448470" sldId="272"/>
            <ac:spMk id="28" creationId="{ABF231EA-89C9-4EA1-3C63-52188A462037}"/>
          </ac:spMkLst>
        </pc:spChg>
      </pc:sldChg>
      <pc:sldChg chg="delSp modSp add mod modTransition">
        <pc:chgData name="Osvaldo Luiz Santos Pereira" userId="c308351cf5a860c7" providerId="LiveId" clId="{D92CD67B-3838-4A8E-B7E8-504DA24E6CEA}" dt="2025-08-09T01:00:01.367" v="218"/>
        <pc:sldMkLst>
          <pc:docMk/>
          <pc:sldMk cId="3217380307" sldId="273"/>
        </pc:sldMkLst>
        <pc:spChg chg="del">
          <ac:chgData name="Osvaldo Luiz Santos Pereira" userId="c308351cf5a860c7" providerId="LiveId" clId="{D92CD67B-3838-4A8E-B7E8-504DA24E6CEA}" dt="2025-08-09T00:11:09.764" v="120" actId="478"/>
          <ac:spMkLst>
            <pc:docMk/>
            <pc:sldMk cId="3217380307" sldId="273"/>
            <ac:spMk id="2" creationId="{0ECE61F7-592E-15C8-B5B9-C7B082AF2C67}"/>
          </ac:spMkLst>
        </pc:spChg>
        <pc:spChg chg="mod">
          <ac:chgData name="Osvaldo Luiz Santos Pereira" userId="c308351cf5a860c7" providerId="LiveId" clId="{D92CD67B-3838-4A8E-B7E8-504DA24E6CEA}" dt="2025-08-08T23:56:12.006" v="71" actId="1076"/>
          <ac:spMkLst>
            <pc:docMk/>
            <pc:sldMk cId="3217380307" sldId="273"/>
            <ac:spMk id="24" creationId="{5A24800D-D638-5F49-A443-3511DC1CF9C7}"/>
          </ac:spMkLst>
        </pc:spChg>
        <pc:spChg chg="mod">
          <ac:chgData name="Osvaldo Luiz Santos Pereira" userId="c308351cf5a860c7" providerId="LiveId" clId="{D92CD67B-3838-4A8E-B7E8-504DA24E6CEA}" dt="2025-08-08T23:56:20.651" v="72" actId="1076"/>
          <ac:spMkLst>
            <pc:docMk/>
            <pc:sldMk cId="3217380307" sldId="273"/>
            <ac:spMk id="28" creationId="{28532E37-2155-B39A-4306-45BE87D57900}"/>
          </ac:spMkLst>
        </pc:spChg>
      </pc:sldChg>
      <pc:sldChg chg="delSp modSp add mod modTransition">
        <pc:chgData name="Osvaldo Luiz Santos Pereira" userId="c308351cf5a860c7" providerId="LiveId" clId="{D92CD67B-3838-4A8E-B7E8-504DA24E6CEA}" dt="2025-08-09T01:23:36.093" v="431"/>
        <pc:sldMkLst>
          <pc:docMk/>
          <pc:sldMk cId="2783137623" sldId="274"/>
        </pc:sldMkLst>
        <pc:spChg chg="del">
          <ac:chgData name="Osvaldo Luiz Santos Pereira" userId="c308351cf5a860c7" providerId="LiveId" clId="{D92CD67B-3838-4A8E-B7E8-504DA24E6CEA}" dt="2025-08-09T00:11:12.953" v="121" actId="478"/>
          <ac:spMkLst>
            <pc:docMk/>
            <pc:sldMk cId="2783137623" sldId="274"/>
            <ac:spMk id="2" creationId="{5ED8CE09-8957-00EA-CDDD-5A65B87F7402}"/>
          </ac:spMkLst>
        </pc:spChg>
        <pc:spChg chg="mod">
          <ac:chgData name="Osvaldo Luiz Santos Pereira" userId="c308351cf5a860c7" providerId="LiveId" clId="{D92CD67B-3838-4A8E-B7E8-504DA24E6CEA}" dt="2025-08-08T23:56:38.904" v="74" actId="1076"/>
          <ac:spMkLst>
            <pc:docMk/>
            <pc:sldMk cId="2783137623" sldId="274"/>
            <ac:spMk id="24" creationId="{C12C411B-1A3E-B538-7504-7D800F8F7E6C}"/>
          </ac:spMkLst>
        </pc:spChg>
        <pc:spChg chg="mod">
          <ac:chgData name="Osvaldo Luiz Santos Pereira" userId="c308351cf5a860c7" providerId="LiveId" clId="{D92CD67B-3838-4A8E-B7E8-504DA24E6CEA}" dt="2025-08-08T23:56:44.966" v="75" actId="1076"/>
          <ac:spMkLst>
            <pc:docMk/>
            <pc:sldMk cId="2783137623" sldId="274"/>
            <ac:spMk id="28" creationId="{0E3A9DB1-D584-D936-6BF3-96BC00C29BD6}"/>
          </ac:spMkLst>
        </pc:spChg>
      </pc:sldChg>
      <pc:sldChg chg="new modTransition">
        <pc:chgData name="Osvaldo Luiz Santos Pereira" userId="c308351cf5a860c7" providerId="LiveId" clId="{D92CD67B-3838-4A8E-B7E8-504DA24E6CEA}" dt="2025-08-09T01:14:58.223" v="407"/>
        <pc:sldMkLst>
          <pc:docMk/>
          <pc:sldMk cId="2426334548" sldId="275"/>
        </pc:sldMkLst>
      </pc:sldChg>
      <pc:sldChg chg="add">
        <pc:chgData name="Osvaldo Luiz Santos Pereira" userId="c308351cf5a860c7" providerId="LiveId" clId="{D92CD67B-3838-4A8E-B7E8-504DA24E6CEA}" dt="2025-08-09T01:15:02.604" v="409"/>
        <pc:sldMkLst>
          <pc:docMk/>
          <pc:sldMk cId="540946614" sldId="276"/>
        </pc:sldMkLst>
      </pc:sldChg>
      <pc:sldChg chg="add del">
        <pc:chgData name="Osvaldo Luiz Santos Pereira" userId="c308351cf5a860c7" providerId="LiveId" clId="{D92CD67B-3838-4A8E-B7E8-504DA24E6CEA}" dt="2025-08-09T01:15:00.265" v="408" actId="47"/>
        <pc:sldMkLst>
          <pc:docMk/>
          <pc:sldMk cId="2953629805" sldId="276"/>
        </pc:sldMkLst>
      </pc:sldChg>
      <pc:sldChg chg="add">
        <pc:chgData name="Osvaldo Luiz Santos Pereira" userId="c308351cf5a860c7" providerId="LiveId" clId="{D92CD67B-3838-4A8E-B7E8-504DA24E6CEA}" dt="2025-08-09T01:15:05.761" v="410"/>
        <pc:sldMkLst>
          <pc:docMk/>
          <pc:sldMk cId="3886539619" sldId="277"/>
        </pc:sldMkLst>
      </pc:sldChg>
      <pc:sldChg chg="add">
        <pc:chgData name="Osvaldo Luiz Santos Pereira" userId="c308351cf5a860c7" providerId="LiveId" clId="{D92CD67B-3838-4A8E-B7E8-504DA24E6CEA}" dt="2025-08-09T01:15:11.482" v="411"/>
        <pc:sldMkLst>
          <pc:docMk/>
          <pc:sldMk cId="1467288226" sldId="278"/>
        </pc:sldMkLst>
      </pc:sldChg>
      <pc:sldChg chg="add">
        <pc:chgData name="Osvaldo Luiz Santos Pereira" userId="c308351cf5a860c7" providerId="LiveId" clId="{D92CD67B-3838-4A8E-B7E8-504DA24E6CEA}" dt="2025-08-09T01:15:13.052" v="412"/>
        <pc:sldMkLst>
          <pc:docMk/>
          <pc:sldMk cId="3766197904" sldId="279"/>
        </pc:sldMkLst>
      </pc:sldChg>
      <pc:sldChg chg="add">
        <pc:chgData name="Osvaldo Luiz Santos Pereira" userId="c308351cf5a860c7" providerId="LiveId" clId="{D92CD67B-3838-4A8E-B7E8-504DA24E6CEA}" dt="2025-08-09T01:15:20.981" v="413"/>
        <pc:sldMkLst>
          <pc:docMk/>
          <pc:sldMk cId="3355517273" sldId="280"/>
        </pc:sldMkLst>
      </pc:sldChg>
      <pc:sldChg chg="add">
        <pc:chgData name="Osvaldo Luiz Santos Pereira" userId="c308351cf5a860c7" providerId="LiveId" clId="{D92CD67B-3838-4A8E-B7E8-504DA24E6CEA}" dt="2025-08-09T01:15:24.174" v="414"/>
        <pc:sldMkLst>
          <pc:docMk/>
          <pc:sldMk cId="2482398718" sldId="281"/>
        </pc:sldMkLst>
      </pc:sldChg>
      <pc:sldChg chg="add">
        <pc:chgData name="Osvaldo Luiz Santos Pereira" userId="c308351cf5a860c7" providerId="LiveId" clId="{D92CD67B-3838-4A8E-B7E8-504DA24E6CEA}" dt="2025-08-09T01:15:26.620" v="415"/>
        <pc:sldMkLst>
          <pc:docMk/>
          <pc:sldMk cId="710261317" sldId="282"/>
        </pc:sldMkLst>
      </pc:sldChg>
      <pc:sldChg chg="add">
        <pc:chgData name="Osvaldo Luiz Santos Pereira" userId="c308351cf5a860c7" providerId="LiveId" clId="{D92CD67B-3838-4A8E-B7E8-504DA24E6CEA}" dt="2025-08-09T01:15:28.432" v="416"/>
        <pc:sldMkLst>
          <pc:docMk/>
          <pc:sldMk cId="4024257271" sldId="283"/>
        </pc:sldMkLst>
      </pc:sldChg>
      <pc:sldChg chg="add">
        <pc:chgData name="Osvaldo Luiz Santos Pereira" userId="c308351cf5a860c7" providerId="LiveId" clId="{D92CD67B-3838-4A8E-B7E8-504DA24E6CEA}" dt="2025-08-09T01:15:30.218" v="417"/>
        <pc:sldMkLst>
          <pc:docMk/>
          <pc:sldMk cId="3335286933" sldId="284"/>
        </pc:sldMkLst>
      </pc:sldChg>
      <pc:sldChg chg="add">
        <pc:chgData name="Osvaldo Luiz Santos Pereira" userId="c308351cf5a860c7" providerId="LiveId" clId="{D92CD67B-3838-4A8E-B7E8-504DA24E6CEA}" dt="2025-08-09T01:15:32.120" v="418"/>
        <pc:sldMkLst>
          <pc:docMk/>
          <pc:sldMk cId="4206032303" sldId="285"/>
        </pc:sldMkLst>
      </pc:sldChg>
      <pc:sldChg chg="add">
        <pc:chgData name="Osvaldo Luiz Santos Pereira" userId="c308351cf5a860c7" providerId="LiveId" clId="{D92CD67B-3838-4A8E-B7E8-504DA24E6CEA}" dt="2025-08-09T01:15:35.798" v="419"/>
        <pc:sldMkLst>
          <pc:docMk/>
          <pc:sldMk cId="3494459104" sldId="286"/>
        </pc:sldMkLst>
      </pc:sldChg>
    </pc:docChg>
  </pc:docChgLst>
  <pc:docChgLst>
    <pc:chgData name="Osvaldo Luiz Santos Pereira" userId="c308351cf5a860c7" providerId="LiveId" clId="{FF50A428-8404-43B7-91A5-32EC1E87C1D5}"/>
    <pc:docChg chg="undo redo custSel addSld delSld modSld modMainMaster">
      <pc:chgData name="Osvaldo Luiz Santos Pereira" userId="c308351cf5a860c7" providerId="LiveId" clId="{FF50A428-8404-43B7-91A5-32EC1E87C1D5}" dt="2025-07-20T15:42:35.995" v="8896" actId="14100"/>
      <pc:docMkLst>
        <pc:docMk/>
      </pc:docMkLst>
      <pc:sldChg chg="addSp delSp modSp mod modTransition modAnim">
        <pc:chgData name="Osvaldo Luiz Santos Pereira" userId="c308351cf5a860c7" providerId="LiveId" clId="{FF50A428-8404-43B7-91A5-32EC1E87C1D5}" dt="2025-07-20T00:25:37.540" v="8635"/>
        <pc:sldMkLst>
          <pc:docMk/>
          <pc:sldMk cId="0" sldId="256"/>
        </pc:sldMkLst>
      </pc:sldChg>
      <pc:sldChg chg="addSp delSp modSp mod modTransition modAnim">
        <pc:chgData name="Osvaldo Luiz Santos Pereira" userId="c308351cf5a860c7" providerId="LiveId" clId="{FF50A428-8404-43B7-91A5-32EC1E87C1D5}" dt="2025-07-20T00:25:59.025" v="8669"/>
        <pc:sldMkLst>
          <pc:docMk/>
          <pc:sldMk cId="0" sldId="257"/>
        </pc:sldMkLst>
      </pc:sldChg>
      <pc:sldChg chg="addSp delSp modSp mod modTransition modAnim">
        <pc:chgData name="Osvaldo Luiz Santos Pereira" userId="c308351cf5a860c7" providerId="LiveId" clId="{FF50A428-8404-43B7-91A5-32EC1E87C1D5}" dt="2025-07-20T00:26:16.908" v="8708"/>
        <pc:sldMkLst>
          <pc:docMk/>
          <pc:sldMk cId="0" sldId="258"/>
        </pc:sldMkLst>
      </pc:sldChg>
      <pc:sldChg chg="modSp mod modTransition">
        <pc:chgData name="Osvaldo Luiz Santos Pereira" userId="c308351cf5a860c7" providerId="LiveId" clId="{FF50A428-8404-43B7-91A5-32EC1E87C1D5}" dt="2025-07-20T00:28:02.381" v="8825"/>
        <pc:sldMkLst>
          <pc:docMk/>
          <pc:sldMk cId="0" sldId="259"/>
        </pc:sldMkLst>
      </pc:sldChg>
      <pc:sldChg chg="modSp mod modTransition">
        <pc:chgData name="Osvaldo Luiz Santos Pereira" userId="c308351cf5a860c7" providerId="LiveId" clId="{FF50A428-8404-43B7-91A5-32EC1E87C1D5}" dt="2025-07-20T00:28:38.093" v="8855"/>
        <pc:sldMkLst>
          <pc:docMk/>
          <pc:sldMk cId="0" sldId="260"/>
        </pc:sldMkLst>
      </pc:sldChg>
      <pc:sldChg chg="addSp delSp modSp mod modTransition">
        <pc:chgData name="Osvaldo Luiz Santos Pereira" userId="c308351cf5a860c7" providerId="LiveId" clId="{FF50A428-8404-43B7-91A5-32EC1E87C1D5}" dt="2025-07-20T15:42:35.995" v="8896" actId="14100"/>
        <pc:sldMkLst>
          <pc:docMk/>
          <pc:sldMk cId="0" sldId="261"/>
        </pc:sldMkLst>
      </pc:sldChg>
      <pc:sldChg chg="addSp delSp modSp new mod modTransition">
        <pc:chgData name="Osvaldo Luiz Santos Pereira" userId="c308351cf5a860c7" providerId="LiveId" clId="{FF50A428-8404-43B7-91A5-32EC1E87C1D5}" dt="2025-07-20T00:26:59.142" v="8744"/>
        <pc:sldMkLst>
          <pc:docMk/>
          <pc:sldMk cId="770525427" sldId="262"/>
        </pc:sldMkLst>
      </pc:sldChg>
      <pc:sldChg chg="addSp delSp new add del">
        <pc:chgData name="Osvaldo Luiz Santos Pereira" userId="c308351cf5a860c7" providerId="LiveId" clId="{FF50A428-8404-43B7-91A5-32EC1E87C1D5}" dt="2025-07-15T21:28:30.426" v="24" actId="47"/>
        <pc:sldMkLst>
          <pc:docMk/>
          <pc:sldMk cId="4166882959" sldId="262"/>
        </pc:sldMkLst>
      </pc:sldChg>
      <pc:sldChg chg="addSp delSp modSp add mod modTransition">
        <pc:chgData name="Osvaldo Luiz Santos Pereira" userId="c308351cf5a860c7" providerId="LiveId" clId="{FF50A428-8404-43B7-91A5-32EC1E87C1D5}" dt="2025-07-20T00:27:13.961" v="8784"/>
        <pc:sldMkLst>
          <pc:docMk/>
          <pc:sldMk cId="35454892" sldId="263"/>
        </pc:sldMkLst>
      </pc:sldChg>
      <pc:sldMasterChg chg="modSldLayout">
        <pc:chgData name="Osvaldo Luiz Santos Pereira" userId="c308351cf5a860c7" providerId="LiveId" clId="{FF50A428-8404-43B7-91A5-32EC1E87C1D5}" dt="2025-07-15T20:44:48.536" v="0"/>
        <pc:sldMasterMkLst>
          <pc:docMk/>
          <pc:sldMasterMk cId="0" sldId="2147483648"/>
        </pc:sldMasterMkLst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3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4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5"/>
          </pc:sldLayoutMkLst>
        </pc:sldLayoutChg>
      </pc:sldMasterChg>
      <pc:sldMasterChg chg="modSldLayout">
        <pc:chgData name="Osvaldo Luiz Santos Pereira" userId="c308351cf5a860c7" providerId="LiveId" clId="{FF50A428-8404-43B7-91A5-32EC1E87C1D5}" dt="2025-07-15T20:44:48.536" v="0"/>
        <pc:sldMasterMkLst>
          <pc:docMk/>
          <pc:sldMasterMk cId="797814860" sldId="2147483656"/>
        </pc:sldMasterMkLst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412815338" sldId="2147483668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382889915" sldId="2147483669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2300151282" sldId="2147483670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96598828" sldId="2147483671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3647623555" sldId="2147483672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4014888570" sldId="2147483673"/>
          </pc:sldLayoutMkLst>
        </pc:sldLayoutChg>
      </pc:sldMasterChg>
    </pc:docChg>
  </pc:docChgLst>
  <pc:docChgLst>
    <pc:chgData name="Osvaldo Luiz Santos Pereira" userId="c308351cf5a860c7" providerId="LiveId" clId="{25679594-D7BD-491F-8AB7-AB729C1B641A}"/>
    <pc:docChg chg="undo custSel addSld delSld modSld">
      <pc:chgData name="Osvaldo Luiz Santos Pereira" userId="c308351cf5a860c7" providerId="LiveId" clId="{25679594-D7BD-491F-8AB7-AB729C1B641A}" dt="2025-07-20T22:20:35.642" v="46" actId="20577"/>
      <pc:docMkLst>
        <pc:docMk/>
      </pc:docMkLst>
      <pc:sldChg chg="delSp modSp add del mod">
        <pc:chgData name="Osvaldo Luiz Santos Pereira" userId="c308351cf5a860c7" providerId="LiveId" clId="{25679594-D7BD-491F-8AB7-AB729C1B641A}" dt="2025-07-20T22:20:35.642" v="46" actId="20577"/>
        <pc:sldMkLst>
          <pc:docMk/>
          <pc:sldMk cId="0" sldId="256"/>
        </pc:sldMkLst>
      </pc:sldChg>
      <pc:sldChg chg="del">
        <pc:chgData name="Osvaldo Luiz Santos Pereira" userId="c308351cf5a860c7" providerId="LiveId" clId="{25679594-D7BD-491F-8AB7-AB729C1B641A}" dt="2025-07-20T22:19:44.895" v="0" actId="47"/>
        <pc:sldMkLst>
          <pc:docMk/>
          <pc:sldMk cId="0" sldId="257"/>
        </pc:sldMkLst>
      </pc:sldChg>
      <pc:sldChg chg="del">
        <pc:chgData name="Osvaldo Luiz Santos Pereira" userId="c308351cf5a860c7" providerId="LiveId" clId="{25679594-D7BD-491F-8AB7-AB729C1B641A}" dt="2025-07-20T22:19:45.641" v="1" actId="47"/>
        <pc:sldMkLst>
          <pc:docMk/>
          <pc:sldMk cId="0" sldId="258"/>
        </pc:sldMkLst>
      </pc:sldChg>
      <pc:sldChg chg="del">
        <pc:chgData name="Osvaldo Luiz Santos Pereira" userId="c308351cf5a860c7" providerId="LiveId" clId="{25679594-D7BD-491F-8AB7-AB729C1B641A}" dt="2025-07-20T22:19:46.019" v="4" actId="47"/>
        <pc:sldMkLst>
          <pc:docMk/>
          <pc:sldMk cId="0" sldId="259"/>
        </pc:sldMkLst>
      </pc:sldChg>
      <pc:sldChg chg="del">
        <pc:chgData name="Osvaldo Luiz Santos Pereira" userId="c308351cf5a860c7" providerId="LiveId" clId="{25679594-D7BD-491F-8AB7-AB729C1B641A}" dt="2025-07-20T22:19:46.159" v="5" actId="47"/>
        <pc:sldMkLst>
          <pc:docMk/>
          <pc:sldMk cId="0" sldId="260"/>
        </pc:sldMkLst>
      </pc:sldChg>
      <pc:sldChg chg="del">
        <pc:chgData name="Osvaldo Luiz Santos Pereira" userId="c308351cf5a860c7" providerId="LiveId" clId="{25679594-D7BD-491F-8AB7-AB729C1B641A}" dt="2025-07-20T22:19:46.280" v="6" actId="47"/>
        <pc:sldMkLst>
          <pc:docMk/>
          <pc:sldMk cId="0" sldId="261"/>
        </pc:sldMkLst>
      </pc:sldChg>
      <pc:sldChg chg="del">
        <pc:chgData name="Osvaldo Luiz Santos Pereira" userId="c308351cf5a860c7" providerId="LiveId" clId="{25679594-D7BD-491F-8AB7-AB729C1B641A}" dt="2025-07-20T22:19:45.754" v="2" actId="47"/>
        <pc:sldMkLst>
          <pc:docMk/>
          <pc:sldMk cId="770525427" sldId="262"/>
        </pc:sldMkLst>
      </pc:sldChg>
      <pc:sldChg chg="del">
        <pc:chgData name="Osvaldo Luiz Santos Pereira" userId="c308351cf5a860c7" providerId="LiveId" clId="{25679594-D7BD-491F-8AB7-AB729C1B641A}" dt="2025-07-20T22:19:45.938" v="3" actId="47"/>
        <pc:sldMkLst>
          <pc:docMk/>
          <pc:sldMk cId="35454892" sldId="263"/>
        </pc:sldMkLst>
      </pc:sldChg>
      <pc:sldMasterChg chg="addSldLayout delSldLayout">
        <pc:chgData name="Osvaldo Luiz Santos Pereira" userId="c308351cf5a860c7" providerId="LiveId" clId="{25679594-D7BD-491F-8AB7-AB729C1B641A}" dt="2025-07-20T22:19:47.257" v="8" actId="47"/>
        <pc:sldMasterMkLst>
          <pc:docMk/>
          <pc:sldMasterMk cId="1831813391" sldId="2147483656"/>
        </pc:sldMasterMkLst>
        <pc:sldLayoutChg chg="add del">
          <pc:chgData name="Osvaldo Luiz Santos Pereira" userId="c308351cf5a860c7" providerId="LiveId" clId="{25679594-D7BD-491F-8AB7-AB729C1B641A}" dt="2025-07-20T22:19:47.257" v="8" actId="47"/>
          <pc:sldLayoutMkLst>
            <pc:docMk/>
            <pc:sldMasterMk cId="1831813391" sldId="2147483656"/>
            <pc:sldLayoutMk cId="3063225688" sldId="2147483668"/>
          </pc:sldLayoutMkLst>
        </pc:sldLayoutChg>
        <pc:sldLayoutChg chg="del">
          <pc:chgData name="Osvaldo Luiz Santos Pereira" userId="c308351cf5a860c7" providerId="LiveId" clId="{25679594-D7BD-491F-8AB7-AB729C1B641A}" dt="2025-07-20T22:19:44.895" v="0" actId="47"/>
          <pc:sldLayoutMkLst>
            <pc:docMk/>
            <pc:sldMasterMk cId="1831813391" sldId="2147483656"/>
            <pc:sldLayoutMk cId="3015824448" sldId="2147483669"/>
          </pc:sldLayoutMkLst>
        </pc:sldLayoutChg>
        <pc:sldLayoutChg chg="del">
          <pc:chgData name="Osvaldo Luiz Santos Pereira" userId="c308351cf5a860c7" providerId="LiveId" clId="{25679594-D7BD-491F-8AB7-AB729C1B641A}" dt="2025-07-20T22:19:45.938" v="3" actId="47"/>
          <pc:sldLayoutMkLst>
            <pc:docMk/>
            <pc:sldMasterMk cId="1831813391" sldId="2147483656"/>
            <pc:sldLayoutMk cId="3379518103" sldId="2147483670"/>
          </pc:sldLayoutMkLst>
        </pc:sldLayoutChg>
        <pc:sldLayoutChg chg="del">
          <pc:chgData name="Osvaldo Luiz Santos Pereira" userId="c308351cf5a860c7" providerId="LiveId" clId="{25679594-D7BD-491F-8AB7-AB729C1B641A}" dt="2025-07-20T22:19:46.019" v="4" actId="47"/>
          <pc:sldLayoutMkLst>
            <pc:docMk/>
            <pc:sldMasterMk cId="1831813391" sldId="2147483656"/>
            <pc:sldLayoutMk cId="2517824387" sldId="2147483671"/>
          </pc:sldLayoutMkLst>
        </pc:sldLayoutChg>
        <pc:sldLayoutChg chg="del">
          <pc:chgData name="Osvaldo Luiz Santos Pereira" userId="c308351cf5a860c7" providerId="LiveId" clId="{25679594-D7BD-491F-8AB7-AB729C1B641A}" dt="2025-07-20T22:19:46.159" v="5" actId="47"/>
          <pc:sldLayoutMkLst>
            <pc:docMk/>
            <pc:sldMasterMk cId="1831813391" sldId="2147483656"/>
            <pc:sldLayoutMk cId="2670046631" sldId="2147483672"/>
          </pc:sldLayoutMkLst>
        </pc:sldLayoutChg>
        <pc:sldLayoutChg chg="del">
          <pc:chgData name="Osvaldo Luiz Santos Pereira" userId="c308351cf5a860c7" providerId="LiveId" clId="{25679594-D7BD-491F-8AB7-AB729C1B641A}" dt="2025-07-20T22:19:46.280" v="6" actId="47"/>
          <pc:sldLayoutMkLst>
            <pc:docMk/>
            <pc:sldMasterMk cId="1831813391" sldId="2147483656"/>
            <pc:sldLayoutMk cId="1893514841" sldId="2147483673"/>
          </pc:sldLayoutMkLst>
        </pc:sldLayoutChg>
      </pc:sldMasterChg>
    </pc:docChg>
  </pc:docChgLst>
  <pc:docChgLst>
    <pc:chgData name="Osvaldo Luiz Santos Pereira" userId="c308351cf5a860c7" providerId="LiveId" clId="{0ACFF002-6690-4328-8D1A-ED1B649787F2}"/>
    <pc:docChg chg="undo custSel addSld delSld modSld sldOrd">
      <pc:chgData name="Osvaldo Luiz Santos Pereira" userId="c308351cf5a860c7" providerId="LiveId" clId="{0ACFF002-6690-4328-8D1A-ED1B649787F2}" dt="2025-08-02T23:16:28.078" v="4978"/>
      <pc:docMkLst>
        <pc:docMk/>
      </pc:docMkLst>
      <pc:sldChg chg="addSp delSp modSp del mod">
        <pc:chgData name="Osvaldo Luiz Santos Pereira" userId="c308351cf5a860c7" providerId="LiveId" clId="{0ACFF002-6690-4328-8D1A-ED1B649787F2}" dt="2025-08-02T14:32:05.587" v="607" actId="47"/>
        <pc:sldMkLst>
          <pc:docMk/>
          <pc:sldMk cId="0" sldId="256"/>
        </pc:sldMkLst>
      </pc:sldChg>
      <pc:sldChg chg="addSp delSp modSp add del mod ord">
        <pc:chgData name="Osvaldo Luiz Santos Pereira" userId="c308351cf5a860c7" providerId="LiveId" clId="{0ACFF002-6690-4328-8D1A-ED1B649787F2}" dt="2025-08-02T14:28:59.948" v="295" actId="47"/>
        <pc:sldMkLst>
          <pc:docMk/>
          <pc:sldMk cId="1202337758" sldId="257"/>
        </pc:sldMkLst>
      </pc:sldChg>
      <pc:sldChg chg="addSp delSp modSp add mod ord modAnim">
        <pc:chgData name="Osvaldo Luiz Santos Pereira" userId="c308351cf5a860c7" providerId="LiveId" clId="{0ACFF002-6690-4328-8D1A-ED1B649787F2}" dt="2025-08-02T19:32:10.563" v="3634"/>
        <pc:sldMkLst>
          <pc:docMk/>
          <pc:sldMk cId="3067423610" sldId="258"/>
        </pc:sldMkLst>
        <pc:spChg chg="add mod topLvl">
          <ac:chgData name="Osvaldo Luiz Santos Pereira" userId="c308351cf5a860c7" providerId="LiveId" clId="{0ACFF002-6690-4328-8D1A-ED1B649787F2}" dt="2025-08-02T15:02:50.658" v="1329" actId="1076"/>
          <ac:spMkLst>
            <pc:docMk/>
            <pc:sldMk cId="3067423610" sldId="258"/>
            <ac:spMk id="2" creationId="{1E6231BD-6AE4-8C81-6CA4-70D327F1D8DA}"/>
          </ac:spMkLst>
        </pc:spChg>
        <pc:spChg chg="add mod topLvl">
          <ac:chgData name="Osvaldo Luiz Santos Pereira" userId="c308351cf5a860c7" providerId="LiveId" clId="{0ACFF002-6690-4328-8D1A-ED1B649787F2}" dt="2025-08-02T15:02:50.658" v="1329" actId="1076"/>
          <ac:spMkLst>
            <pc:docMk/>
            <pc:sldMk cId="3067423610" sldId="258"/>
            <ac:spMk id="4" creationId="{26EA15EE-0EA3-CC54-C11A-241F6CD800F0}"/>
          </ac:spMkLst>
        </pc:spChg>
        <pc:spChg chg="add mod">
          <ac:chgData name="Osvaldo Luiz Santos Pereira" userId="c308351cf5a860c7" providerId="LiveId" clId="{0ACFF002-6690-4328-8D1A-ED1B649787F2}" dt="2025-08-02T15:25:06.017" v="1532" actId="164"/>
          <ac:spMkLst>
            <pc:docMk/>
            <pc:sldMk cId="3067423610" sldId="258"/>
            <ac:spMk id="8" creationId="{0940167A-4D49-FA4E-9785-1032DC24FF55}"/>
          </ac:spMkLst>
        </pc:spChg>
        <pc:spChg chg="add mod">
          <ac:chgData name="Osvaldo Luiz Santos Pereira" userId="c308351cf5a860c7" providerId="LiveId" clId="{0ACFF002-6690-4328-8D1A-ED1B649787F2}" dt="2025-08-02T15:24:44.249" v="1528" actId="164"/>
          <ac:spMkLst>
            <pc:docMk/>
            <pc:sldMk cId="3067423610" sldId="258"/>
            <ac:spMk id="12" creationId="{9E96DFA1-4974-7C3B-BF1B-EA8E17BAEB59}"/>
          </ac:spMkLst>
        </pc:spChg>
        <pc:spChg chg="mod topLvl">
          <ac:chgData name="Osvaldo Luiz Santos Pereira" userId="c308351cf5a860c7" providerId="LiveId" clId="{0ACFF002-6690-4328-8D1A-ED1B649787F2}" dt="2025-08-02T15:02:50.658" v="1329" actId="1076"/>
          <ac:spMkLst>
            <pc:docMk/>
            <pc:sldMk cId="3067423610" sldId="258"/>
            <ac:spMk id="14" creationId="{4145322E-226A-E040-833D-E691C7832FCF}"/>
          </ac:spMkLst>
        </pc:spChg>
        <pc:spChg chg="add mod">
          <ac:chgData name="Osvaldo Luiz Santos Pereira" userId="c308351cf5a860c7" providerId="LiveId" clId="{0ACFF002-6690-4328-8D1A-ED1B649787F2}" dt="2025-08-02T15:25:13.843" v="1533" actId="164"/>
          <ac:spMkLst>
            <pc:docMk/>
            <pc:sldMk cId="3067423610" sldId="258"/>
            <ac:spMk id="21" creationId="{BD5364D3-A3E0-04A3-3D16-C18061BF6C36}"/>
          </ac:spMkLst>
        </pc:spChg>
        <pc:spChg chg="add mod">
          <ac:chgData name="Osvaldo Luiz Santos Pereira" userId="c308351cf5a860c7" providerId="LiveId" clId="{0ACFF002-6690-4328-8D1A-ED1B649787F2}" dt="2025-08-02T15:24:59.631" v="1531" actId="164"/>
          <ac:spMkLst>
            <pc:docMk/>
            <pc:sldMk cId="3067423610" sldId="258"/>
            <ac:spMk id="24" creationId="{402A661C-E4DF-BDA6-96C3-087BD131A319}"/>
          </ac:spMkLst>
        </pc:spChg>
        <pc:spChg chg="add mod">
          <ac:chgData name="Osvaldo Luiz Santos Pereira" userId="c308351cf5a860c7" providerId="LiveId" clId="{0ACFF002-6690-4328-8D1A-ED1B649787F2}" dt="2025-08-02T15:02:40.875" v="1328" actId="1076"/>
          <ac:spMkLst>
            <pc:docMk/>
            <pc:sldMk cId="3067423610" sldId="258"/>
            <ac:spMk id="25" creationId="{7A36ACB7-2FDB-E682-0644-60DC3D693220}"/>
          </ac:spMkLst>
        </pc:spChg>
        <pc:spChg chg="add mod">
          <ac:chgData name="Osvaldo Luiz Santos Pereira" userId="c308351cf5a860c7" providerId="LiveId" clId="{0ACFF002-6690-4328-8D1A-ED1B649787F2}" dt="2025-08-02T15:24:44.249" v="1528" actId="164"/>
          <ac:spMkLst>
            <pc:docMk/>
            <pc:sldMk cId="3067423610" sldId="258"/>
            <ac:spMk id="26" creationId="{732FDC53-6AF9-7172-C2C6-232A5AB6FF62}"/>
          </ac:spMkLst>
        </pc:spChg>
        <pc:spChg chg="add mod">
          <ac:chgData name="Osvaldo Luiz Santos Pereira" userId="c308351cf5a860c7" providerId="LiveId" clId="{0ACFF002-6690-4328-8D1A-ED1B649787F2}" dt="2025-08-02T15:25:13.843" v="1533" actId="164"/>
          <ac:spMkLst>
            <pc:docMk/>
            <pc:sldMk cId="3067423610" sldId="258"/>
            <ac:spMk id="27" creationId="{0908CC9C-49DE-900B-38EA-4A4DB706DD00}"/>
          </ac:spMkLst>
        </pc:spChg>
        <pc:spChg chg="add mod">
          <ac:chgData name="Osvaldo Luiz Santos Pereira" userId="c308351cf5a860c7" providerId="LiveId" clId="{0ACFF002-6690-4328-8D1A-ED1B649787F2}" dt="2025-08-02T15:24:59.631" v="1531" actId="164"/>
          <ac:spMkLst>
            <pc:docMk/>
            <pc:sldMk cId="3067423610" sldId="258"/>
            <ac:spMk id="28" creationId="{D1CE1CAA-BD9D-F6F8-2CC7-AA7A4AAEAA86}"/>
          </ac:spMkLst>
        </pc:spChg>
        <pc:spChg chg="add mod">
          <ac:chgData name="Osvaldo Luiz Santos Pereira" userId="c308351cf5a860c7" providerId="LiveId" clId="{0ACFF002-6690-4328-8D1A-ED1B649787F2}" dt="2025-08-02T15:25:06.017" v="1532" actId="164"/>
          <ac:spMkLst>
            <pc:docMk/>
            <pc:sldMk cId="3067423610" sldId="258"/>
            <ac:spMk id="29" creationId="{604DEC99-D872-12FD-4FF1-0615C40EE9FD}"/>
          </ac:spMkLst>
        </pc:spChg>
        <pc:grpChg chg="add mod">
          <ac:chgData name="Osvaldo Luiz Santos Pereira" userId="c308351cf5a860c7" providerId="LiveId" clId="{0ACFF002-6690-4328-8D1A-ED1B649787F2}" dt="2025-08-02T15:24:44.249" v="1528" actId="164"/>
          <ac:grpSpMkLst>
            <pc:docMk/>
            <pc:sldMk cId="3067423610" sldId="258"/>
            <ac:grpSpMk id="30" creationId="{65ED0105-E69A-E885-2C87-B630881BB569}"/>
          </ac:grpSpMkLst>
        </pc:grpChg>
        <pc:grpChg chg="add mod">
          <ac:chgData name="Osvaldo Luiz Santos Pereira" userId="c308351cf5a860c7" providerId="LiveId" clId="{0ACFF002-6690-4328-8D1A-ED1B649787F2}" dt="2025-08-02T15:24:59.631" v="1531" actId="164"/>
          <ac:grpSpMkLst>
            <pc:docMk/>
            <pc:sldMk cId="3067423610" sldId="258"/>
            <ac:grpSpMk id="32" creationId="{7FB159E6-F854-68F6-FC89-6F12838C301E}"/>
          </ac:grpSpMkLst>
        </pc:grpChg>
        <pc:grpChg chg="add mod">
          <ac:chgData name="Osvaldo Luiz Santos Pereira" userId="c308351cf5a860c7" providerId="LiveId" clId="{0ACFF002-6690-4328-8D1A-ED1B649787F2}" dt="2025-08-02T15:25:06.017" v="1532" actId="164"/>
          <ac:grpSpMkLst>
            <pc:docMk/>
            <pc:sldMk cId="3067423610" sldId="258"/>
            <ac:grpSpMk id="33" creationId="{8022357D-7609-C374-099C-98FCCF6B1EB9}"/>
          </ac:grpSpMkLst>
        </pc:grpChg>
        <pc:grpChg chg="add mod">
          <ac:chgData name="Osvaldo Luiz Santos Pereira" userId="c308351cf5a860c7" providerId="LiveId" clId="{0ACFF002-6690-4328-8D1A-ED1B649787F2}" dt="2025-08-02T15:25:13.843" v="1533" actId="164"/>
          <ac:grpSpMkLst>
            <pc:docMk/>
            <pc:sldMk cId="3067423610" sldId="258"/>
            <ac:grpSpMk id="34" creationId="{F6CBA366-37DC-D6A4-7A89-9150DE78FF52}"/>
          </ac:grpSpMkLst>
        </pc:grpChg>
        <pc:cxnChg chg="add mod">
          <ac:chgData name="Osvaldo Luiz Santos Pereira" userId="c308351cf5a860c7" providerId="LiveId" clId="{0ACFF002-6690-4328-8D1A-ED1B649787F2}" dt="2025-08-02T15:25:06.017" v="1532" actId="164"/>
          <ac:cxnSpMkLst>
            <pc:docMk/>
            <pc:sldMk cId="3067423610" sldId="258"/>
            <ac:cxnSpMk id="7" creationId="{FB0086ED-D154-F392-69EF-93A01C77A2FD}"/>
          </ac:cxnSpMkLst>
        </pc:cxnChg>
        <pc:cxnChg chg="add mod ord">
          <ac:chgData name="Osvaldo Luiz Santos Pereira" userId="c308351cf5a860c7" providerId="LiveId" clId="{0ACFF002-6690-4328-8D1A-ED1B649787F2}" dt="2025-08-02T15:24:44.249" v="1528" actId="164"/>
          <ac:cxnSpMkLst>
            <pc:docMk/>
            <pc:sldMk cId="3067423610" sldId="258"/>
            <ac:cxnSpMk id="9" creationId="{16E2A8C5-266D-D4D9-1D9B-13F01EB1AC8B}"/>
          </ac:cxnSpMkLst>
        </pc:cxnChg>
        <pc:cxnChg chg="add mod">
          <ac:chgData name="Osvaldo Luiz Santos Pereira" userId="c308351cf5a860c7" providerId="LiveId" clId="{0ACFF002-6690-4328-8D1A-ED1B649787F2}" dt="2025-08-02T15:25:13.843" v="1533" actId="164"/>
          <ac:cxnSpMkLst>
            <pc:docMk/>
            <pc:sldMk cId="3067423610" sldId="258"/>
            <ac:cxnSpMk id="19" creationId="{514524F9-5A4C-C069-109E-19BEEC5A9629}"/>
          </ac:cxnSpMkLst>
        </pc:cxnChg>
        <pc:cxnChg chg="add mod">
          <ac:chgData name="Osvaldo Luiz Santos Pereira" userId="c308351cf5a860c7" providerId="LiveId" clId="{0ACFF002-6690-4328-8D1A-ED1B649787F2}" dt="2025-08-02T15:24:59.631" v="1531" actId="164"/>
          <ac:cxnSpMkLst>
            <pc:docMk/>
            <pc:sldMk cId="3067423610" sldId="258"/>
            <ac:cxnSpMk id="22" creationId="{64DD873B-27BC-0CAF-DED4-26AAE4ABC890}"/>
          </ac:cxnSpMkLst>
        </pc:cxnChg>
      </pc:sldChg>
      <pc:sldChg chg="addSp delSp modSp add mod ord modAnim">
        <pc:chgData name="Osvaldo Luiz Santos Pereira" userId="c308351cf5a860c7" providerId="LiveId" clId="{0ACFF002-6690-4328-8D1A-ED1B649787F2}" dt="2025-08-02T19:29:52.410" v="3618"/>
        <pc:sldMkLst>
          <pc:docMk/>
          <pc:sldMk cId="916029383" sldId="259"/>
        </pc:sldMkLst>
        <pc:spChg chg="mod">
          <ac:chgData name="Osvaldo Luiz Santos Pereira" userId="c308351cf5a860c7" providerId="LiveId" clId="{0ACFF002-6690-4328-8D1A-ED1B649787F2}" dt="2025-08-02T14:21:48.563" v="193" actId="165"/>
          <ac:spMkLst>
            <pc:docMk/>
            <pc:sldMk cId="916029383" sldId="259"/>
            <ac:spMk id="2" creationId="{71054A52-35E1-E02A-A925-122FC665D552}"/>
          </ac:spMkLst>
        </pc:spChg>
        <pc:spChg chg="mod topLvl">
          <ac:chgData name="Osvaldo Luiz Santos Pereira" userId="c308351cf5a860c7" providerId="LiveId" clId="{0ACFF002-6690-4328-8D1A-ED1B649787F2}" dt="2025-08-02T14:21:55.095" v="194" actId="164"/>
          <ac:spMkLst>
            <pc:docMk/>
            <pc:sldMk cId="916029383" sldId="259"/>
            <ac:spMk id="5" creationId="{2A71DFDB-5857-717F-3FCD-3C084675F92C}"/>
          </ac:spMkLst>
        </pc:spChg>
        <pc:spChg chg="mod topLvl">
          <ac:chgData name="Osvaldo Luiz Santos Pereira" userId="c308351cf5a860c7" providerId="LiveId" clId="{0ACFF002-6690-4328-8D1A-ED1B649787F2}" dt="2025-08-02T14:24:34.178" v="229" actId="207"/>
          <ac:spMkLst>
            <pc:docMk/>
            <pc:sldMk cId="916029383" sldId="259"/>
            <ac:spMk id="6" creationId="{417AD3BC-11BC-164E-2E79-8492D6F4ADCD}"/>
          </ac:spMkLst>
        </pc:spChg>
        <pc:spChg chg="mod">
          <ac:chgData name="Osvaldo Luiz Santos Pereira" userId="c308351cf5a860c7" providerId="LiveId" clId="{0ACFF002-6690-4328-8D1A-ED1B649787F2}" dt="2025-08-02T14:24:25.838" v="228" actId="207"/>
          <ac:spMkLst>
            <pc:docMk/>
            <pc:sldMk cId="916029383" sldId="259"/>
            <ac:spMk id="7" creationId="{46279B06-4201-B1FA-9321-30EA2C2A107C}"/>
          </ac:spMkLst>
        </pc:spChg>
        <pc:spChg chg="mod">
          <ac:chgData name="Osvaldo Luiz Santos Pereira" userId="c308351cf5a860c7" providerId="LiveId" clId="{0ACFF002-6690-4328-8D1A-ED1B649787F2}" dt="2025-08-02T14:24:36.616" v="230" actId="207"/>
          <ac:spMkLst>
            <pc:docMk/>
            <pc:sldMk cId="916029383" sldId="259"/>
            <ac:spMk id="8" creationId="{6E62364C-924B-C218-4486-F6D47E94BDD2}"/>
          </ac:spMkLst>
        </pc:spChg>
        <pc:spChg chg="add mod">
          <ac:chgData name="Osvaldo Luiz Santos Pereira" userId="c308351cf5a860c7" providerId="LiveId" clId="{0ACFF002-6690-4328-8D1A-ED1B649787F2}" dt="2025-08-02T14:21:14.524" v="185" actId="164"/>
          <ac:spMkLst>
            <pc:docMk/>
            <pc:sldMk cId="916029383" sldId="259"/>
            <ac:spMk id="11" creationId="{3D5A2CD5-429A-2AC3-3291-2F769BA75147}"/>
          </ac:spMkLst>
        </pc:spChg>
        <pc:spChg chg="mod">
          <ac:chgData name="Osvaldo Luiz Santos Pereira" userId="c308351cf5a860c7" providerId="LiveId" clId="{0ACFF002-6690-4328-8D1A-ED1B649787F2}" dt="2025-08-02T14:21:37.368" v="191"/>
          <ac:spMkLst>
            <pc:docMk/>
            <pc:sldMk cId="916029383" sldId="259"/>
            <ac:spMk id="39" creationId="{44C9D9A9-2F1C-AF18-1AFE-82510C3FAAB0}"/>
          </ac:spMkLst>
        </pc:spChg>
        <pc:spChg chg="add mod">
          <ac:chgData name="Osvaldo Luiz Santos Pereira" userId="c308351cf5a860c7" providerId="LiveId" clId="{0ACFF002-6690-4328-8D1A-ED1B649787F2}" dt="2025-08-02T16:00:01.470" v="2337" actId="164"/>
          <ac:spMkLst>
            <pc:docMk/>
            <pc:sldMk cId="916029383" sldId="259"/>
            <ac:spMk id="49" creationId="{5DBC24DB-5626-4EB0-4674-2EF0BA7F6F8D}"/>
          </ac:spMkLst>
        </pc:spChg>
        <pc:spChg chg="add mod">
          <ac:chgData name="Osvaldo Luiz Santos Pereira" userId="c308351cf5a860c7" providerId="LiveId" clId="{0ACFF002-6690-4328-8D1A-ED1B649787F2}" dt="2025-08-02T16:00:13.525" v="2338" actId="164"/>
          <ac:spMkLst>
            <pc:docMk/>
            <pc:sldMk cId="916029383" sldId="259"/>
            <ac:spMk id="50" creationId="{8FC2BED2-0C69-9164-AE8B-729A7FC5C6C1}"/>
          </ac:spMkLst>
        </pc:spChg>
        <pc:spChg chg="add mod">
          <ac:chgData name="Osvaldo Luiz Santos Pereira" userId="c308351cf5a860c7" providerId="LiveId" clId="{0ACFF002-6690-4328-8D1A-ED1B649787F2}" dt="2025-08-02T16:00:13.525" v="2338" actId="164"/>
          <ac:spMkLst>
            <pc:docMk/>
            <pc:sldMk cId="916029383" sldId="259"/>
            <ac:spMk id="51" creationId="{BC59E61D-E9B7-4781-827B-C58951AFB070}"/>
          </ac:spMkLst>
        </pc:spChg>
        <pc:spChg chg="add mod">
          <ac:chgData name="Osvaldo Luiz Santos Pereira" userId="c308351cf5a860c7" providerId="LiveId" clId="{0ACFF002-6690-4328-8D1A-ED1B649787F2}" dt="2025-08-02T16:00:01.470" v="2337" actId="164"/>
          <ac:spMkLst>
            <pc:docMk/>
            <pc:sldMk cId="916029383" sldId="259"/>
            <ac:spMk id="52" creationId="{CA73553F-B252-22C5-368C-78ACEE0AA2A4}"/>
          </ac:spMkLst>
        </pc:spChg>
        <pc:spChg chg="add mod">
          <ac:chgData name="Osvaldo Luiz Santos Pereira" userId="c308351cf5a860c7" providerId="LiveId" clId="{0ACFF002-6690-4328-8D1A-ED1B649787F2}" dt="2025-08-02T15:56:05.672" v="2323" actId="20577"/>
          <ac:spMkLst>
            <pc:docMk/>
            <pc:sldMk cId="916029383" sldId="259"/>
            <ac:spMk id="53" creationId="{F5951D42-420B-2CDD-9C6B-F675B407B214}"/>
          </ac:spMkLst>
        </pc:spChg>
        <pc:grpChg chg="mod topLvl">
          <ac:chgData name="Osvaldo Luiz Santos Pereira" userId="c308351cf5a860c7" providerId="LiveId" clId="{0ACFF002-6690-4328-8D1A-ED1B649787F2}" dt="2025-08-02T15:38:00.980" v="2086" actId="1035"/>
          <ac:grpSpMkLst>
            <pc:docMk/>
            <pc:sldMk cId="916029383" sldId="259"/>
            <ac:grpSpMk id="20" creationId="{64CF1635-3F52-6883-BDBE-40F17234F04E}"/>
          </ac:grpSpMkLst>
        </pc:grpChg>
        <pc:grpChg chg="add mod">
          <ac:chgData name="Osvaldo Luiz Santos Pereira" userId="c308351cf5a860c7" providerId="LiveId" clId="{0ACFF002-6690-4328-8D1A-ED1B649787F2}" dt="2025-08-02T16:00:13.525" v="2338" actId="164"/>
          <ac:grpSpMkLst>
            <pc:docMk/>
            <pc:sldMk cId="916029383" sldId="259"/>
            <ac:grpSpMk id="35" creationId="{1A2E484D-B04B-2339-192E-497E16413183}"/>
          </ac:grpSpMkLst>
        </pc:grpChg>
        <pc:grpChg chg="add mod">
          <ac:chgData name="Osvaldo Luiz Santos Pereira" userId="c308351cf5a860c7" providerId="LiveId" clId="{0ACFF002-6690-4328-8D1A-ED1B649787F2}" dt="2025-08-02T16:00:01.470" v="2337" actId="164"/>
          <ac:grpSpMkLst>
            <pc:docMk/>
            <pc:sldMk cId="916029383" sldId="259"/>
            <ac:grpSpMk id="38" creationId="{DA2D8ECF-6F58-1B07-1B10-41E442327BAB}"/>
          </ac:grpSpMkLst>
        </pc:grpChg>
        <pc:grpChg chg="add mod">
          <ac:chgData name="Osvaldo Luiz Santos Pereira" userId="c308351cf5a860c7" providerId="LiveId" clId="{0ACFF002-6690-4328-8D1A-ED1B649787F2}" dt="2025-08-02T15:38:00.980" v="2086" actId="1035"/>
          <ac:grpSpMkLst>
            <pc:docMk/>
            <pc:sldMk cId="916029383" sldId="259"/>
            <ac:grpSpMk id="45" creationId="{442644E8-32FB-2BF4-09B4-380D7E5BD4E6}"/>
          </ac:grpSpMkLst>
        </pc:grpChg>
        <pc:grpChg chg="add mod">
          <ac:chgData name="Osvaldo Luiz Santos Pereira" userId="c308351cf5a860c7" providerId="LiveId" clId="{0ACFF002-6690-4328-8D1A-ED1B649787F2}" dt="2025-08-02T16:00:01.470" v="2337" actId="164"/>
          <ac:grpSpMkLst>
            <pc:docMk/>
            <pc:sldMk cId="916029383" sldId="259"/>
            <ac:grpSpMk id="55" creationId="{E9480167-E996-7D3D-54C9-6A95A3506C32}"/>
          </ac:grpSpMkLst>
        </pc:grpChg>
        <pc:grpChg chg="add mod">
          <ac:chgData name="Osvaldo Luiz Santos Pereira" userId="c308351cf5a860c7" providerId="LiveId" clId="{0ACFF002-6690-4328-8D1A-ED1B649787F2}" dt="2025-08-02T16:00:13.525" v="2338" actId="164"/>
          <ac:grpSpMkLst>
            <pc:docMk/>
            <pc:sldMk cId="916029383" sldId="259"/>
            <ac:grpSpMk id="56" creationId="{1537114E-BA66-F1B5-B818-1CA321297BBA}"/>
          </ac:grpSpMkLst>
        </pc:grpChg>
        <pc:cxnChg chg="mod">
          <ac:chgData name="Osvaldo Luiz Santos Pereira" userId="c308351cf5a860c7" providerId="LiveId" clId="{0ACFF002-6690-4328-8D1A-ED1B649787F2}" dt="2025-08-02T15:38:00.980" v="2086" actId="1035"/>
          <ac:cxnSpMkLst>
            <pc:docMk/>
            <pc:sldMk cId="916029383" sldId="259"/>
            <ac:cxnSpMk id="10" creationId="{A6C0AB8F-2622-5732-E1C3-226B5EDC313F}"/>
          </ac:cxnSpMkLst>
        </pc:cxnChg>
        <pc:cxnChg chg="add mod">
          <ac:chgData name="Osvaldo Luiz Santos Pereira" userId="c308351cf5a860c7" providerId="LiveId" clId="{0ACFF002-6690-4328-8D1A-ED1B649787F2}" dt="2025-08-02T14:21:14.524" v="185" actId="164"/>
          <ac:cxnSpMkLst>
            <pc:docMk/>
            <pc:sldMk cId="916029383" sldId="259"/>
            <ac:cxnSpMk id="15" creationId="{9E4639BE-EF4C-7EA8-C13B-078731278805}"/>
          </ac:cxnSpMkLst>
        </pc:cxnChg>
        <pc:cxnChg chg="add mod">
          <ac:chgData name="Osvaldo Luiz Santos Pereira" userId="c308351cf5a860c7" providerId="LiveId" clId="{0ACFF002-6690-4328-8D1A-ED1B649787F2}" dt="2025-08-02T14:21:14.524" v="185" actId="164"/>
          <ac:cxnSpMkLst>
            <pc:docMk/>
            <pc:sldMk cId="916029383" sldId="259"/>
            <ac:cxnSpMk id="18" creationId="{0C59EDF0-11C0-191B-64AF-06681D8C6897}"/>
          </ac:cxnSpMkLst>
        </pc:cxnChg>
        <pc:cxnChg chg="add mod">
          <ac:chgData name="Osvaldo Luiz Santos Pereira" userId="c308351cf5a860c7" providerId="LiveId" clId="{0ACFF002-6690-4328-8D1A-ED1B649787F2}" dt="2025-08-02T14:21:14.524" v="185" actId="164"/>
          <ac:cxnSpMkLst>
            <pc:docMk/>
            <pc:sldMk cId="916029383" sldId="259"/>
            <ac:cxnSpMk id="23" creationId="{79126243-80E8-C268-8047-C689EE23779D}"/>
          </ac:cxnSpMkLst>
        </pc:cxnChg>
        <pc:cxnChg chg="add mod">
          <ac:chgData name="Osvaldo Luiz Santos Pereira" userId="c308351cf5a860c7" providerId="LiveId" clId="{0ACFF002-6690-4328-8D1A-ED1B649787F2}" dt="2025-08-02T14:21:14.524" v="185" actId="164"/>
          <ac:cxnSpMkLst>
            <pc:docMk/>
            <pc:sldMk cId="916029383" sldId="259"/>
            <ac:cxnSpMk id="26" creationId="{7CC3B451-B531-599B-17DE-A2428CC88C81}"/>
          </ac:cxnSpMkLst>
        </pc:cxnChg>
        <pc:cxnChg chg="add mod">
          <ac:chgData name="Osvaldo Luiz Santos Pereira" userId="c308351cf5a860c7" providerId="LiveId" clId="{0ACFF002-6690-4328-8D1A-ED1B649787F2}" dt="2025-08-02T14:21:14.524" v="185" actId="164"/>
          <ac:cxnSpMkLst>
            <pc:docMk/>
            <pc:sldMk cId="916029383" sldId="259"/>
            <ac:cxnSpMk id="30" creationId="{C992668B-E4FF-E192-75BC-857B31FC9EAF}"/>
          </ac:cxnSpMkLst>
        </pc:cxnChg>
        <pc:cxnChg chg="add mod">
          <ac:chgData name="Osvaldo Luiz Santos Pereira" userId="c308351cf5a860c7" providerId="LiveId" clId="{0ACFF002-6690-4328-8D1A-ED1B649787F2}" dt="2025-08-02T16:00:13.525" v="2338" actId="164"/>
          <ac:cxnSpMkLst>
            <pc:docMk/>
            <pc:sldMk cId="916029383" sldId="259"/>
            <ac:cxnSpMk id="36" creationId="{BE95758F-BD00-1750-E245-B741F4702D21}"/>
          </ac:cxnSpMkLst>
        </pc:cxnChg>
        <pc:cxnChg chg="mod">
          <ac:chgData name="Osvaldo Luiz Santos Pereira" userId="c308351cf5a860c7" providerId="LiveId" clId="{0ACFF002-6690-4328-8D1A-ED1B649787F2}" dt="2025-08-02T14:21:37.368" v="191"/>
          <ac:cxnSpMkLst>
            <pc:docMk/>
            <pc:sldMk cId="916029383" sldId="259"/>
            <ac:cxnSpMk id="40" creationId="{2AB1D4AC-97B5-37D8-3FDF-1927878B2E76}"/>
          </ac:cxnSpMkLst>
        </pc:cxnChg>
        <pc:cxnChg chg="mod">
          <ac:chgData name="Osvaldo Luiz Santos Pereira" userId="c308351cf5a860c7" providerId="LiveId" clId="{0ACFF002-6690-4328-8D1A-ED1B649787F2}" dt="2025-08-02T14:21:37.368" v="191"/>
          <ac:cxnSpMkLst>
            <pc:docMk/>
            <pc:sldMk cId="916029383" sldId="259"/>
            <ac:cxnSpMk id="41" creationId="{113E8634-8EE4-D19F-4340-7B6FA2ECCB16}"/>
          </ac:cxnSpMkLst>
        </pc:cxnChg>
        <pc:cxnChg chg="mod">
          <ac:chgData name="Osvaldo Luiz Santos Pereira" userId="c308351cf5a860c7" providerId="LiveId" clId="{0ACFF002-6690-4328-8D1A-ED1B649787F2}" dt="2025-08-02T14:21:37.368" v="191"/>
          <ac:cxnSpMkLst>
            <pc:docMk/>
            <pc:sldMk cId="916029383" sldId="259"/>
            <ac:cxnSpMk id="42" creationId="{43231807-4EEB-39F6-533F-23A2E25AD8BD}"/>
          </ac:cxnSpMkLst>
        </pc:cxnChg>
        <pc:cxnChg chg="mod">
          <ac:chgData name="Osvaldo Luiz Santos Pereira" userId="c308351cf5a860c7" providerId="LiveId" clId="{0ACFF002-6690-4328-8D1A-ED1B649787F2}" dt="2025-08-02T14:21:37.368" v="191"/>
          <ac:cxnSpMkLst>
            <pc:docMk/>
            <pc:sldMk cId="916029383" sldId="259"/>
            <ac:cxnSpMk id="43" creationId="{0248A745-4ADB-1223-6C9F-BB155E433472}"/>
          </ac:cxnSpMkLst>
        </pc:cxnChg>
        <pc:cxnChg chg="mod">
          <ac:chgData name="Osvaldo Luiz Santos Pereira" userId="c308351cf5a860c7" providerId="LiveId" clId="{0ACFF002-6690-4328-8D1A-ED1B649787F2}" dt="2025-08-02T14:21:37.368" v="191"/>
          <ac:cxnSpMkLst>
            <pc:docMk/>
            <pc:sldMk cId="916029383" sldId="259"/>
            <ac:cxnSpMk id="44" creationId="{EE46171A-E687-C39D-ED88-0ABA9F2DC3D4}"/>
          </ac:cxnSpMkLst>
        </pc:cxnChg>
      </pc:sldChg>
      <pc:sldChg chg="addSp delSp modSp add del mod">
        <pc:chgData name="Osvaldo Luiz Santos Pereira" userId="c308351cf5a860c7" providerId="LiveId" clId="{0ACFF002-6690-4328-8D1A-ED1B649787F2}" dt="2025-08-02T15:38:31.217" v="2088" actId="47"/>
        <pc:sldMkLst>
          <pc:docMk/>
          <pc:sldMk cId="617253732" sldId="260"/>
        </pc:sldMkLst>
      </pc:sldChg>
      <pc:sldChg chg="add del">
        <pc:chgData name="Osvaldo Luiz Santos Pereira" userId="c308351cf5a860c7" providerId="LiveId" clId="{0ACFF002-6690-4328-8D1A-ED1B649787F2}" dt="2025-08-02T14:27:51.894" v="281"/>
        <pc:sldMkLst>
          <pc:docMk/>
          <pc:sldMk cId="2172497136" sldId="260"/>
        </pc:sldMkLst>
      </pc:sldChg>
      <pc:sldChg chg="addSp delSp modSp add mod modAnim">
        <pc:chgData name="Osvaldo Luiz Santos Pereira" userId="c308351cf5a860c7" providerId="LiveId" clId="{0ACFF002-6690-4328-8D1A-ED1B649787F2}" dt="2025-08-02T19:28:43.388" v="3611"/>
        <pc:sldMkLst>
          <pc:docMk/>
          <pc:sldMk cId="3070961284" sldId="261"/>
        </pc:sldMkLst>
        <pc:spChg chg="add mod">
          <ac:chgData name="Osvaldo Luiz Santos Pereira" userId="c308351cf5a860c7" providerId="LiveId" clId="{0ACFF002-6690-4328-8D1A-ED1B649787F2}" dt="2025-08-02T15:00:46.785" v="1301"/>
          <ac:spMkLst>
            <pc:docMk/>
            <pc:sldMk cId="3070961284" sldId="261"/>
            <ac:spMk id="2" creationId="{D9C7FC28-1190-494E-4763-E7D858FB69F4}"/>
          </ac:spMkLst>
        </pc:spChg>
        <pc:spChg chg="add mod">
          <ac:chgData name="Osvaldo Luiz Santos Pereira" userId="c308351cf5a860c7" providerId="LiveId" clId="{0ACFF002-6690-4328-8D1A-ED1B649787F2}" dt="2025-08-02T15:42:27.906" v="2134" actId="164"/>
          <ac:spMkLst>
            <pc:docMk/>
            <pc:sldMk cId="3070961284" sldId="261"/>
            <ac:spMk id="6" creationId="{4C82578A-7F3B-96D9-3BC7-957EF437DD1F}"/>
          </ac:spMkLst>
        </pc:spChg>
        <pc:spChg chg="add mod">
          <ac:chgData name="Osvaldo Luiz Santos Pereira" userId="c308351cf5a860c7" providerId="LiveId" clId="{0ACFF002-6690-4328-8D1A-ED1B649787F2}" dt="2025-08-02T15:42:39.092" v="2135" actId="164"/>
          <ac:spMkLst>
            <pc:docMk/>
            <pc:sldMk cId="3070961284" sldId="261"/>
            <ac:spMk id="7" creationId="{231A052A-EB4A-F8FB-611F-8D64E76DEC9D}"/>
          </ac:spMkLst>
        </pc:spChg>
        <pc:spChg chg="add mod">
          <ac:chgData name="Osvaldo Luiz Santos Pereira" userId="c308351cf5a860c7" providerId="LiveId" clId="{0ACFF002-6690-4328-8D1A-ED1B649787F2}" dt="2025-08-02T15:42:48.451" v="2136" actId="164"/>
          <ac:spMkLst>
            <pc:docMk/>
            <pc:sldMk cId="3070961284" sldId="261"/>
            <ac:spMk id="8" creationId="{F1BAEB5B-7E07-BE80-8D6F-9CD922A49E18}"/>
          </ac:spMkLst>
        </pc:spChg>
        <pc:spChg chg="add mod">
          <ac:chgData name="Osvaldo Luiz Santos Pereira" userId="c308351cf5a860c7" providerId="LiveId" clId="{0ACFF002-6690-4328-8D1A-ED1B649787F2}" dt="2025-08-02T15:42:59.047" v="2137" actId="164"/>
          <ac:spMkLst>
            <pc:docMk/>
            <pc:sldMk cId="3070961284" sldId="261"/>
            <ac:spMk id="10" creationId="{962C2E50-B1E7-6CBF-85C2-CC3E512E4CA5}"/>
          </ac:spMkLst>
        </pc:spChg>
        <pc:spChg chg="add mod">
          <ac:chgData name="Osvaldo Luiz Santos Pereira" userId="c308351cf5a860c7" providerId="LiveId" clId="{0ACFF002-6690-4328-8D1A-ED1B649787F2}" dt="2025-08-02T15:43:05.882" v="2138" actId="164"/>
          <ac:spMkLst>
            <pc:docMk/>
            <pc:sldMk cId="3070961284" sldId="261"/>
            <ac:spMk id="12" creationId="{38BE4EC9-E1E9-E369-FAE7-B83832A62FF0}"/>
          </ac:spMkLst>
        </pc:spChg>
        <pc:spChg chg="mod topLvl">
          <ac:chgData name="Osvaldo Luiz Santos Pereira" userId="c308351cf5a860c7" providerId="LiveId" clId="{0ACFF002-6690-4328-8D1A-ED1B649787F2}" dt="2025-08-02T15:42:59.047" v="2137" actId="164"/>
          <ac:spMkLst>
            <pc:docMk/>
            <pc:sldMk cId="3070961284" sldId="261"/>
            <ac:spMk id="15" creationId="{17817E68-2BDD-A0C7-9DB9-CDDC9ABB290E}"/>
          </ac:spMkLst>
        </pc:spChg>
        <pc:spChg chg="mod topLvl">
          <ac:chgData name="Osvaldo Luiz Santos Pereira" userId="c308351cf5a860c7" providerId="LiveId" clId="{0ACFF002-6690-4328-8D1A-ED1B649787F2}" dt="2025-08-02T15:43:05.882" v="2138" actId="164"/>
          <ac:spMkLst>
            <pc:docMk/>
            <pc:sldMk cId="3070961284" sldId="261"/>
            <ac:spMk id="18" creationId="{8E659A0D-63EA-BD64-5354-8B019DD13F0F}"/>
          </ac:spMkLst>
        </pc:spChg>
        <pc:spChg chg="mod topLvl">
          <ac:chgData name="Osvaldo Luiz Santos Pereira" userId="c308351cf5a860c7" providerId="LiveId" clId="{0ACFF002-6690-4328-8D1A-ED1B649787F2}" dt="2025-08-02T15:42:16.893" v="2133" actId="165"/>
          <ac:spMkLst>
            <pc:docMk/>
            <pc:sldMk cId="3070961284" sldId="261"/>
            <ac:spMk id="24" creationId="{07216537-4760-74A7-6563-0AEAB2E28534}"/>
          </ac:spMkLst>
        </pc:spChg>
        <pc:spChg chg="mod topLvl">
          <ac:chgData name="Osvaldo Luiz Santos Pereira" userId="c308351cf5a860c7" providerId="LiveId" clId="{0ACFF002-6690-4328-8D1A-ED1B649787F2}" dt="2025-08-02T15:42:39.092" v="2135" actId="164"/>
          <ac:spMkLst>
            <pc:docMk/>
            <pc:sldMk cId="3070961284" sldId="261"/>
            <ac:spMk id="26" creationId="{E4D3DAD7-B4FD-06D0-A6EA-9B99057F0769}"/>
          </ac:spMkLst>
        </pc:spChg>
        <pc:spChg chg="mod topLvl">
          <ac:chgData name="Osvaldo Luiz Santos Pereira" userId="c308351cf5a860c7" providerId="LiveId" clId="{0ACFF002-6690-4328-8D1A-ED1B649787F2}" dt="2025-08-02T15:42:48.451" v="2136" actId="164"/>
          <ac:spMkLst>
            <pc:docMk/>
            <pc:sldMk cId="3070961284" sldId="261"/>
            <ac:spMk id="27" creationId="{06EBA7A9-8535-3BCE-3503-19C881EF56AC}"/>
          </ac:spMkLst>
        </pc:spChg>
        <pc:spChg chg="mod topLvl">
          <ac:chgData name="Osvaldo Luiz Santos Pereira" userId="c308351cf5a860c7" providerId="LiveId" clId="{0ACFF002-6690-4328-8D1A-ED1B649787F2}" dt="2025-08-02T15:42:08.255" v="2132" actId="165"/>
          <ac:spMkLst>
            <pc:docMk/>
            <pc:sldMk cId="3070961284" sldId="261"/>
            <ac:spMk id="28" creationId="{CE42CC81-F697-0ECD-B351-89A0A0A2BB9F}"/>
          </ac:spMkLst>
        </pc:spChg>
        <pc:spChg chg="mod topLvl">
          <ac:chgData name="Osvaldo Luiz Santos Pereira" userId="c308351cf5a860c7" providerId="LiveId" clId="{0ACFF002-6690-4328-8D1A-ED1B649787F2}" dt="2025-08-02T15:42:27.906" v="2134" actId="164"/>
          <ac:spMkLst>
            <pc:docMk/>
            <pc:sldMk cId="3070961284" sldId="261"/>
            <ac:spMk id="29" creationId="{327AA600-E9B0-CF9E-F6D5-3F5425EDCD87}"/>
          </ac:spMkLst>
        </pc:spChg>
        <pc:grpChg chg="add mod">
          <ac:chgData name="Osvaldo Luiz Santos Pereira" userId="c308351cf5a860c7" providerId="LiveId" clId="{0ACFF002-6690-4328-8D1A-ED1B649787F2}" dt="2025-08-02T15:42:27.906" v="2134" actId="164"/>
          <ac:grpSpMkLst>
            <pc:docMk/>
            <pc:sldMk cId="3070961284" sldId="261"/>
            <ac:grpSpMk id="14" creationId="{1F59FEEE-BE39-C29B-3C78-7C6C3FD012B8}"/>
          </ac:grpSpMkLst>
        </pc:grpChg>
        <pc:grpChg chg="add mod">
          <ac:chgData name="Osvaldo Luiz Santos Pereira" userId="c308351cf5a860c7" providerId="LiveId" clId="{0ACFF002-6690-4328-8D1A-ED1B649787F2}" dt="2025-08-02T15:42:39.092" v="2135" actId="164"/>
          <ac:grpSpMkLst>
            <pc:docMk/>
            <pc:sldMk cId="3070961284" sldId="261"/>
            <ac:grpSpMk id="16" creationId="{E0DCB32E-EED5-F691-0BD1-959CF353E1CD}"/>
          </ac:grpSpMkLst>
        </pc:grpChg>
        <pc:grpChg chg="add mod">
          <ac:chgData name="Osvaldo Luiz Santos Pereira" userId="c308351cf5a860c7" providerId="LiveId" clId="{0ACFF002-6690-4328-8D1A-ED1B649787F2}" dt="2025-08-02T15:42:48.451" v="2136" actId="164"/>
          <ac:grpSpMkLst>
            <pc:docMk/>
            <pc:sldMk cId="3070961284" sldId="261"/>
            <ac:grpSpMk id="19" creationId="{04C4C016-7939-4F1F-19A3-A50AAB2661B5}"/>
          </ac:grpSpMkLst>
        </pc:grpChg>
        <pc:grpChg chg="add mod">
          <ac:chgData name="Osvaldo Luiz Santos Pereira" userId="c308351cf5a860c7" providerId="LiveId" clId="{0ACFF002-6690-4328-8D1A-ED1B649787F2}" dt="2025-08-02T15:42:59.047" v="2137" actId="164"/>
          <ac:grpSpMkLst>
            <pc:docMk/>
            <pc:sldMk cId="3070961284" sldId="261"/>
            <ac:grpSpMk id="20" creationId="{EF12F394-0A65-74D1-6988-EF830F6BE001}"/>
          </ac:grpSpMkLst>
        </pc:grpChg>
        <pc:grpChg chg="add mod">
          <ac:chgData name="Osvaldo Luiz Santos Pereira" userId="c308351cf5a860c7" providerId="LiveId" clId="{0ACFF002-6690-4328-8D1A-ED1B649787F2}" dt="2025-08-02T15:43:05.882" v="2138" actId="164"/>
          <ac:grpSpMkLst>
            <pc:docMk/>
            <pc:sldMk cId="3070961284" sldId="261"/>
            <ac:grpSpMk id="21" creationId="{2BAED5C6-2132-F02B-26DA-D0A6DC7F8938}"/>
          </ac:grpSpMkLst>
        </pc:grpChg>
        <pc:cxnChg chg="mod">
          <ac:chgData name="Osvaldo Luiz Santos Pereira" userId="c308351cf5a860c7" providerId="LiveId" clId="{0ACFF002-6690-4328-8D1A-ED1B649787F2}" dt="2025-08-02T15:41:26.487" v="2128" actId="1037"/>
          <ac:cxnSpMkLst>
            <pc:docMk/>
            <pc:sldMk cId="3070961284" sldId="261"/>
            <ac:cxnSpMk id="11" creationId="{0B3E63B7-85D8-198E-8AC2-FACA99E87CF5}"/>
          </ac:cxnSpMkLst>
        </pc:cxnChg>
        <pc:cxnChg chg="mod">
          <ac:chgData name="Osvaldo Luiz Santos Pereira" userId="c308351cf5a860c7" providerId="LiveId" clId="{0ACFF002-6690-4328-8D1A-ED1B649787F2}" dt="2025-08-02T15:42:59.047" v="2137" actId="164"/>
          <ac:cxnSpMkLst>
            <pc:docMk/>
            <pc:sldMk cId="3070961284" sldId="261"/>
            <ac:cxnSpMk id="13" creationId="{F2680515-4859-6FB9-04E1-7A904E213AE6}"/>
          </ac:cxnSpMkLst>
        </pc:cxnChg>
        <pc:cxnChg chg="mod">
          <ac:chgData name="Osvaldo Luiz Santos Pereira" userId="c308351cf5a860c7" providerId="LiveId" clId="{0ACFF002-6690-4328-8D1A-ED1B649787F2}" dt="2025-08-02T15:43:05.882" v="2138" actId="164"/>
          <ac:cxnSpMkLst>
            <pc:docMk/>
            <pc:sldMk cId="3070961284" sldId="261"/>
            <ac:cxnSpMk id="17" creationId="{1C765E2C-8901-6F1E-1680-85EC9D105DC3}"/>
          </ac:cxnSpMkLst>
        </pc:cxnChg>
      </pc:sldChg>
      <pc:sldChg chg="add del">
        <pc:chgData name="Osvaldo Luiz Santos Pereira" userId="c308351cf5a860c7" providerId="LiveId" clId="{0ACFF002-6690-4328-8D1A-ED1B649787F2}" dt="2025-08-02T14:27:51.397" v="280"/>
        <pc:sldMkLst>
          <pc:docMk/>
          <pc:sldMk cId="3228979579" sldId="261"/>
        </pc:sldMkLst>
      </pc:sldChg>
      <pc:sldChg chg="addSp delSp modSp add mod ord modAnim">
        <pc:chgData name="Osvaldo Luiz Santos Pereira" userId="c308351cf5a860c7" providerId="LiveId" clId="{0ACFF002-6690-4328-8D1A-ED1B649787F2}" dt="2025-08-02T19:29:34.755" v="3615"/>
        <pc:sldMkLst>
          <pc:docMk/>
          <pc:sldMk cId="662823859" sldId="262"/>
        </pc:sldMkLst>
        <pc:spChg chg="add mod">
          <ac:chgData name="Osvaldo Luiz Santos Pereira" userId="c308351cf5a860c7" providerId="LiveId" clId="{0ACFF002-6690-4328-8D1A-ED1B649787F2}" dt="2025-08-02T15:46:46.032" v="2158"/>
          <ac:spMkLst>
            <pc:docMk/>
            <pc:sldMk cId="662823859" sldId="262"/>
            <ac:spMk id="8" creationId="{9D26B2BB-02F9-8CB9-5A21-012801632B5A}"/>
          </ac:spMkLst>
        </pc:spChg>
        <pc:spChg chg="add mod">
          <ac:chgData name="Osvaldo Luiz Santos Pereira" userId="c308351cf5a860c7" providerId="LiveId" clId="{0ACFF002-6690-4328-8D1A-ED1B649787F2}" dt="2025-08-02T15:46:46.032" v="2158"/>
          <ac:spMkLst>
            <pc:docMk/>
            <pc:sldMk cId="662823859" sldId="262"/>
            <ac:spMk id="10" creationId="{C8F5CF70-01B2-30D7-E960-9F3CC1EE2BBF}"/>
          </ac:spMkLst>
        </pc:spChg>
        <pc:spChg chg="mod">
          <ac:chgData name="Osvaldo Luiz Santos Pereira" userId="c308351cf5a860c7" providerId="LiveId" clId="{0ACFF002-6690-4328-8D1A-ED1B649787F2}" dt="2025-08-02T15:55:31.132" v="2297" actId="20577"/>
          <ac:spMkLst>
            <pc:docMk/>
            <pc:sldMk cId="662823859" sldId="262"/>
            <ac:spMk id="25" creationId="{15E2C435-6B52-0879-403B-B85BCB3C8C71}"/>
          </ac:spMkLst>
        </pc:spChg>
        <pc:spChg chg="add mod">
          <ac:chgData name="Osvaldo Luiz Santos Pereira" userId="c308351cf5a860c7" providerId="LiveId" clId="{0ACFF002-6690-4328-8D1A-ED1B649787F2}" dt="2025-08-02T15:53:57.486" v="2265" actId="1076"/>
          <ac:spMkLst>
            <pc:docMk/>
            <pc:sldMk cId="662823859" sldId="262"/>
            <ac:spMk id="30" creationId="{313B7BEF-B15B-B4E9-1D71-1A45CB7B5946}"/>
          </ac:spMkLst>
        </pc:spChg>
        <pc:spChg chg="add mod">
          <ac:chgData name="Osvaldo Luiz Santos Pereira" userId="c308351cf5a860c7" providerId="LiveId" clId="{0ACFF002-6690-4328-8D1A-ED1B649787F2}" dt="2025-08-02T15:53:39.043" v="2264" actId="1076"/>
          <ac:spMkLst>
            <pc:docMk/>
            <pc:sldMk cId="662823859" sldId="262"/>
            <ac:spMk id="31" creationId="{90C847BE-24D3-0DC6-8E93-2CACBE850CCE}"/>
          </ac:spMkLst>
        </pc:spChg>
        <pc:spChg chg="add mod">
          <ac:chgData name="Osvaldo Luiz Santos Pereira" userId="c308351cf5a860c7" providerId="LiveId" clId="{0ACFF002-6690-4328-8D1A-ED1B649787F2}" dt="2025-08-02T15:52:54.275" v="2252" actId="1076"/>
          <ac:spMkLst>
            <pc:docMk/>
            <pc:sldMk cId="662823859" sldId="262"/>
            <ac:spMk id="32" creationId="{295832BD-24DE-5835-767F-E6B8A980FC1E}"/>
          </ac:spMkLst>
        </pc:spChg>
        <pc:spChg chg="add mod">
          <ac:chgData name="Osvaldo Luiz Santos Pereira" userId="c308351cf5a860c7" providerId="LiveId" clId="{0ACFF002-6690-4328-8D1A-ED1B649787F2}" dt="2025-08-02T15:52:47.092" v="2249" actId="403"/>
          <ac:spMkLst>
            <pc:docMk/>
            <pc:sldMk cId="662823859" sldId="262"/>
            <ac:spMk id="39" creationId="{726FAC3B-6D55-F4D0-BE19-51E3293E489C}"/>
          </ac:spMkLst>
        </pc:spChg>
        <pc:spChg chg="add mod">
          <ac:chgData name="Osvaldo Luiz Santos Pereira" userId="c308351cf5a860c7" providerId="LiveId" clId="{0ACFF002-6690-4328-8D1A-ED1B649787F2}" dt="2025-08-02T15:52:47.092" v="2249" actId="403"/>
          <ac:spMkLst>
            <pc:docMk/>
            <pc:sldMk cId="662823859" sldId="262"/>
            <ac:spMk id="40" creationId="{17C0A47B-6632-D54C-7A85-23D766D04ABB}"/>
          </ac:spMkLst>
        </pc:spChg>
        <pc:spChg chg="add mod">
          <ac:chgData name="Osvaldo Luiz Santos Pereira" userId="c308351cf5a860c7" providerId="LiveId" clId="{0ACFF002-6690-4328-8D1A-ED1B649787F2}" dt="2025-08-02T15:53:32.813" v="2262" actId="6549"/>
          <ac:spMkLst>
            <pc:docMk/>
            <pc:sldMk cId="662823859" sldId="262"/>
            <ac:spMk id="47" creationId="{345E9FD1-EF40-10B1-1658-975759962DA9}"/>
          </ac:spMkLst>
        </pc:spChg>
        <pc:grpChg chg="add mod">
          <ac:chgData name="Osvaldo Luiz Santos Pereira" userId="c308351cf5a860c7" providerId="LiveId" clId="{0ACFF002-6690-4328-8D1A-ED1B649787F2}" dt="2025-08-02T15:52:50.378" v="2251" actId="404"/>
          <ac:grpSpMkLst>
            <pc:docMk/>
            <pc:sldMk cId="662823859" sldId="262"/>
            <ac:grpSpMk id="35" creationId="{E3130811-2403-075F-F1D2-47B63978480A}"/>
          </ac:grpSpMkLst>
        </pc:grpChg>
        <pc:grpChg chg="add mod">
          <ac:chgData name="Osvaldo Luiz Santos Pereira" userId="c308351cf5a860c7" providerId="LiveId" clId="{0ACFF002-6690-4328-8D1A-ED1B649787F2}" dt="2025-08-02T15:52:47.092" v="2249" actId="403"/>
          <ac:grpSpMkLst>
            <pc:docMk/>
            <pc:sldMk cId="662823859" sldId="262"/>
            <ac:grpSpMk id="43" creationId="{793A29A3-24B3-5FD1-7DB3-237CA2AA7124}"/>
          </ac:grpSpMkLst>
        </pc:grpChg>
        <pc:grpChg chg="add mod">
          <ac:chgData name="Osvaldo Luiz Santos Pereira" userId="c308351cf5a860c7" providerId="LiveId" clId="{0ACFF002-6690-4328-8D1A-ED1B649787F2}" dt="2025-08-02T15:53:32.813" v="2262" actId="6549"/>
          <ac:grpSpMkLst>
            <pc:docMk/>
            <pc:sldMk cId="662823859" sldId="262"/>
            <ac:grpSpMk id="48" creationId="{F1B431E1-E069-4F2F-C9AF-A532CE4572F2}"/>
          </ac:grpSpMkLst>
        </pc:grpChg>
        <pc:cxnChg chg="add mod">
          <ac:chgData name="Osvaldo Luiz Santos Pereira" userId="c308351cf5a860c7" providerId="LiveId" clId="{0ACFF002-6690-4328-8D1A-ED1B649787F2}" dt="2025-08-02T15:46:46.032" v="2158"/>
          <ac:cxnSpMkLst>
            <pc:docMk/>
            <pc:sldMk cId="662823859" sldId="262"/>
            <ac:cxnSpMk id="12" creationId="{0A2DF97C-8115-FFCA-E3A4-BB9CE8C9A591}"/>
          </ac:cxnSpMkLst>
        </pc:cxnChg>
        <pc:cxnChg chg="add mod">
          <ac:chgData name="Osvaldo Luiz Santos Pereira" userId="c308351cf5a860c7" providerId="LiveId" clId="{0ACFF002-6690-4328-8D1A-ED1B649787F2}" dt="2025-08-02T15:52:50.378" v="2251" actId="404"/>
          <ac:cxnSpMkLst>
            <pc:docMk/>
            <pc:sldMk cId="662823859" sldId="262"/>
            <ac:cxnSpMk id="33" creationId="{1257C818-E738-3D5A-A7E8-42873FB5BBF8}"/>
          </ac:cxnSpMkLst>
        </pc:cxnChg>
        <pc:cxnChg chg="add mod">
          <ac:chgData name="Osvaldo Luiz Santos Pereira" userId="c308351cf5a860c7" providerId="LiveId" clId="{0ACFF002-6690-4328-8D1A-ED1B649787F2}" dt="2025-08-02T15:52:47.092" v="2249" actId="403"/>
          <ac:cxnSpMkLst>
            <pc:docMk/>
            <pc:sldMk cId="662823859" sldId="262"/>
            <ac:cxnSpMk id="36" creationId="{108C732F-0A29-DBF0-D06D-3538C15B92A8}"/>
          </ac:cxnSpMkLst>
        </pc:cxnChg>
        <pc:cxnChg chg="add mod">
          <ac:chgData name="Osvaldo Luiz Santos Pereira" userId="c308351cf5a860c7" providerId="LiveId" clId="{0ACFF002-6690-4328-8D1A-ED1B649787F2}" dt="2025-08-02T15:52:47.092" v="2249" actId="403"/>
          <ac:cxnSpMkLst>
            <pc:docMk/>
            <pc:sldMk cId="662823859" sldId="262"/>
            <ac:cxnSpMk id="41" creationId="{0C3D6344-6AF3-F268-5D06-FDF5C35A8F8C}"/>
          </ac:cxnSpMkLst>
        </pc:cxnChg>
        <pc:cxnChg chg="add mod">
          <ac:chgData name="Osvaldo Luiz Santos Pereira" userId="c308351cf5a860c7" providerId="LiveId" clId="{0ACFF002-6690-4328-8D1A-ED1B649787F2}" dt="2025-08-02T15:53:32.813" v="2262" actId="6549"/>
          <ac:cxnSpMkLst>
            <pc:docMk/>
            <pc:sldMk cId="662823859" sldId="262"/>
            <ac:cxnSpMk id="44" creationId="{216601F6-A50B-DA22-274C-38D4B67D11C1}"/>
          </ac:cxnSpMkLst>
        </pc:cxnChg>
      </pc:sldChg>
      <pc:sldChg chg="addSp delSp modSp add mod ord modAnim">
        <pc:chgData name="Osvaldo Luiz Santos Pereira" userId="c308351cf5a860c7" providerId="LiveId" clId="{0ACFF002-6690-4328-8D1A-ED1B649787F2}" dt="2025-08-02T23:16:28.078" v="4978"/>
        <pc:sldMkLst>
          <pc:docMk/>
          <pc:sldMk cId="507282837" sldId="263"/>
        </pc:sldMkLst>
        <pc:spChg chg="add mod">
          <ac:chgData name="Osvaldo Luiz Santos Pereira" userId="c308351cf5a860c7" providerId="LiveId" clId="{0ACFF002-6690-4328-8D1A-ED1B649787F2}" dt="2025-08-02T20:13:26.914" v="4562" actId="20577"/>
          <ac:spMkLst>
            <pc:docMk/>
            <pc:sldMk cId="507282837" sldId="263"/>
            <ac:spMk id="7" creationId="{063BD863-BE86-4446-7B5A-45BB50DBE21B}"/>
          </ac:spMkLst>
        </pc:spChg>
        <pc:spChg chg="add mod">
          <ac:chgData name="Osvaldo Luiz Santos Pereira" userId="c308351cf5a860c7" providerId="LiveId" clId="{0ACFF002-6690-4328-8D1A-ED1B649787F2}" dt="2025-08-02T20:13:11.969" v="4530" actId="20577"/>
          <ac:spMkLst>
            <pc:docMk/>
            <pc:sldMk cId="507282837" sldId="263"/>
            <ac:spMk id="8" creationId="{74DA5E22-709B-2BE2-4B46-0418533C8A29}"/>
          </ac:spMkLst>
        </pc:spChg>
        <pc:spChg chg="add mod">
          <ac:chgData name="Osvaldo Luiz Santos Pereira" userId="c308351cf5a860c7" providerId="LiveId" clId="{0ACFF002-6690-4328-8D1A-ED1B649787F2}" dt="2025-08-02T20:13:54.695" v="4617" actId="20577"/>
          <ac:spMkLst>
            <pc:docMk/>
            <pc:sldMk cId="507282837" sldId="263"/>
            <ac:spMk id="9" creationId="{37D20117-57A1-62D8-CC09-6787E157DCCE}"/>
          </ac:spMkLst>
        </pc:spChg>
        <pc:spChg chg="add mod">
          <ac:chgData name="Osvaldo Luiz Santos Pereira" userId="c308351cf5a860c7" providerId="LiveId" clId="{0ACFF002-6690-4328-8D1A-ED1B649787F2}" dt="2025-08-02T20:14:30.110" v="4683" actId="20577"/>
          <ac:spMkLst>
            <pc:docMk/>
            <pc:sldMk cId="507282837" sldId="263"/>
            <ac:spMk id="10" creationId="{DAEC2863-06C1-C8E0-CB31-C92E6846982D}"/>
          </ac:spMkLst>
        </pc:spChg>
        <pc:spChg chg="add mod">
          <ac:chgData name="Osvaldo Luiz Santos Pereira" userId="c308351cf5a860c7" providerId="LiveId" clId="{0ACFF002-6690-4328-8D1A-ED1B649787F2}" dt="2025-08-02T20:14:49.577" v="4713" actId="1076"/>
          <ac:spMkLst>
            <pc:docMk/>
            <pc:sldMk cId="507282837" sldId="263"/>
            <ac:spMk id="12" creationId="{81CF10C0-D2A7-B0CA-1AA3-8ED17C32E031}"/>
          </ac:spMkLst>
        </pc:spChg>
        <pc:spChg chg="add mod">
          <ac:chgData name="Osvaldo Luiz Santos Pereira" userId="c308351cf5a860c7" providerId="LiveId" clId="{0ACFF002-6690-4328-8D1A-ED1B649787F2}" dt="2025-08-02T20:16:42.407" v="4841" actId="20577"/>
          <ac:spMkLst>
            <pc:docMk/>
            <pc:sldMk cId="507282837" sldId="263"/>
            <ac:spMk id="13" creationId="{59787C88-3792-E082-3DC7-732C0AA49F5B}"/>
          </ac:spMkLst>
        </pc:spChg>
        <pc:spChg chg="add mod">
          <ac:chgData name="Osvaldo Luiz Santos Pereira" userId="c308351cf5a860c7" providerId="LiveId" clId="{0ACFF002-6690-4328-8D1A-ED1B649787F2}" dt="2025-08-02T20:17:24.581" v="4943" actId="20577"/>
          <ac:spMkLst>
            <pc:docMk/>
            <pc:sldMk cId="507282837" sldId="263"/>
            <ac:spMk id="14" creationId="{483ABAD0-9016-D0C2-6822-7469F0512555}"/>
          </ac:spMkLst>
        </pc:spChg>
      </pc:sldChg>
      <pc:sldChg chg="addSp delSp modSp add mod ord modAnim">
        <pc:chgData name="Osvaldo Luiz Santos Pereira" userId="c308351cf5a860c7" providerId="LiveId" clId="{0ACFF002-6690-4328-8D1A-ED1B649787F2}" dt="2025-08-02T23:14:42.206" v="4973" actId="14100"/>
        <pc:sldMkLst>
          <pc:docMk/>
          <pc:sldMk cId="2247708559" sldId="264"/>
        </pc:sldMkLst>
        <pc:spChg chg="add mod">
          <ac:chgData name="Osvaldo Luiz Santos Pereira" userId="c308351cf5a860c7" providerId="LiveId" clId="{0ACFF002-6690-4328-8D1A-ED1B649787F2}" dt="2025-08-02T20:04:03.481" v="4156" actId="20577"/>
          <ac:spMkLst>
            <pc:docMk/>
            <pc:sldMk cId="2247708559" sldId="264"/>
            <ac:spMk id="3" creationId="{2994D3C5-90AB-9C83-B1D4-239ECFBA0733}"/>
          </ac:spMkLst>
        </pc:spChg>
        <pc:spChg chg="add mod">
          <ac:chgData name="Osvaldo Luiz Santos Pereira" userId="c308351cf5a860c7" providerId="LiveId" clId="{0ACFF002-6690-4328-8D1A-ED1B649787F2}" dt="2025-08-02T23:14:30.612" v="4971" actId="14100"/>
          <ac:spMkLst>
            <pc:docMk/>
            <pc:sldMk cId="2247708559" sldId="264"/>
            <ac:spMk id="4" creationId="{E1641B24-56D1-EEB1-CC68-AEAE1D6ED453}"/>
          </ac:spMkLst>
        </pc:spChg>
        <pc:spChg chg="add mod">
          <ac:chgData name="Osvaldo Luiz Santos Pereira" userId="c308351cf5a860c7" providerId="LiveId" clId="{0ACFF002-6690-4328-8D1A-ED1B649787F2}" dt="2025-08-02T23:14:42.206" v="4973" actId="14100"/>
          <ac:spMkLst>
            <pc:docMk/>
            <pc:sldMk cId="2247708559" sldId="264"/>
            <ac:spMk id="5" creationId="{87E7C7CF-2955-4F0A-3231-E01CDD7495E7}"/>
          </ac:spMkLst>
        </pc:spChg>
        <pc:spChg chg="add mod">
          <ac:chgData name="Osvaldo Luiz Santos Pereira" userId="c308351cf5a860c7" providerId="LiveId" clId="{0ACFF002-6690-4328-8D1A-ED1B649787F2}" dt="2025-08-02T20:09:06.282" v="4304" actId="1035"/>
          <ac:spMkLst>
            <pc:docMk/>
            <pc:sldMk cId="2247708559" sldId="264"/>
            <ac:spMk id="7" creationId="{499F9A7F-4E39-8DAD-4D70-6F4870D04046}"/>
          </ac:spMkLst>
        </pc:spChg>
        <pc:spChg chg="add mod">
          <ac:chgData name="Osvaldo Luiz Santos Pereira" userId="c308351cf5a860c7" providerId="LiveId" clId="{0ACFF002-6690-4328-8D1A-ED1B649787F2}" dt="2025-08-02T20:09:56.944" v="4334" actId="1076"/>
          <ac:spMkLst>
            <pc:docMk/>
            <pc:sldMk cId="2247708559" sldId="264"/>
            <ac:spMk id="8" creationId="{607E442F-E34A-C0B7-0819-582EC3A8C177}"/>
          </ac:spMkLst>
        </pc:spChg>
        <pc:spChg chg="add mod">
          <ac:chgData name="Osvaldo Luiz Santos Pereira" userId="c308351cf5a860c7" providerId="LiveId" clId="{0ACFF002-6690-4328-8D1A-ED1B649787F2}" dt="2025-08-02T20:09:56.944" v="4334" actId="1076"/>
          <ac:spMkLst>
            <pc:docMk/>
            <pc:sldMk cId="2247708559" sldId="264"/>
            <ac:spMk id="10" creationId="{DBF5EB15-B667-EF28-C8B5-B341CE9C9E56}"/>
          </ac:spMkLst>
        </pc:spChg>
      </pc:sldChg>
      <pc:sldChg chg="addSp delSp modSp add mod ord delAnim modAnim">
        <pc:chgData name="Osvaldo Luiz Santos Pereira" userId="c308351cf5a860c7" providerId="LiveId" clId="{0ACFF002-6690-4328-8D1A-ED1B649787F2}" dt="2025-08-02T20:16:13.876" v="4808" actId="20577"/>
        <pc:sldMkLst>
          <pc:docMk/>
          <pc:sldMk cId="4211106752" sldId="265"/>
        </pc:sldMkLst>
        <pc:spChg chg="add mod">
          <ac:chgData name="Osvaldo Luiz Santos Pereira" userId="c308351cf5a860c7" providerId="LiveId" clId="{0ACFF002-6690-4328-8D1A-ED1B649787F2}" dt="2025-08-02T19:46:23.438" v="3842" actId="1076"/>
          <ac:spMkLst>
            <pc:docMk/>
            <pc:sldMk cId="4211106752" sldId="265"/>
            <ac:spMk id="3" creationId="{4321FE0D-E427-D88D-8D83-1AC042F87050}"/>
          </ac:spMkLst>
        </pc:spChg>
        <pc:spChg chg="add mod">
          <ac:chgData name="Osvaldo Luiz Santos Pereira" userId="c308351cf5a860c7" providerId="LiveId" clId="{0ACFF002-6690-4328-8D1A-ED1B649787F2}" dt="2025-08-02T19:46:23.438" v="3842" actId="1076"/>
          <ac:spMkLst>
            <pc:docMk/>
            <pc:sldMk cId="4211106752" sldId="265"/>
            <ac:spMk id="4" creationId="{ECCA6542-FE7D-54BD-35A7-ACB76C7F1167}"/>
          </ac:spMkLst>
        </pc:spChg>
        <pc:spChg chg="add mod topLvl">
          <ac:chgData name="Osvaldo Luiz Santos Pereira" userId="c308351cf5a860c7" providerId="LiveId" clId="{0ACFF002-6690-4328-8D1A-ED1B649787F2}" dt="2025-08-02T19:33:36.438" v="3647" actId="164"/>
          <ac:spMkLst>
            <pc:docMk/>
            <pc:sldMk cId="4211106752" sldId="265"/>
            <ac:spMk id="9" creationId="{38321173-525E-8F4E-1FFD-5A40A41ED340}"/>
          </ac:spMkLst>
        </pc:spChg>
        <pc:spChg chg="add mod topLvl">
          <ac:chgData name="Osvaldo Luiz Santos Pereira" userId="c308351cf5a860c7" providerId="LiveId" clId="{0ACFF002-6690-4328-8D1A-ED1B649787F2}" dt="2025-08-02T19:38:55.373" v="3781" actId="571"/>
          <ac:spMkLst>
            <pc:docMk/>
            <pc:sldMk cId="4211106752" sldId="265"/>
            <ac:spMk id="12" creationId="{8A84B9F3-8EE0-0BF1-D852-A21819EAA19B}"/>
          </ac:spMkLst>
        </pc:spChg>
        <pc:spChg chg="add mod">
          <ac:chgData name="Osvaldo Luiz Santos Pereira" userId="c308351cf5a860c7" providerId="LiveId" clId="{0ACFF002-6690-4328-8D1A-ED1B649787F2}" dt="2025-08-02T20:16:13.876" v="4808" actId="20577"/>
          <ac:spMkLst>
            <pc:docMk/>
            <pc:sldMk cId="4211106752" sldId="265"/>
            <ac:spMk id="29" creationId="{3D84F897-BBA7-CD10-04C4-2EACEE9A1D90}"/>
          </ac:spMkLst>
        </pc:spChg>
        <pc:spChg chg="add mod">
          <ac:chgData name="Osvaldo Luiz Santos Pereira" userId="c308351cf5a860c7" providerId="LiveId" clId="{0ACFF002-6690-4328-8D1A-ED1B649787F2}" dt="2025-08-02T19:33:36.438" v="3647" actId="164"/>
          <ac:spMkLst>
            <pc:docMk/>
            <pc:sldMk cId="4211106752" sldId="265"/>
            <ac:spMk id="31" creationId="{39FC210B-4D24-367F-D335-062677F8D22D}"/>
          </ac:spMkLst>
        </pc:spChg>
        <pc:spChg chg="add mod">
          <ac:chgData name="Osvaldo Luiz Santos Pereira" userId="c308351cf5a860c7" providerId="LiveId" clId="{0ACFF002-6690-4328-8D1A-ED1B649787F2}" dt="2025-08-02T19:38:55.373" v="3781" actId="571"/>
          <ac:spMkLst>
            <pc:docMk/>
            <pc:sldMk cId="4211106752" sldId="265"/>
            <ac:spMk id="33" creationId="{D483EA88-B270-8D95-7EFA-B6BDF998008A}"/>
          </ac:spMkLst>
        </pc:spChg>
        <pc:spChg chg="add mod">
          <ac:chgData name="Osvaldo Luiz Santos Pereira" userId="c308351cf5a860c7" providerId="LiveId" clId="{0ACFF002-6690-4328-8D1A-ED1B649787F2}" dt="2025-08-02T19:46:26.230" v="3843" actId="1076"/>
          <ac:spMkLst>
            <pc:docMk/>
            <pc:sldMk cId="4211106752" sldId="265"/>
            <ac:spMk id="36" creationId="{0EC2E6F4-E571-9C68-CE31-E94CEABE66C3}"/>
          </ac:spMkLst>
        </pc:spChg>
        <pc:spChg chg="add mod">
          <ac:chgData name="Osvaldo Luiz Santos Pereira" userId="c308351cf5a860c7" providerId="LiveId" clId="{0ACFF002-6690-4328-8D1A-ED1B649787F2}" dt="2025-08-02T19:46:30.860" v="3844" actId="1076"/>
          <ac:spMkLst>
            <pc:docMk/>
            <pc:sldMk cId="4211106752" sldId="265"/>
            <ac:spMk id="37" creationId="{040952C1-1C84-11BB-0B80-F23445F4D771}"/>
          </ac:spMkLst>
        </pc:spChg>
        <pc:spChg chg="add mod">
          <ac:chgData name="Osvaldo Luiz Santos Pereira" userId="c308351cf5a860c7" providerId="LiveId" clId="{0ACFF002-6690-4328-8D1A-ED1B649787F2}" dt="2025-08-02T19:44:21.052" v="3834" actId="164"/>
          <ac:spMkLst>
            <pc:docMk/>
            <pc:sldMk cId="4211106752" sldId="265"/>
            <ac:spMk id="40" creationId="{AF934D29-C6CF-6D0F-F0B8-6AB4B37D955B}"/>
          </ac:spMkLst>
        </pc:spChg>
        <pc:spChg chg="add mod">
          <ac:chgData name="Osvaldo Luiz Santos Pereira" userId="c308351cf5a860c7" providerId="LiveId" clId="{0ACFF002-6690-4328-8D1A-ED1B649787F2}" dt="2025-08-02T19:44:21.052" v="3834" actId="164"/>
          <ac:spMkLst>
            <pc:docMk/>
            <pc:sldMk cId="4211106752" sldId="265"/>
            <ac:spMk id="41" creationId="{F6C17CFB-C72C-170E-22B9-99C579110C81}"/>
          </ac:spMkLst>
        </pc:spChg>
        <pc:spChg chg="add mod">
          <ac:chgData name="Osvaldo Luiz Santos Pereira" userId="c308351cf5a860c7" providerId="LiveId" clId="{0ACFF002-6690-4328-8D1A-ED1B649787F2}" dt="2025-08-02T19:48:57.330" v="3864" actId="1076"/>
          <ac:spMkLst>
            <pc:docMk/>
            <pc:sldMk cId="4211106752" sldId="265"/>
            <ac:spMk id="42" creationId="{BE4271B7-3409-30A4-57F7-4845B38C693B}"/>
          </ac:spMkLst>
        </pc:spChg>
        <pc:spChg chg="add mod">
          <ac:chgData name="Osvaldo Luiz Santos Pereira" userId="c308351cf5a860c7" providerId="LiveId" clId="{0ACFF002-6690-4328-8D1A-ED1B649787F2}" dt="2025-08-02T19:48:52.944" v="3863" actId="1076"/>
          <ac:spMkLst>
            <pc:docMk/>
            <pc:sldMk cId="4211106752" sldId="265"/>
            <ac:spMk id="43" creationId="{2CE92772-E47B-9AAC-6C2F-EEB16C7B8DA3}"/>
          </ac:spMkLst>
        </pc:spChg>
        <pc:spChg chg="add mod">
          <ac:chgData name="Osvaldo Luiz Santos Pereira" userId="c308351cf5a860c7" providerId="LiveId" clId="{0ACFF002-6690-4328-8D1A-ED1B649787F2}" dt="2025-08-02T19:48:41.809" v="3861" actId="6549"/>
          <ac:spMkLst>
            <pc:docMk/>
            <pc:sldMk cId="4211106752" sldId="265"/>
            <ac:spMk id="44" creationId="{7740DD61-C6C2-14A9-B3B6-5A288272E0CB}"/>
          </ac:spMkLst>
        </pc:spChg>
        <pc:grpChg chg="add mod">
          <ac:chgData name="Osvaldo Luiz Santos Pereira" userId="c308351cf5a860c7" providerId="LiveId" clId="{0ACFF002-6690-4328-8D1A-ED1B649787F2}" dt="2025-08-02T19:46:23.438" v="3842" actId="1076"/>
          <ac:grpSpMkLst>
            <pc:docMk/>
            <pc:sldMk cId="4211106752" sldId="265"/>
            <ac:grpSpMk id="34" creationId="{90B09F56-4B0D-D53D-6021-519027F1739A}"/>
          </ac:grpSpMkLst>
        </pc:grpChg>
        <pc:grpChg chg="add mod">
          <ac:chgData name="Osvaldo Luiz Santos Pereira" userId="c308351cf5a860c7" providerId="LiveId" clId="{0ACFF002-6690-4328-8D1A-ED1B649787F2}" dt="2025-08-02T19:46:23.438" v="3842" actId="1076"/>
          <ac:grpSpMkLst>
            <pc:docMk/>
            <pc:sldMk cId="4211106752" sldId="265"/>
            <ac:grpSpMk id="35" creationId="{D5ADEA0A-5EB6-06D3-AD14-1499EB12102B}"/>
          </ac:grpSpMkLst>
        </pc:grpChg>
        <pc:grpChg chg="add mod">
          <ac:chgData name="Osvaldo Luiz Santos Pereira" userId="c308351cf5a860c7" providerId="LiveId" clId="{0ACFF002-6690-4328-8D1A-ED1B649787F2}" dt="2025-08-02T19:46:30.860" v="3844" actId="1076"/>
          <ac:grpSpMkLst>
            <pc:docMk/>
            <pc:sldMk cId="4211106752" sldId="265"/>
            <ac:grpSpMk id="45" creationId="{3FC2128C-8694-6589-E951-69D74CDFD3ED}"/>
          </ac:grpSpMkLst>
        </pc:grpChg>
        <pc:grpChg chg="add mod">
          <ac:chgData name="Osvaldo Luiz Santos Pereira" userId="c308351cf5a860c7" providerId="LiveId" clId="{0ACFF002-6690-4328-8D1A-ED1B649787F2}" dt="2025-08-02T19:48:38.316" v="3860" actId="20577"/>
          <ac:grpSpMkLst>
            <pc:docMk/>
            <pc:sldMk cId="4211106752" sldId="265"/>
            <ac:grpSpMk id="46" creationId="{8F7C8E0F-6FDF-3A70-917F-0BB66A7EF2BE}"/>
          </ac:grpSpMkLst>
        </pc:grpChg>
      </pc:sldChg>
      <pc:sldChg chg="addSp delSp modSp add mod ord modAnim">
        <pc:chgData name="Osvaldo Luiz Santos Pereira" userId="c308351cf5a860c7" providerId="LiveId" clId="{0ACFF002-6690-4328-8D1A-ED1B649787F2}" dt="2025-08-02T19:30:09.353" v="3620"/>
        <pc:sldMkLst>
          <pc:docMk/>
          <pc:sldMk cId="925325881" sldId="266"/>
        </pc:sldMkLst>
        <pc:spChg chg="add mod">
          <ac:chgData name="Osvaldo Luiz Santos Pereira" userId="c308351cf5a860c7" providerId="LiveId" clId="{0ACFF002-6690-4328-8D1A-ED1B649787F2}" dt="2025-08-02T16:02:05.003" v="2344"/>
          <ac:spMkLst>
            <pc:docMk/>
            <pc:sldMk cId="925325881" sldId="266"/>
            <ac:spMk id="2" creationId="{9D5D4BFA-8E23-A445-7DDB-B9A55E3AFEBC}"/>
          </ac:spMkLst>
        </pc:spChg>
        <pc:spChg chg="mod">
          <ac:chgData name="Osvaldo Luiz Santos Pereira" userId="c308351cf5a860c7" providerId="LiveId" clId="{0ACFF002-6690-4328-8D1A-ED1B649787F2}" dt="2025-08-02T16:02:13.988" v="2345"/>
          <ac:spMkLst>
            <pc:docMk/>
            <pc:sldMk cId="925325881" sldId="266"/>
            <ac:spMk id="4" creationId="{DF25C683-5394-9CFE-2523-6EC4935AFB28}"/>
          </ac:spMkLst>
        </pc:spChg>
        <pc:spChg chg="mod">
          <ac:chgData name="Osvaldo Luiz Santos Pereira" userId="c308351cf5a860c7" providerId="LiveId" clId="{0ACFF002-6690-4328-8D1A-ED1B649787F2}" dt="2025-08-02T16:02:13.988" v="2345"/>
          <ac:spMkLst>
            <pc:docMk/>
            <pc:sldMk cId="925325881" sldId="266"/>
            <ac:spMk id="5" creationId="{A7A26FF8-B60C-1266-B32C-5EE37DD5F9E5}"/>
          </ac:spMkLst>
        </pc:spChg>
        <pc:spChg chg="mod">
          <ac:chgData name="Osvaldo Luiz Santos Pereira" userId="c308351cf5a860c7" providerId="LiveId" clId="{0ACFF002-6690-4328-8D1A-ED1B649787F2}" dt="2025-08-02T16:02:13.988" v="2345"/>
          <ac:spMkLst>
            <pc:docMk/>
            <pc:sldMk cId="925325881" sldId="266"/>
            <ac:spMk id="7" creationId="{584AC07F-F4E7-2B21-BA41-9378840339A2}"/>
          </ac:spMkLst>
        </pc:spChg>
        <pc:spChg chg="mod">
          <ac:chgData name="Osvaldo Luiz Santos Pereira" userId="c308351cf5a860c7" providerId="LiveId" clId="{0ACFF002-6690-4328-8D1A-ED1B649787F2}" dt="2025-08-02T16:02:13.988" v="2345"/>
          <ac:spMkLst>
            <pc:docMk/>
            <pc:sldMk cId="925325881" sldId="266"/>
            <ac:spMk id="8" creationId="{218B63D5-10A7-3978-99AD-7E82914D15B1}"/>
          </ac:spMkLst>
        </pc:spChg>
        <pc:spChg chg="mod">
          <ac:chgData name="Osvaldo Luiz Santos Pereira" userId="c308351cf5a860c7" providerId="LiveId" clId="{0ACFF002-6690-4328-8D1A-ED1B649787F2}" dt="2025-08-02T16:02:13.988" v="2345"/>
          <ac:spMkLst>
            <pc:docMk/>
            <pc:sldMk cId="925325881" sldId="266"/>
            <ac:spMk id="9" creationId="{DCFD8742-C7FE-F955-04F9-3CD471BB3179}"/>
          </ac:spMkLst>
        </pc:spChg>
        <pc:spChg chg="add mod">
          <ac:chgData name="Osvaldo Luiz Santos Pereira" userId="c308351cf5a860c7" providerId="LiveId" clId="{0ACFF002-6690-4328-8D1A-ED1B649787F2}" dt="2025-08-02T16:03:32.200" v="2357" actId="164"/>
          <ac:spMkLst>
            <pc:docMk/>
            <pc:sldMk cId="925325881" sldId="266"/>
            <ac:spMk id="12" creationId="{C07D57A2-0A04-17E9-53F4-97B26FE3C13E}"/>
          </ac:spMkLst>
        </pc:spChg>
        <pc:spChg chg="add mod">
          <ac:chgData name="Osvaldo Luiz Santos Pereira" userId="c308351cf5a860c7" providerId="LiveId" clId="{0ACFF002-6690-4328-8D1A-ED1B649787F2}" dt="2025-08-02T16:03:32.200" v="2357" actId="164"/>
          <ac:spMkLst>
            <pc:docMk/>
            <pc:sldMk cId="925325881" sldId="266"/>
            <ac:spMk id="16" creationId="{7AF5C8A5-206D-ED0E-D3F0-D6618328B167}"/>
          </ac:spMkLst>
        </pc:spChg>
        <pc:spChg chg="mod">
          <ac:chgData name="Osvaldo Luiz Santos Pereira" userId="c308351cf5a860c7" providerId="LiveId" clId="{0ACFF002-6690-4328-8D1A-ED1B649787F2}" dt="2025-08-02T16:03:58.889" v="2368" actId="6549"/>
          <ac:spMkLst>
            <pc:docMk/>
            <pc:sldMk cId="925325881" sldId="266"/>
            <ac:spMk id="20" creationId="{BA02CA25-7410-7F16-3258-5B801DEF1B94}"/>
          </ac:spMkLst>
        </pc:spChg>
        <pc:spChg chg="mod">
          <ac:chgData name="Osvaldo Luiz Santos Pereira" userId="c308351cf5a860c7" providerId="LiveId" clId="{0ACFF002-6690-4328-8D1A-ED1B649787F2}" dt="2025-08-02T16:03:54.359" v="2365" actId="6549"/>
          <ac:spMkLst>
            <pc:docMk/>
            <pc:sldMk cId="925325881" sldId="266"/>
            <ac:spMk id="22" creationId="{5D7F30A6-2FDE-D2E3-BD15-37929DCFFC4C}"/>
          </ac:spMkLst>
        </pc:spChg>
        <pc:grpChg chg="add mod">
          <ac:chgData name="Osvaldo Luiz Santos Pereira" userId="c308351cf5a860c7" providerId="LiveId" clId="{0ACFF002-6690-4328-8D1A-ED1B649787F2}" dt="2025-08-02T16:02:13.988" v="2345"/>
          <ac:grpSpMkLst>
            <pc:docMk/>
            <pc:sldMk cId="925325881" sldId="266"/>
            <ac:grpSpMk id="3" creationId="{9D052887-71E5-F520-FD97-8EB3A2DDF42B}"/>
          </ac:grpSpMkLst>
        </pc:grpChg>
        <pc:grpChg chg="add mod">
          <ac:chgData name="Osvaldo Luiz Santos Pereira" userId="c308351cf5a860c7" providerId="LiveId" clId="{0ACFF002-6690-4328-8D1A-ED1B649787F2}" dt="2025-08-02T16:02:13.988" v="2345"/>
          <ac:grpSpMkLst>
            <pc:docMk/>
            <pc:sldMk cId="925325881" sldId="266"/>
            <ac:grpSpMk id="6" creationId="{84CEC8FB-7A83-A7A7-BCB0-0B8EBEF7D9D9}"/>
          </ac:grpSpMkLst>
        </pc:grpChg>
        <pc:grpChg chg="add mod">
          <ac:chgData name="Osvaldo Luiz Santos Pereira" userId="c308351cf5a860c7" providerId="LiveId" clId="{0ACFF002-6690-4328-8D1A-ED1B649787F2}" dt="2025-08-02T16:03:44.823" v="2360" actId="1076"/>
          <ac:grpSpMkLst>
            <pc:docMk/>
            <pc:sldMk cId="925325881" sldId="266"/>
            <ac:grpSpMk id="17" creationId="{DDB13A5C-B1B9-2129-1759-DA7F0BA481DB}"/>
          </ac:grpSpMkLst>
        </pc:grpChg>
        <pc:grpChg chg="add mod">
          <ac:chgData name="Osvaldo Luiz Santos Pereira" userId="c308351cf5a860c7" providerId="LiveId" clId="{0ACFF002-6690-4328-8D1A-ED1B649787F2}" dt="2025-08-02T16:04:21.226" v="2373" actId="1076"/>
          <ac:grpSpMkLst>
            <pc:docMk/>
            <pc:sldMk cId="925325881" sldId="266"/>
            <ac:grpSpMk id="18" creationId="{258117DE-7E6A-A9C3-0C1F-901D80CE2F02}"/>
          </ac:grpSpMkLst>
        </pc:grpChg>
        <pc:cxnChg chg="add mod">
          <ac:chgData name="Osvaldo Luiz Santos Pereira" userId="c308351cf5a860c7" providerId="LiveId" clId="{0ACFF002-6690-4328-8D1A-ED1B649787F2}" dt="2025-08-02T16:02:13.988" v="2345"/>
          <ac:cxnSpMkLst>
            <pc:docMk/>
            <pc:sldMk cId="925325881" sldId="266"/>
            <ac:cxnSpMk id="10" creationId="{2E07FA56-A9C8-61EF-17E0-D97AD4326213}"/>
          </ac:cxnSpMkLst>
        </pc:cxnChg>
        <pc:cxnChg chg="add mod">
          <ac:chgData name="Osvaldo Luiz Santos Pereira" userId="c308351cf5a860c7" providerId="LiveId" clId="{0ACFF002-6690-4328-8D1A-ED1B649787F2}" dt="2025-08-02T16:03:32.200" v="2357" actId="164"/>
          <ac:cxnSpMkLst>
            <pc:docMk/>
            <pc:sldMk cId="925325881" sldId="266"/>
            <ac:cxnSpMk id="11" creationId="{E28CC2CA-5DBF-6CEE-AB7C-B742B991EE29}"/>
          </ac:cxnSpMkLst>
        </pc:cxnChg>
        <pc:cxnChg chg="add mod">
          <ac:chgData name="Osvaldo Luiz Santos Pereira" userId="c308351cf5a860c7" providerId="LiveId" clId="{0ACFF002-6690-4328-8D1A-ED1B649787F2}" dt="2025-08-02T16:03:32.200" v="2357" actId="164"/>
          <ac:cxnSpMkLst>
            <pc:docMk/>
            <pc:sldMk cId="925325881" sldId="266"/>
            <ac:cxnSpMk id="13" creationId="{A743B4CF-7966-788A-34BE-37C63819083C}"/>
          </ac:cxnSpMkLst>
        </pc:cxnChg>
        <pc:cxnChg chg="mod">
          <ac:chgData name="Osvaldo Luiz Santos Pereira" userId="c308351cf5a860c7" providerId="LiveId" clId="{0ACFF002-6690-4328-8D1A-ED1B649787F2}" dt="2025-08-02T16:03:47.814" v="2361" actId="571"/>
          <ac:cxnSpMkLst>
            <pc:docMk/>
            <pc:sldMk cId="925325881" sldId="266"/>
            <ac:cxnSpMk id="19" creationId="{1E0C70C1-1936-7F02-E437-39F253F6E091}"/>
          </ac:cxnSpMkLst>
        </pc:cxnChg>
        <pc:cxnChg chg="mod">
          <ac:chgData name="Osvaldo Luiz Santos Pereira" userId="c308351cf5a860c7" providerId="LiveId" clId="{0ACFF002-6690-4328-8D1A-ED1B649787F2}" dt="2025-08-02T16:03:47.814" v="2361" actId="571"/>
          <ac:cxnSpMkLst>
            <pc:docMk/>
            <pc:sldMk cId="925325881" sldId="266"/>
            <ac:cxnSpMk id="21" creationId="{DD0D1737-D89D-CF14-3891-764500DB5A6B}"/>
          </ac:cxnSpMkLst>
        </pc:cxnChg>
      </pc:sldChg>
      <pc:sldChg chg="addSp delSp modSp add mod modAnim">
        <pc:chgData name="Osvaldo Luiz Santos Pereira" userId="c308351cf5a860c7" providerId="LiveId" clId="{0ACFF002-6690-4328-8D1A-ED1B649787F2}" dt="2025-08-02T19:31:30.959" v="3630"/>
        <pc:sldMkLst>
          <pc:docMk/>
          <pc:sldMk cId="1289244108" sldId="267"/>
        </pc:sldMkLst>
        <pc:spChg chg="topLvl">
          <ac:chgData name="Osvaldo Luiz Santos Pereira" userId="c308351cf5a860c7" providerId="LiveId" clId="{0ACFF002-6690-4328-8D1A-ED1B649787F2}" dt="2025-08-02T16:16:22.922" v="2463" actId="478"/>
          <ac:spMkLst>
            <pc:docMk/>
            <pc:sldMk cId="1289244108" sldId="267"/>
            <ac:spMk id="4" creationId="{75DFE6E5-7E5A-01C1-EE01-C50AA1F569B4}"/>
          </ac:spMkLst>
        </pc:spChg>
        <pc:spChg chg="add mod">
          <ac:chgData name="Osvaldo Luiz Santos Pereira" userId="c308351cf5a860c7" providerId="LiveId" clId="{0ACFF002-6690-4328-8D1A-ED1B649787F2}" dt="2025-08-02T16:12:24.561" v="2424" actId="164"/>
          <ac:spMkLst>
            <pc:docMk/>
            <pc:sldMk cId="1289244108" sldId="267"/>
            <ac:spMk id="27" creationId="{0507DCF8-F662-287D-4113-CC76B5D4F49F}"/>
          </ac:spMkLst>
        </pc:spChg>
        <pc:spChg chg="add mod">
          <ac:chgData name="Osvaldo Luiz Santos Pereira" userId="c308351cf5a860c7" providerId="LiveId" clId="{0ACFF002-6690-4328-8D1A-ED1B649787F2}" dt="2025-08-02T16:12:44.065" v="2427" actId="164"/>
          <ac:spMkLst>
            <pc:docMk/>
            <pc:sldMk cId="1289244108" sldId="267"/>
            <ac:spMk id="31" creationId="{033A63B7-339A-DAE2-923A-F3B5A4ED58EA}"/>
          </ac:spMkLst>
        </pc:spChg>
        <pc:spChg chg="add mod">
          <ac:chgData name="Osvaldo Luiz Santos Pereira" userId="c308351cf5a860c7" providerId="LiveId" clId="{0ACFF002-6690-4328-8D1A-ED1B649787F2}" dt="2025-08-02T16:12:36.356" v="2426" actId="164"/>
          <ac:spMkLst>
            <pc:docMk/>
            <pc:sldMk cId="1289244108" sldId="267"/>
            <ac:spMk id="34" creationId="{9D042782-727C-4CCE-1C3D-8A97959A9A31}"/>
          </ac:spMkLst>
        </pc:spChg>
        <pc:spChg chg="add mod">
          <ac:chgData name="Osvaldo Luiz Santos Pereira" userId="c308351cf5a860c7" providerId="LiveId" clId="{0ACFF002-6690-4328-8D1A-ED1B649787F2}" dt="2025-08-02T16:12:30.467" v="2425" actId="164"/>
          <ac:spMkLst>
            <pc:docMk/>
            <pc:sldMk cId="1289244108" sldId="267"/>
            <ac:spMk id="38" creationId="{9EE748B1-44C6-A3BF-7B28-0280F2290B30}"/>
          </ac:spMkLst>
        </pc:spChg>
        <pc:grpChg chg="add mod">
          <ac:chgData name="Osvaldo Luiz Santos Pereira" userId="c308351cf5a860c7" providerId="LiveId" clId="{0ACFF002-6690-4328-8D1A-ED1B649787F2}" dt="2025-08-02T16:12:24.561" v="2424" actId="164"/>
          <ac:grpSpMkLst>
            <pc:docMk/>
            <pc:sldMk cId="1289244108" sldId="267"/>
            <ac:grpSpMk id="39" creationId="{1838B8BB-4856-BCB6-747D-8BFE549FBDD9}"/>
          </ac:grpSpMkLst>
        </pc:grpChg>
        <pc:grpChg chg="add mod">
          <ac:chgData name="Osvaldo Luiz Santos Pereira" userId="c308351cf5a860c7" providerId="LiveId" clId="{0ACFF002-6690-4328-8D1A-ED1B649787F2}" dt="2025-08-02T16:12:30.467" v="2425" actId="164"/>
          <ac:grpSpMkLst>
            <pc:docMk/>
            <pc:sldMk cId="1289244108" sldId="267"/>
            <ac:grpSpMk id="40" creationId="{BF76EB8C-0DD2-213A-BD4E-3A47751B8715}"/>
          </ac:grpSpMkLst>
        </pc:grpChg>
        <pc:grpChg chg="add mod">
          <ac:chgData name="Osvaldo Luiz Santos Pereira" userId="c308351cf5a860c7" providerId="LiveId" clId="{0ACFF002-6690-4328-8D1A-ED1B649787F2}" dt="2025-08-02T16:12:36.356" v="2426" actId="164"/>
          <ac:grpSpMkLst>
            <pc:docMk/>
            <pc:sldMk cId="1289244108" sldId="267"/>
            <ac:grpSpMk id="41" creationId="{6ABC697C-9FB5-8118-386B-4114146246FB}"/>
          </ac:grpSpMkLst>
        </pc:grpChg>
        <pc:grpChg chg="add mod">
          <ac:chgData name="Osvaldo Luiz Santos Pereira" userId="c308351cf5a860c7" providerId="LiveId" clId="{0ACFF002-6690-4328-8D1A-ED1B649787F2}" dt="2025-08-02T16:12:44.065" v="2427" actId="164"/>
          <ac:grpSpMkLst>
            <pc:docMk/>
            <pc:sldMk cId="1289244108" sldId="267"/>
            <ac:grpSpMk id="42" creationId="{CD5171F7-4C4B-1DEC-B797-F8200B067A08}"/>
          </ac:grpSpMkLst>
        </pc:grpChg>
        <pc:cxnChg chg="mod topLvl">
          <ac:chgData name="Osvaldo Luiz Santos Pereira" userId="c308351cf5a860c7" providerId="LiveId" clId="{0ACFF002-6690-4328-8D1A-ED1B649787F2}" dt="2025-08-02T16:07:52.197" v="2389" actId="1036"/>
          <ac:cxnSpMkLst>
            <pc:docMk/>
            <pc:sldMk cId="1289244108" sldId="267"/>
            <ac:cxnSpMk id="19" creationId="{38DEA34D-E4C0-48AF-6E08-9600F93A0F01}"/>
          </ac:cxnSpMkLst>
        </pc:cxnChg>
        <pc:cxnChg chg="mod topLvl">
          <ac:chgData name="Osvaldo Luiz Santos Pereira" userId="c308351cf5a860c7" providerId="LiveId" clId="{0ACFF002-6690-4328-8D1A-ED1B649787F2}" dt="2025-08-02T16:08:01.076" v="2391" actId="14100"/>
          <ac:cxnSpMkLst>
            <pc:docMk/>
            <pc:sldMk cId="1289244108" sldId="267"/>
            <ac:cxnSpMk id="21" creationId="{34F5CF1A-2AFC-FF0B-4443-D43220D3867A}"/>
          </ac:cxnSpMkLst>
        </pc:cxnChg>
        <pc:cxnChg chg="add mod">
          <ac:chgData name="Osvaldo Luiz Santos Pereira" userId="c308351cf5a860c7" providerId="LiveId" clId="{0ACFF002-6690-4328-8D1A-ED1B649787F2}" dt="2025-08-02T16:12:24.561" v="2424" actId="164"/>
          <ac:cxnSpMkLst>
            <pc:docMk/>
            <pc:sldMk cId="1289244108" sldId="267"/>
            <ac:cxnSpMk id="23" creationId="{C4F4D107-A90A-7D65-99F9-11B3D5F19E0D}"/>
          </ac:cxnSpMkLst>
        </pc:cxnChg>
        <pc:cxnChg chg="add mod">
          <ac:chgData name="Osvaldo Luiz Santos Pereira" userId="c308351cf5a860c7" providerId="LiveId" clId="{0ACFF002-6690-4328-8D1A-ED1B649787F2}" dt="2025-08-02T16:12:44.065" v="2427" actId="164"/>
          <ac:cxnSpMkLst>
            <pc:docMk/>
            <pc:sldMk cId="1289244108" sldId="267"/>
            <ac:cxnSpMk id="28" creationId="{D856E1C9-9621-8DCA-9E40-611783E7A06B}"/>
          </ac:cxnSpMkLst>
        </pc:cxnChg>
        <pc:cxnChg chg="add mod">
          <ac:chgData name="Osvaldo Luiz Santos Pereira" userId="c308351cf5a860c7" providerId="LiveId" clId="{0ACFF002-6690-4328-8D1A-ED1B649787F2}" dt="2025-08-02T16:12:36.356" v="2426" actId="164"/>
          <ac:cxnSpMkLst>
            <pc:docMk/>
            <pc:sldMk cId="1289244108" sldId="267"/>
            <ac:cxnSpMk id="32" creationId="{CE6AAE4A-B5CF-61FA-ECB1-24CF1C174639}"/>
          </ac:cxnSpMkLst>
        </pc:cxnChg>
        <pc:cxnChg chg="add mod">
          <ac:chgData name="Osvaldo Luiz Santos Pereira" userId="c308351cf5a860c7" providerId="LiveId" clId="{0ACFF002-6690-4328-8D1A-ED1B649787F2}" dt="2025-08-02T16:12:30.467" v="2425" actId="164"/>
          <ac:cxnSpMkLst>
            <pc:docMk/>
            <pc:sldMk cId="1289244108" sldId="267"/>
            <ac:cxnSpMk id="35" creationId="{C6EF2B75-5BB9-2319-1030-00916895D08A}"/>
          </ac:cxnSpMkLst>
        </pc:cxnChg>
      </pc:sldChg>
      <pc:sldChg chg="delSp modSp add del mod modAnim">
        <pc:chgData name="Osvaldo Luiz Santos Pereira" userId="c308351cf5a860c7" providerId="LiveId" clId="{0ACFF002-6690-4328-8D1A-ED1B649787F2}" dt="2025-08-02T15:56:36.453" v="2326" actId="47"/>
        <pc:sldMkLst>
          <pc:docMk/>
          <pc:sldMk cId="4244926880" sldId="267"/>
        </pc:sldMkLst>
      </pc:sldChg>
      <pc:sldChg chg="addSp delSp modSp add mod modAnim">
        <pc:chgData name="Osvaldo Luiz Santos Pereira" userId="c308351cf5a860c7" providerId="LiveId" clId="{0ACFF002-6690-4328-8D1A-ED1B649787F2}" dt="2025-08-02T19:31:23.543" v="3629"/>
        <pc:sldMkLst>
          <pc:docMk/>
          <pc:sldMk cId="89530914" sldId="268"/>
        </pc:sldMkLst>
        <pc:spChg chg="mod">
          <ac:chgData name="Osvaldo Luiz Santos Pereira" userId="c308351cf5a860c7" providerId="LiveId" clId="{0ACFF002-6690-4328-8D1A-ED1B649787F2}" dt="2025-08-02T16:14:57.177" v="2443" actId="1076"/>
          <ac:spMkLst>
            <pc:docMk/>
            <pc:sldMk cId="89530914" sldId="268"/>
            <ac:spMk id="2" creationId="{226B8955-31AC-E9A6-CF57-A293E4175963}"/>
          </ac:spMkLst>
        </pc:spChg>
        <pc:spChg chg="mod">
          <ac:chgData name="Osvaldo Luiz Santos Pereira" userId="c308351cf5a860c7" providerId="LiveId" clId="{0ACFF002-6690-4328-8D1A-ED1B649787F2}" dt="2025-08-02T16:18:10.996" v="2481" actId="14100"/>
          <ac:spMkLst>
            <pc:docMk/>
            <pc:sldMk cId="89530914" sldId="268"/>
            <ac:spMk id="9" creationId="{7098E863-56CB-BC7A-2198-1BC83AE5E1F0}"/>
          </ac:spMkLst>
        </pc:spChg>
        <pc:spChg chg="add mod">
          <ac:chgData name="Osvaldo Luiz Santos Pereira" userId="c308351cf5a860c7" providerId="LiveId" clId="{0ACFF002-6690-4328-8D1A-ED1B649787F2}" dt="2025-08-02T16:26:02.343" v="2649" actId="1076"/>
          <ac:spMkLst>
            <pc:docMk/>
            <pc:sldMk cId="89530914" sldId="268"/>
            <ac:spMk id="12" creationId="{12068E53-B366-18F5-CB20-B61D91E8AFEC}"/>
          </ac:spMkLst>
        </pc:spChg>
        <pc:spChg chg="add mod topLvl">
          <ac:chgData name="Osvaldo Luiz Santos Pereira" userId="c308351cf5a860c7" providerId="LiveId" clId="{0ACFF002-6690-4328-8D1A-ED1B649787F2}" dt="2025-08-02T16:24:06.766" v="2572" actId="164"/>
          <ac:spMkLst>
            <pc:docMk/>
            <pc:sldMk cId="89530914" sldId="268"/>
            <ac:spMk id="13" creationId="{EDF23C91-D572-F649-CF6B-40BC4116C6B4}"/>
          </ac:spMkLst>
        </pc:spChg>
        <pc:spChg chg="add mod topLvl">
          <ac:chgData name="Osvaldo Luiz Santos Pereira" userId="c308351cf5a860c7" providerId="LiveId" clId="{0ACFF002-6690-4328-8D1A-ED1B649787F2}" dt="2025-08-02T16:24:06.766" v="2572" actId="164"/>
          <ac:spMkLst>
            <pc:docMk/>
            <pc:sldMk cId="89530914" sldId="268"/>
            <ac:spMk id="14" creationId="{FF0B00DA-0FC4-C845-D93D-6273E834E874}"/>
          </ac:spMkLst>
        </pc:spChg>
        <pc:spChg chg="add mod topLvl">
          <ac:chgData name="Osvaldo Luiz Santos Pereira" userId="c308351cf5a860c7" providerId="LiveId" clId="{0ACFF002-6690-4328-8D1A-ED1B649787F2}" dt="2025-08-02T16:24:06.766" v="2572" actId="164"/>
          <ac:spMkLst>
            <pc:docMk/>
            <pc:sldMk cId="89530914" sldId="268"/>
            <ac:spMk id="22" creationId="{C7824A58-22E7-434C-A2BA-979DE30B9A85}"/>
          </ac:spMkLst>
        </pc:spChg>
        <pc:spChg chg="mod">
          <ac:chgData name="Osvaldo Luiz Santos Pereira" userId="c308351cf5a860c7" providerId="LiveId" clId="{0ACFF002-6690-4328-8D1A-ED1B649787F2}" dt="2025-08-02T16:15:45.093" v="2454" actId="1076"/>
          <ac:spMkLst>
            <pc:docMk/>
            <pc:sldMk cId="89530914" sldId="268"/>
            <ac:spMk id="27" creationId="{58FEA731-3E75-0C0E-E0A9-120B90793EB1}"/>
          </ac:spMkLst>
        </pc:spChg>
        <pc:spChg chg="add mod topLvl">
          <ac:chgData name="Osvaldo Luiz Santos Pereira" userId="c308351cf5a860c7" providerId="LiveId" clId="{0ACFF002-6690-4328-8D1A-ED1B649787F2}" dt="2025-08-02T16:24:06.766" v="2572" actId="164"/>
          <ac:spMkLst>
            <pc:docMk/>
            <pc:sldMk cId="89530914" sldId="268"/>
            <ac:spMk id="30" creationId="{D98292CD-27C8-D4A1-0A91-E8392608DFF3}"/>
          </ac:spMkLst>
        </pc:spChg>
        <pc:spChg chg="mod">
          <ac:chgData name="Osvaldo Luiz Santos Pereira" userId="c308351cf5a860c7" providerId="LiveId" clId="{0ACFF002-6690-4328-8D1A-ED1B649787F2}" dt="2025-08-02T16:15:38.231" v="2452" actId="1076"/>
          <ac:spMkLst>
            <pc:docMk/>
            <pc:sldMk cId="89530914" sldId="268"/>
            <ac:spMk id="31" creationId="{1E7FC3EF-83FA-2E53-6265-60F337D8F94E}"/>
          </ac:spMkLst>
        </pc:spChg>
        <pc:spChg chg="mod">
          <ac:chgData name="Osvaldo Luiz Santos Pereira" userId="c308351cf5a860c7" providerId="LiveId" clId="{0ACFF002-6690-4328-8D1A-ED1B649787F2}" dt="2025-08-02T16:15:32.591" v="2450" actId="1076"/>
          <ac:spMkLst>
            <pc:docMk/>
            <pc:sldMk cId="89530914" sldId="268"/>
            <ac:spMk id="34" creationId="{BBA69F41-270B-CB0D-1D21-A3F5B53273D0}"/>
          </ac:spMkLst>
        </pc:spChg>
        <pc:spChg chg="add mod topLvl">
          <ac:chgData name="Osvaldo Luiz Santos Pereira" userId="c308351cf5a860c7" providerId="LiveId" clId="{0ACFF002-6690-4328-8D1A-ED1B649787F2}" dt="2025-08-02T16:24:06.766" v="2572" actId="164"/>
          <ac:spMkLst>
            <pc:docMk/>
            <pc:sldMk cId="89530914" sldId="268"/>
            <ac:spMk id="37" creationId="{5F72D69D-1B63-8A2F-7349-4AD086A8D70B}"/>
          </ac:spMkLst>
        </pc:spChg>
        <pc:spChg chg="mod">
          <ac:chgData name="Osvaldo Luiz Santos Pereira" userId="c308351cf5a860c7" providerId="LiveId" clId="{0ACFF002-6690-4328-8D1A-ED1B649787F2}" dt="2025-08-02T16:15:53.154" v="2456" actId="1076"/>
          <ac:spMkLst>
            <pc:docMk/>
            <pc:sldMk cId="89530914" sldId="268"/>
            <ac:spMk id="38" creationId="{0CC0E025-BC1A-3A51-2F67-11234257D254}"/>
          </ac:spMkLst>
        </pc:spChg>
        <pc:spChg chg="add mod">
          <ac:chgData name="Osvaldo Luiz Santos Pereira" userId="c308351cf5a860c7" providerId="LiveId" clId="{0ACFF002-6690-4328-8D1A-ED1B649787F2}" dt="2025-08-02T16:24:06.766" v="2572" actId="164"/>
          <ac:spMkLst>
            <pc:docMk/>
            <pc:sldMk cId="89530914" sldId="268"/>
            <ac:spMk id="47" creationId="{9E004255-A8BD-1235-4BB6-3F97EAA0ECCC}"/>
          </ac:spMkLst>
        </pc:spChg>
        <pc:spChg chg="add mod">
          <ac:chgData name="Osvaldo Luiz Santos Pereira" userId="c308351cf5a860c7" providerId="LiveId" clId="{0ACFF002-6690-4328-8D1A-ED1B649787F2}" dt="2025-08-02T16:26:02.343" v="2649" actId="1076"/>
          <ac:spMkLst>
            <pc:docMk/>
            <pc:sldMk cId="89530914" sldId="268"/>
            <ac:spMk id="49" creationId="{4DD4EC8C-24DB-146D-0311-DC6AD1773F0B}"/>
          </ac:spMkLst>
        </pc:spChg>
        <pc:grpChg chg="mod">
          <ac:chgData name="Osvaldo Luiz Santos Pereira" userId="c308351cf5a860c7" providerId="LiveId" clId="{0ACFF002-6690-4328-8D1A-ED1B649787F2}" dt="2025-08-02T16:15:06.036" v="2444" actId="164"/>
          <ac:grpSpMkLst>
            <pc:docMk/>
            <pc:sldMk cId="89530914" sldId="268"/>
            <ac:grpSpMk id="6" creationId="{94EA3A21-0DF4-AB13-CFC3-8F7F64909A1B}"/>
          </ac:grpSpMkLst>
        </pc:grpChg>
        <pc:grpChg chg="add mod">
          <ac:chgData name="Osvaldo Luiz Santos Pereira" userId="c308351cf5a860c7" providerId="LiveId" clId="{0ACFF002-6690-4328-8D1A-ED1B649787F2}" dt="2025-08-02T16:15:18.344" v="2447" actId="14100"/>
          <ac:grpSpMkLst>
            <pc:docMk/>
            <pc:sldMk cId="89530914" sldId="268"/>
            <ac:grpSpMk id="11" creationId="{28BBDCE1-5F2D-3ED3-C178-D11D02E4EF90}"/>
          </ac:grpSpMkLst>
        </pc:grpChg>
        <pc:grpChg chg="mod">
          <ac:chgData name="Osvaldo Luiz Santos Pereira" userId="c308351cf5a860c7" providerId="LiveId" clId="{0ACFF002-6690-4328-8D1A-ED1B649787F2}" dt="2025-08-02T16:15:06.036" v="2444" actId="164"/>
          <ac:grpSpMkLst>
            <pc:docMk/>
            <pc:sldMk cId="89530914" sldId="268"/>
            <ac:grpSpMk id="39" creationId="{AC6CD7A3-69B3-186F-033F-A0757F39AB0C}"/>
          </ac:grpSpMkLst>
        </pc:grpChg>
        <pc:grpChg chg="mod">
          <ac:chgData name="Osvaldo Luiz Santos Pereira" userId="c308351cf5a860c7" providerId="LiveId" clId="{0ACFF002-6690-4328-8D1A-ED1B649787F2}" dt="2025-08-02T16:15:06.036" v="2444" actId="164"/>
          <ac:grpSpMkLst>
            <pc:docMk/>
            <pc:sldMk cId="89530914" sldId="268"/>
            <ac:grpSpMk id="40" creationId="{DE8B8A8C-382C-CDF2-819B-4B66D76B1C01}"/>
          </ac:grpSpMkLst>
        </pc:grpChg>
        <pc:grpChg chg="mod">
          <ac:chgData name="Osvaldo Luiz Santos Pereira" userId="c308351cf5a860c7" providerId="LiveId" clId="{0ACFF002-6690-4328-8D1A-ED1B649787F2}" dt="2025-08-02T16:15:06.036" v="2444" actId="164"/>
          <ac:grpSpMkLst>
            <pc:docMk/>
            <pc:sldMk cId="89530914" sldId="268"/>
            <ac:grpSpMk id="41" creationId="{1FDD0D44-491B-9FAF-386C-2CB5F6F299D6}"/>
          </ac:grpSpMkLst>
        </pc:grpChg>
        <pc:grpChg chg="mod">
          <ac:chgData name="Osvaldo Luiz Santos Pereira" userId="c308351cf5a860c7" providerId="LiveId" clId="{0ACFF002-6690-4328-8D1A-ED1B649787F2}" dt="2025-08-02T16:15:06.036" v="2444" actId="164"/>
          <ac:grpSpMkLst>
            <pc:docMk/>
            <pc:sldMk cId="89530914" sldId="268"/>
            <ac:grpSpMk id="42" creationId="{69539DF6-38FC-F4A6-C21A-BE93A20F5541}"/>
          </ac:grpSpMkLst>
        </pc:grpChg>
        <pc:grpChg chg="add mod">
          <ac:chgData name="Osvaldo Luiz Santos Pereira" userId="c308351cf5a860c7" providerId="LiveId" clId="{0ACFF002-6690-4328-8D1A-ED1B649787F2}" dt="2025-08-02T16:24:06.766" v="2572" actId="164"/>
          <ac:grpSpMkLst>
            <pc:docMk/>
            <pc:sldMk cId="89530914" sldId="268"/>
            <ac:grpSpMk id="48" creationId="{AB46B45C-498E-F449-AE0F-1CC0903D5C20}"/>
          </ac:grpSpMkLst>
        </pc:grpChg>
        <pc:cxnChg chg="mod">
          <ac:chgData name="Osvaldo Luiz Santos Pereira" userId="c308351cf5a860c7" providerId="LiveId" clId="{0ACFF002-6690-4328-8D1A-ED1B649787F2}" dt="2025-08-02T16:15:06.036" v="2444" actId="164"/>
          <ac:cxnSpMkLst>
            <pc:docMk/>
            <pc:sldMk cId="89530914" sldId="268"/>
            <ac:cxnSpMk id="10" creationId="{B5B50DE9-4D08-B334-031F-9445CEF10ABC}"/>
          </ac:cxnSpMkLst>
        </pc:cxnChg>
        <pc:cxnChg chg="add mod topLvl">
          <ac:chgData name="Osvaldo Luiz Santos Pereira" userId="c308351cf5a860c7" providerId="LiveId" clId="{0ACFF002-6690-4328-8D1A-ED1B649787F2}" dt="2025-08-02T16:24:06.766" v="2572" actId="164"/>
          <ac:cxnSpMkLst>
            <pc:docMk/>
            <pc:sldMk cId="89530914" sldId="268"/>
            <ac:cxnSpMk id="15" creationId="{A45C34C2-163E-CAC3-9DB4-414EEBC536D8}"/>
          </ac:cxnSpMkLst>
        </pc:cxnChg>
        <pc:cxnChg chg="add mod topLvl">
          <ac:chgData name="Osvaldo Luiz Santos Pereira" userId="c308351cf5a860c7" providerId="LiveId" clId="{0ACFF002-6690-4328-8D1A-ED1B649787F2}" dt="2025-08-02T16:24:06.766" v="2572" actId="164"/>
          <ac:cxnSpMkLst>
            <pc:docMk/>
            <pc:sldMk cId="89530914" sldId="268"/>
            <ac:cxnSpMk id="16" creationId="{353960C6-6E02-2537-2B30-FDE0C9CA164A}"/>
          </ac:cxnSpMkLst>
        </pc:cxnChg>
        <pc:cxnChg chg="mod">
          <ac:chgData name="Osvaldo Luiz Santos Pereira" userId="c308351cf5a860c7" providerId="LiveId" clId="{0ACFF002-6690-4328-8D1A-ED1B649787F2}" dt="2025-08-02T16:15:06.036" v="2444" actId="164"/>
          <ac:cxnSpMkLst>
            <pc:docMk/>
            <pc:sldMk cId="89530914" sldId="268"/>
            <ac:cxnSpMk id="19" creationId="{2C640BE7-6463-AF92-A508-F9CA2BE3A08E}"/>
          </ac:cxnSpMkLst>
        </pc:cxnChg>
        <pc:cxnChg chg="mod">
          <ac:chgData name="Osvaldo Luiz Santos Pereira" userId="c308351cf5a860c7" providerId="LiveId" clId="{0ACFF002-6690-4328-8D1A-ED1B649787F2}" dt="2025-08-02T16:15:06.036" v="2444" actId="164"/>
          <ac:cxnSpMkLst>
            <pc:docMk/>
            <pc:sldMk cId="89530914" sldId="268"/>
            <ac:cxnSpMk id="21" creationId="{2A9DB713-1757-14BE-97BF-62A70435D9A6}"/>
          </ac:cxnSpMkLst>
        </pc:cxnChg>
        <pc:cxnChg chg="add mod topLvl">
          <ac:chgData name="Osvaldo Luiz Santos Pereira" userId="c308351cf5a860c7" providerId="LiveId" clId="{0ACFF002-6690-4328-8D1A-ED1B649787F2}" dt="2025-08-02T16:24:06.766" v="2572" actId="164"/>
          <ac:cxnSpMkLst>
            <pc:docMk/>
            <pc:sldMk cId="89530914" sldId="268"/>
            <ac:cxnSpMk id="29" creationId="{DD8E5193-1812-3FDD-0712-6D230DBE2732}"/>
          </ac:cxnSpMkLst>
        </pc:cxnChg>
        <pc:cxnChg chg="add mod">
          <ac:chgData name="Osvaldo Luiz Santos Pereira" userId="c308351cf5a860c7" providerId="LiveId" clId="{0ACFF002-6690-4328-8D1A-ED1B649787F2}" dt="2025-08-02T16:21:23.580" v="2522" actId="164"/>
          <ac:cxnSpMkLst>
            <pc:docMk/>
            <pc:sldMk cId="89530914" sldId="268"/>
            <ac:cxnSpMk id="33" creationId="{A2251F18-1EA3-F3F1-E8FE-C2CAAED212C3}"/>
          </ac:cxnSpMkLst>
        </pc:cxnChg>
        <pc:cxnChg chg="add mod">
          <ac:chgData name="Osvaldo Luiz Santos Pereira" userId="c308351cf5a860c7" providerId="LiveId" clId="{0ACFF002-6690-4328-8D1A-ED1B649787F2}" dt="2025-08-02T16:22:17.236" v="2532" actId="1076"/>
          <ac:cxnSpMkLst>
            <pc:docMk/>
            <pc:sldMk cId="89530914" sldId="268"/>
            <ac:cxnSpMk id="44" creationId="{0C204303-A3FE-4F0D-952E-8F05048C8331}"/>
          </ac:cxnSpMkLst>
        </pc:cxnChg>
      </pc:sldChg>
      <pc:sldChg chg="addSp delSp modSp add mod delAnim modAnim">
        <pc:chgData name="Osvaldo Luiz Santos Pereira" userId="c308351cf5a860c7" providerId="LiveId" clId="{0ACFF002-6690-4328-8D1A-ED1B649787F2}" dt="2025-08-02T19:43:36.892" v="3833"/>
        <pc:sldMkLst>
          <pc:docMk/>
          <pc:sldMk cId="3879095415" sldId="269"/>
        </pc:sldMkLst>
        <pc:spChg chg="mod">
          <ac:chgData name="Osvaldo Luiz Santos Pereira" userId="c308351cf5a860c7" providerId="LiveId" clId="{0ACFF002-6690-4328-8D1A-ED1B649787F2}" dt="2025-08-02T16:38:56.568" v="2755" actId="164"/>
          <ac:spMkLst>
            <pc:docMk/>
            <pc:sldMk cId="3879095415" sldId="269"/>
            <ac:spMk id="2" creationId="{7E55B160-F16D-F569-F378-B66DE616DBAF}"/>
          </ac:spMkLst>
        </pc:spChg>
        <pc:spChg chg="mod">
          <ac:chgData name="Osvaldo Luiz Santos Pereira" userId="c308351cf5a860c7" providerId="LiveId" clId="{0ACFF002-6690-4328-8D1A-ED1B649787F2}" dt="2025-08-02T16:45:06.489" v="2873" actId="1076"/>
          <ac:spMkLst>
            <pc:docMk/>
            <pc:sldMk cId="3879095415" sldId="269"/>
            <ac:spMk id="4" creationId="{136CF5A0-1F4D-1180-F8C0-101B612A53F1}"/>
          </ac:spMkLst>
        </pc:spChg>
        <pc:spChg chg="add mod">
          <ac:chgData name="Osvaldo Luiz Santos Pereira" userId="c308351cf5a860c7" providerId="LiveId" clId="{0ACFF002-6690-4328-8D1A-ED1B649787F2}" dt="2025-08-02T19:36:53.674" v="3718" actId="1076"/>
          <ac:spMkLst>
            <pc:docMk/>
            <pc:sldMk cId="3879095415" sldId="269"/>
            <ac:spMk id="5" creationId="{84AC4A6C-2CC1-5BCF-69AE-EA7ADC4C3338}"/>
          </ac:spMkLst>
        </pc:spChg>
        <pc:spChg chg="mod topLvl">
          <ac:chgData name="Osvaldo Luiz Santos Pereira" userId="c308351cf5a860c7" providerId="LiveId" clId="{0ACFF002-6690-4328-8D1A-ED1B649787F2}" dt="2025-08-02T16:38:56.568" v="2755" actId="164"/>
          <ac:spMkLst>
            <pc:docMk/>
            <pc:sldMk cId="3879095415" sldId="269"/>
            <ac:spMk id="8" creationId="{DBF4FD79-86EC-4FE0-B9B6-E231AC553C77}"/>
          </ac:spMkLst>
        </pc:spChg>
        <pc:spChg chg="add mod">
          <ac:chgData name="Osvaldo Luiz Santos Pereira" userId="c308351cf5a860c7" providerId="LiveId" clId="{0ACFF002-6690-4328-8D1A-ED1B649787F2}" dt="2025-08-02T16:45:25.908" v="2875" actId="1076"/>
          <ac:spMkLst>
            <pc:docMk/>
            <pc:sldMk cId="3879095415" sldId="269"/>
            <ac:spMk id="10" creationId="{0ABF2D84-79D3-1A33-2D61-F7BAD5B2E159}"/>
          </ac:spMkLst>
        </pc:spChg>
        <pc:spChg chg="add mod">
          <ac:chgData name="Osvaldo Luiz Santos Pereira" userId="c308351cf5a860c7" providerId="LiveId" clId="{0ACFF002-6690-4328-8D1A-ED1B649787F2}" dt="2025-08-02T19:36:47.138" v="3717" actId="1076"/>
          <ac:spMkLst>
            <pc:docMk/>
            <pc:sldMk cId="3879095415" sldId="269"/>
            <ac:spMk id="11" creationId="{40AE15E9-D6CF-BFDC-5678-A372B4614D94}"/>
          </ac:spMkLst>
        </pc:spChg>
        <pc:spChg chg="mod topLvl">
          <ac:chgData name="Osvaldo Luiz Santos Pereira" userId="c308351cf5a860c7" providerId="LiveId" clId="{0ACFF002-6690-4328-8D1A-ED1B649787F2}" dt="2025-08-02T16:38:56.568" v="2755" actId="164"/>
          <ac:spMkLst>
            <pc:docMk/>
            <pc:sldMk cId="3879095415" sldId="269"/>
            <ac:spMk id="12" creationId="{3E05AB0A-AC49-62D8-2D4A-EE6F2D84B322}"/>
          </ac:spMkLst>
        </pc:spChg>
        <pc:spChg chg="mod">
          <ac:chgData name="Osvaldo Luiz Santos Pereira" userId="c308351cf5a860c7" providerId="LiveId" clId="{0ACFF002-6690-4328-8D1A-ED1B649787F2}" dt="2025-08-02T16:38:56.568" v="2755" actId="164"/>
          <ac:spMkLst>
            <pc:docMk/>
            <pc:sldMk cId="3879095415" sldId="269"/>
            <ac:spMk id="14" creationId="{7E753813-0894-4EB1-74CE-73AFA95EFCB2}"/>
          </ac:spMkLst>
        </pc:spChg>
        <pc:spChg chg="mod topLvl">
          <ac:chgData name="Osvaldo Luiz Santos Pereira" userId="c308351cf5a860c7" providerId="LiveId" clId="{0ACFF002-6690-4328-8D1A-ED1B649787F2}" dt="2025-08-02T16:38:56.568" v="2755" actId="164"/>
          <ac:spMkLst>
            <pc:docMk/>
            <pc:sldMk cId="3879095415" sldId="269"/>
            <ac:spMk id="21" creationId="{2B79BFEC-7066-CC14-BE66-8FD29CEA2107}"/>
          </ac:spMkLst>
        </pc:spChg>
        <pc:spChg chg="mod topLvl">
          <ac:chgData name="Osvaldo Luiz Santos Pereira" userId="c308351cf5a860c7" providerId="LiveId" clId="{0ACFF002-6690-4328-8D1A-ED1B649787F2}" dt="2025-08-02T16:38:56.568" v="2755" actId="164"/>
          <ac:spMkLst>
            <pc:docMk/>
            <pc:sldMk cId="3879095415" sldId="269"/>
            <ac:spMk id="24" creationId="{E89526E8-B556-D8ED-FCDE-5B47C0B3D491}"/>
          </ac:spMkLst>
        </pc:spChg>
        <pc:spChg chg="mod">
          <ac:chgData name="Osvaldo Luiz Santos Pereira" userId="c308351cf5a860c7" providerId="LiveId" clId="{0ACFF002-6690-4328-8D1A-ED1B649787F2}" dt="2025-08-02T16:35:37.399" v="2732" actId="20577"/>
          <ac:spMkLst>
            <pc:docMk/>
            <pc:sldMk cId="3879095415" sldId="269"/>
            <ac:spMk id="25" creationId="{65FA4056-E736-12C7-9009-87C7093E1B92}"/>
          </ac:spMkLst>
        </pc:spChg>
        <pc:grpChg chg="add mod">
          <ac:chgData name="Osvaldo Luiz Santos Pereira" userId="c308351cf5a860c7" providerId="LiveId" clId="{0ACFF002-6690-4328-8D1A-ED1B649787F2}" dt="2025-08-02T16:44:58.139" v="2871" actId="1076"/>
          <ac:grpSpMkLst>
            <pc:docMk/>
            <pc:sldMk cId="3879095415" sldId="269"/>
            <ac:grpSpMk id="3" creationId="{78EAF398-D2A8-6E91-EB5F-62B30064FD9C}"/>
          </ac:grpSpMkLst>
        </pc:grpChg>
        <pc:cxnChg chg="mod topLvl">
          <ac:chgData name="Osvaldo Luiz Santos Pereira" userId="c308351cf5a860c7" providerId="LiveId" clId="{0ACFF002-6690-4328-8D1A-ED1B649787F2}" dt="2025-08-02T16:38:56.568" v="2755" actId="164"/>
          <ac:cxnSpMkLst>
            <pc:docMk/>
            <pc:sldMk cId="3879095415" sldId="269"/>
            <ac:cxnSpMk id="7" creationId="{47279AC8-B46C-D538-863A-42D6C78C41EE}"/>
          </ac:cxnSpMkLst>
        </pc:cxnChg>
        <pc:cxnChg chg="mod topLvl">
          <ac:chgData name="Osvaldo Luiz Santos Pereira" userId="c308351cf5a860c7" providerId="LiveId" clId="{0ACFF002-6690-4328-8D1A-ED1B649787F2}" dt="2025-08-02T16:35:57.910" v="2736" actId="165"/>
          <ac:cxnSpMkLst>
            <pc:docMk/>
            <pc:sldMk cId="3879095415" sldId="269"/>
            <ac:cxnSpMk id="9" creationId="{21F24544-E986-1CA5-2175-6567359ED824}"/>
          </ac:cxnSpMkLst>
        </pc:cxnChg>
        <pc:cxnChg chg="mod topLvl">
          <ac:chgData name="Osvaldo Luiz Santos Pereira" userId="c308351cf5a860c7" providerId="LiveId" clId="{0ACFF002-6690-4328-8D1A-ED1B649787F2}" dt="2025-08-02T16:38:56.568" v="2755" actId="164"/>
          <ac:cxnSpMkLst>
            <pc:docMk/>
            <pc:sldMk cId="3879095415" sldId="269"/>
            <ac:cxnSpMk id="19" creationId="{F2FD00EC-99F4-B6FA-0C4B-4FC85211725E}"/>
          </ac:cxnSpMkLst>
        </pc:cxnChg>
        <pc:cxnChg chg="mod topLvl">
          <ac:chgData name="Osvaldo Luiz Santos Pereira" userId="c308351cf5a860c7" providerId="LiveId" clId="{0ACFF002-6690-4328-8D1A-ED1B649787F2}" dt="2025-08-02T16:36:06.786" v="2738" actId="165"/>
          <ac:cxnSpMkLst>
            <pc:docMk/>
            <pc:sldMk cId="3879095415" sldId="269"/>
            <ac:cxnSpMk id="22" creationId="{FA6B8E61-EE95-B4BE-A833-4EF933F283BD}"/>
          </ac:cxnSpMkLst>
        </pc:cxnChg>
      </pc:sldChg>
      <pc:sldChg chg="addSp delSp modSp add mod ord delAnim modAnim">
        <pc:chgData name="Osvaldo Luiz Santos Pereira" userId="c308351cf5a860c7" providerId="LiveId" clId="{0ACFF002-6690-4328-8D1A-ED1B649787F2}" dt="2025-08-02T23:13:20.852" v="4965"/>
        <pc:sldMkLst>
          <pc:docMk/>
          <pc:sldMk cId="32095444" sldId="270"/>
        </pc:sldMkLst>
        <pc:spChg chg="mod topLvl">
          <ac:chgData name="Osvaldo Luiz Santos Pereira" userId="c308351cf5a860c7" providerId="LiveId" clId="{0ACFF002-6690-4328-8D1A-ED1B649787F2}" dt="2025-08-02T19:58:32.957" v="4063" actId="164"/>
          <ac:spMkLst>
            <pc:docMk/>
            <pc:sldMk cId="32095444" sldId="270"/>
            <ac:spMk id="9" creationId="{468F3355-7BB3-D035-F13B-FE8F5E744F77}"/>
          </ac:spMkLst>
        </pc:spChg>
        <pc:spChg chg="mod topLvl">
          <ac:chgData name="Osvaldo Luiz Santos Pereira" userId="c308351cf5a860c7" providerId="LiveId" clId="{0ACFF002-6690-4328-8D1A-ED1B649787F2}" dt="2025-08-02T19:58:32.957" v="4063" actId="164"/>
          <ac:spMkLst>
            <pc:docMk/>
            <pc:sldMk cId="32095444" sldId="270"/>
            <ac:spMk id="12" creationId="{FBCAD3EF-BE40-F4D3-6B68-0D8964C2D3E7}"/>
          </ac:spMkLst>
        </pc:spChg>
        <pc:spChg chg="mod topLvl">
          <ac:chgData name="Osvaldo Luiz Santos Pereira" userId="c308351cf5a860c7" providerId="LiveId" clId="{0ACFF002-6690-4328-8D1A-ED1B649787F2}" dt="2025-08-02T19:58:32.957" v="4063" actId="164"/>
          <ac:spMkLst>
            <pc:docMk/>
            <pc:sldMk cId="32095444" sldId="270"/>
            <ac:spMk id="19" creationId="{04CE91BF-CFF4-CB62-610F-2D97CD29D5A3}"/>
          </ac:spMkLst>
        </pc:spChg>
        <pc:spChg chg="mod topLvl">
          <ac:chgData name="Osvaldo Luiz Santos Pereira" userId="c308351cf5a860c7" providerId="LiveId" clId="{0ACFF002-6690-4328-8D1A-ED1B649787F2}" dt="2025-08-02T19:52:32.560" v="3934" actId="1076"/>
          <ac:spMkLst>
            <pc:docMk/>
            <pc:sldMk cId="32095444" sldId="270"/>
            <ac:spMk id="20" creationId="{3B2057CE-C1B4-DD16-E0EF-6B931BA5CD4D}"/>
          </ac:spMkLst>
        </pc:spChg>
        <pc:spChg chg="add mod">
          <ac:chgData name="Osvaldo Luiz Santos Pereira" userId="c308351cf5a860c7" providerId="LiveId" clId="{0ACFF002-6690-4328-8D1A-ED1B649787F2}" dt="2025-08-02T19:59:58.731" v="4067" actId="164"/>
          <ac:spMkLst>
            <pc:docMk/>
            <pc:sldMk cId="32095444" sldId="270"/>
            <ac:spMk id="30" creationId="{482B9B17-B389-77D9-05C6-F7D383503308}"/>
          </ac:spMkLst>
        </pc:spChg>
        <pc:spChg chg="add mod">
          <ac:chgData name="Osvaldo Luiz Santos Pereira" userId="c308351cf5a860c7" providerId="LiveId" clId="{0ACFF002-6690-4328-8D1A-ED1B649787F2}" dt="2025-08-02T19:50:42.186" v="3919" actId="6549"/>
          <ac:spMkLst>
            <pc:docMk/>
            <pc:sldMk cId="32095444" sldId="270"/>
            <ac:spMk id="31" creationId="{11B8D9DD-08E7-26CB-62EB-D1CCE9503375}"/>
          </ac:spMkLst>
        </pc:spChg>
        <pc:spChg chg="add mod">
          <ac:chgData name="Osvaldo Luiz Santos Pereira" userId="c308351cf5a860c7" providerId="LiveId" clId="{0ACFF002-6690-4328-8D1A-ED1B649787F2}" dt="2025-08-02T19:50:38.964" v="3918" actId="6549"/>
          <ac:spMkLst>
            <pc:docMk/>
            <pc:sldMk cId="32095444" sldId="270"/>
            <ac:spMk id="32" creationId="{4B443DF1-BC90-B796-EE76-5D2D50C02BC4}"/>
          </ac:spMkLst>
        </pc:spChg>
        <pc:spChg chg="add mod">
          <ac:chgData name="Osvaldo Luiz Santos Pereira" userId="c308351cf5a860c7" providerId="LiveId" clId="{0ACFF002-6690-4328-8D1A-ED1B649787F2}" dt="2025-08-02T19:57:39.904" v="4057" actId="1076"/>
          <ac:spMkLst>
            <pc:docMk/>
            <pc:sldMk cId="32095444" sldId="270"/>
            <ac:spMk id="33" creationId="{F951D065-2087-ACFA-A95F-7D5E7ECCC8C7}"/>
          </ac:spMkLst>
        </pc:spChg>
        <pc:spChg chg="add mod">
          <ac:chgData name="Osvaldo Luiz Santos Pereira" userId="c308351cf5a860c7" providerId="LiveId" clId="{0ACFF002-6690-4328-8D1A-ED1B649787F2}" dt="2025-08-02T20:00:01.456" v="4068" actId="1076"/>
          <ac:spMkLst>
            <pc:docMk/>
            <pc:sldMk cId="32095444" sldId="270"/>
            <ac:spMk id="35" creationId="{596904D6-DFB1-2FA0-3A62-13C3900046F7}"/>
          </ac:spMkLst>
        </pc:spChg>
        <pc:spChg chg="add mod">
          <ac:chgData name="Osvaldo Luiz Santos Pereira" userId="c308351cf5a860c7" providerId="LiveId" clId="{0ACFF002-6690-4328-8D1A-ED1B649787F2}" dt="2025-08-02T19:53:30.883" v="3968" actId="20577"/>
          <ac:spMkLst>
            <pc:docMk/>
            <pc:sldMk cId="32095444" sldId="270"/>
            <ac:spMk id="36" creationId="{CD98F505-82A3-6A17-1680-212D98B0C966}"/>
          </ac:spMkLst>
        </pc:spChg>
        <pc:spChg chg="add mod">
          <ac:chgData name="Osvaldo Luiz Santos Pereira" userId="c308351cf5a860c7" providerId="LiveId" clId="{0ACFF002-6690-4328-8D1A-ED1B649787F2}" dt="2025-08-02T19:56:23.239" v="4043" actId="20577"/>
          <ac:spMkLst>
            <pc:docMk/>
            <pc:sldMk cId="32095444" sldId="270"/>
            <ac:spMk id="37" creationId="{1F0AAB04-C38F-C7D3-8962-15220EEAD936}"/>
          </ac:spMkLst>
        </pc:spChg>
        <pc:grpChg chg="add mod">
          <ac:chgData name="Osvaldo Luiz Santos Pereira" userId="c308351cf5a860c7" providerId="LiveId" clId="{0ACFF002-6690-4328-8D1A-ED1B649787F2}" dt="2025-08-02T19:58:32.957" v="4063" actId="164"/>
          <ac:grpSpMkLst>
            <pc:docMk/>
            <pc:sldMk cId="32095444" sldId="270"/>
            <ac:grpSpMk id="38" creationId="{F50E4AF9-5E1A-7896-7B77-7BB2F84FEC48}"/>
          </ac:grpSpMkLst>
        </pc:grpChg>
        <pc:grpChg chg="add mod">
          <ac:chgData name="Osvaldo Luiz Santos Pereira" userId="c308351cf5a860c7" providerId="LiveId" clId="{0ACFF002-6690-4328-8D1A-ED1B649787F2}" dt="2025-08-02T19:59:58.731" v="4067" actId="164"/>
          <ac:grpSpMkLst>
            <pc:docMk/>
            <pc:sldMk cId="32095444" sldId="270"/>
            <ac:grpSpMk id="39" creationId="{B408710C-9D9D-0A31-6FB7-271B1984CBA1}"/>
          </ac:grpSpMkLst>
        </pc:grpChg>
      </pc:sldChg>
      <pc:sldChg chg="delSp add del mod">
        <pc:chgData name="Osvaldo Luiz Santos Pereira" userId="c308351cf5a860c7" providerId="LiveId" clId="{0ACFF002-6690-4328-8D1A-ED1B649787F2}" dt="2025-08-02T19:49:01.759" v="3865" actId="47"/>
        <pc:sldMkLst>
          <pc:docMk/>
          <pc:sldMk cId="1451140377" sldId="271"/>
        </pc:sldMkLst>
      </pc:sldChg>
      <pc:sldChg chg="add del">
        <pc:chgData name="Osvaldo Luiz Santos Pereira" userId="c308351cf5a860c7" providerId="LiveId" clId="{0ACFF002-6690-4328-8D1A-ED1B649787F2}" dt="2025-08-02T20:11:42.314" v="4335" actId="47"/>
        <pc:sldMkLst>
          <pc:docMk/>
          <pc:sldMk cId="2851221030" sldId="271"/>
        </pc:sldMkLst>
      </pc:sldChg>
      <pc:sldChg chg="add del">
        <pc:chgData name="Osvaldo Luiz Santos Pereira" userId="c308351cf5a860c7" providerId="LiveId" clId="{0ACFF002-6690-4328-8D1A-ED1B649787F2}" dt="2025-08-02T20:11:44.546" v="4336" actId="47"/>
        <pc:sldMkLst>
          <pc:docMk/>
          <pc:sldMk cId="633056804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74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1pPr>
    <a:lvl2pPr marL="285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2pPr>
    <a:lvl3pPr marL="571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3pPr>
    <a:lvl4pPr marL="857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4pPr>
    <a:lvl5pPr marL="1143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5pPr>
    <a:lvl6pPr marL="1428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6pPr>
    <a:lvl7pPr marL="1714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7pPr>
    <a:lvl8pPr marL="2000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8pPr>
    <a:lvl9pPr marL="2286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C848B-6728-34F9-8CAE-E9329C4A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174697-91E1-FEB7-A649-F2ABB37E3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A6ACD-3663-5C33-17E1-A14FC876F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382A5-F85D-F60C-6B21-53B78E87FF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8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E0202-5553-F5CE-1D11-256419D2C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DD2E15-D566-7192-397B-AA528A6B0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EFAD1-56AA-C6FB-A9F5-AF0A528D9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94A17-FF8C-64E9-9AC5-D34558C5D9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12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F6D3-686B-5024-AA5F-DBB2A08A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09D9CF-A82F-779E-626A-FB8138CA2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C9E5E9-B421-1833-C7CD-AEDE40F6E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436A8-CADE-C43B-0FD9-557A40EBE6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858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F2A19-9048-DCB1-393A-3DA3DA5C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1D7DD-8273-AA00-DFBA-14D1D8BBA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989D1-791E-897A-102F-F00562EE9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30C9C-EFFE-AB7F-BE5E-33A554934D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47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2DC9B-DEC0-558D-64D6-DAD0C5DF3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A1F89-15E4-16BA-E43A-0C5726129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D178E-ABCF-140D-9996-0ECB2CB11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C517F-D8D0-94E0-A3DC-CDA488D0C2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45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184D-F294-5FF1-0006-4A90F4A5F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DC9F85-D762-E24B-5089-53F05E883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2D1044-70CB-ADFF-0829-656798100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19293-CC83-197F-3002-82AF165DDD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11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FFF38-8197-432B-BC13-B6937BC71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EA15DD-21F4-6ADD-1E28-355C6627B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DE343-6412-2E03-4848-1614B726E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05E0D-2189-76ED-0132-C85285E98D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96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99347-386E-97A2-FEDA-B7257893A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058A3-A74E-F3F5-99CB-FB8FB95488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1F02B3-3726-F53E-6A88-7A5A6F8FA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9036C-40C4-80E9-9F37-934BF66723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76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727E6-798E-2B26-2C0A-7D57943DC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4ECDF-83F4-4C4C-4011-BEB106631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82C66B-50C5-C8ED-FEE8-454089C4B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4D478-1031-2863-CE2A-9FF2C9E495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2513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942FA-E3A5-4B7D-54A2-195F5E21F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1AE50-278F-7FDE-F60E-A26B3A63C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09699-754F-7F58-1762-EDF6429DB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19AC7-1266-2661-C52B-D6B7F1CFC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59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AEE43-1D3B-1E4F-93C8-A557B5E67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631F2-DEEF-E6CF-5EEB-6698A216E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76103-DC98-E28E-B32F-3563AF483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0EE1B-3B9D-E6D4-8F58-2F534D3226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714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1A3D3-9812-CF8F-CC5A-0A867D1E6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07AF30-B35F-B790-8424-CBE82D289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2CB97-23DC-A665-036F-6C8C23C0E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A6D85-7231-D3CB-9750-56C3A62528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89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2A0BA-378D-298D-BDBB-F3A41D17F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9D773F-F0C7-1E24-3C39-ABDE2CCCD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99FFF-128F-8E37-2AF0-42FDA6391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9B984-246D-CE86-49F1-7ED368ECD7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959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9A2FD-8F1C-6A3B-647D-8D0203653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427F9-5ABF-9E8B-B3A2-7AC0BC741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8644E-C4F3-B4D6-3C21-9B9D64FB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E458B-1A97-C0DE-6332-5F1B5D39C8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08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CAF86-071B-66FA-CBCD-DCD2BD0B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5DDDE-1BAE-336F-6273-75030ADD0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D0A25-3050-9650-357B-C4B558C09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11C96-6335-9882-8265-731851280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866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477FC-2C1A-8A83-75EF-AE8648C7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6394A-677B-EF56-0628-06DB0A480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D6DF0-0368-CE5B-3D2E-9F322E795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C8244-441E-CD4F-E07B-8F8A7E121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157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845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0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040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172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57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8810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43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7351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4785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5833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384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22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813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8C7F6-7AF9-3B05-5431-20DCECD00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CE42CC81-F697-0ECD-B351-89A0A0A2BB9F}"/>
              </a:ext>
            </a:extLst>
          </p:cNvPr>
          <p:cNvSpPr/>
          <p:nvPr/>
        </p:nvSpPr>
        <p:spPr>
          <a:xfrm rot="2694760">
            <a:off x="1631343" y="1669973"/>
            <a:ext cx="387354" cy="3873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Triângulo Retângulo 23">
            <a:extLst>
              <a:ext uri="{FF2B5EF4-FFF2-40B4-BE49-F238E27FC236}">
                <a16:creationId xmlns:a16="http://schemas.microsoft.com/office/drawing/2014/main" id="{07216537-4760-74A7-6563-0AEAB2E28534}"/>
              </a:ext>
            </a:extLst>
          </p:cNvPr>
          <p:cNvSpPr/>
          <p:nvPr/>
        </p:nvSpPr>
        <p:spPr>
          <a:xfrm>
            <a:off x="1263871" y="1589749"/>
            <a:ext cx="2412154" cy="2412153"/>
          </a:xfrm>
          <a:prstGeom prst="rt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B3E63B7-85D8-198E-8AC2-FACA99E87CF5}"/>
              </a:ext>
            </a:extLst>
          </p:cNvPr>
          <p:cNvCxnSpPr>
            <a:cxnSpLocks/>
          </p:cNvCxnSpPr>
          <p:nvPr/>
        </p:nvCxnSpPr>
        <p:spPr>
          <a:xfrm>
            <a:off x="65133" y="4016579"/>
            <a:ext cx="431548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D9C7FC28-1190-494E-4763-E7D858FB69F4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Bloco em um plano inclinado deslizante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1F59FEEE-BE39-C29B-3C78-7C6C3FD012B8}"/>
              </a:ext>
            </a:extLst>
          </p:cNvPr>
          <p:cNvGrpSpPr/>
          <p:nvPr/>
        </p:nvGrpSpPr>
        <p:grpSpPr>
          <a:xfrm>
            <a:off x="1675529" y="905166"/>
            <a:ext cx="7532266" cy="1166918"/>
            <a:chOff x="1675529" y="905166"/>
            <a:chExt cx="7532266" cy="1166918"/>
          </a:xfrm>
        </p:grpSpPr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27AA600-E9B0-CF9E-F6D5-3F5425EDCD87}"/>
                </a:ext>
              </a:extLst>
            </p:cNvPr>
            <p:cNvSpPr txBox="1"/>
            <p:nvPr/>
          </p:nvSpPr>
          <p:spPr>
            <a:xfrm>
              <a:off x="1675529" y="1610419"/>
              <a:ext cx="282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4C82578A-7F3B-96D9-3BC7-957EF437DD1F}"/>
                </a:ext>
              </a:extLst>
            </p:cNvPr>
            <p:cNvSpPr txBox="1"/>
            <p:nvPr/>
          </p:nvSpPr>
          <p:spPr>
            <a:xfrm>
              <a:off x="4635795" y="905166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pt-BR" sz="1800" dirty="0">
                  <a:solidFill>
                    <a:schemeClr val="bg1"/>
                  </a:solidFill>
                </a:rPr>
                <a:t>Bloco tem massa m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E0DCB32E-EED5-F691-0BD1-959CF353E1CD}"/>
              </a:ext>
            </a:extLst>
          </p:cNvPr>
          <p:cNvGrpSpPr/>
          <p:nvPr/>
        </p:nvGrpSpPr>
        <p:grpSpPr>
          <a:xfrm>
            <a:off x="1746733" y="1486287"/>
            <a:ext cx="7461062" cy="1688316"/>
            <a:chOff x="1746733" y="1486287"/>
            <a:chExt cx="7461062" cy="1688316"/>
          </a:xfrm>
        </p:grpSpPr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E4D3DAD7-B4FD-06D0-A6EA-9B99057F0769}"/>
                </a:ext>
              </a:extLst>
            </p:cNvPr>
            <p:cNvSpPr txBox="1"/>
            <p:nvPr/>
          </p:nvSpPr>
          <p:spPr>
            <a:xfrm>
              <a:off x="1746733" y="2855935"/>
              <a:ext cx="171248" cy="318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231A052A-EB4A-F8FB-611F-8D64E76DEC9D}"/>
                </a:ext>
              </a:extLst>
            </p:cNvPr>
            <p:cNvSpPr txBox="1"/>
            <p:nvPr/>
          </p:nvSpPr>
          <p:spPr>
            <a:xfrm>
              <a:off x="4635795" y="1486287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pt-BR" dirty="0">
                  <a:solidFill>
                    <a:schemeClr val="bg1"/>
                  </a:solidFill>
                </a:rPr>
                <a:t>Plano inclinado tem massa M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04C4C016-7939-4F1F-19A3-A50AAB2661B5}"/>
              </a:ext>
            </a:extLst>
          </p:cNvPr>
          <p:cNvGrpSpPr/>
          <p:nvPr/>
        </p:nvGrpSpPr>
        <p:grpSpPr>
          <a:xfrm>
            <a:off x="3177840" y="2067408"/>
            <a:ext cx="6029955" cy="2018543"/>
            <a:chOff x="3177840" y="2067408"/>
            <a:chExt cx="6029955" cy="2018543"/>
          </a:xfrm>
        </p:grpSpPr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06EBA7A9-8535-3BCE-3503-19C881EF56AC}"/>
                </a:ext>
              </a:extLst>
            </p:cNvPr>
            <p:cNvSpPr txBox="1"/>
            <p:nvPr/>
          </p:nvSpPr>
          <p:spPr>
            <a:xfrm>
              <a:off x="3177840" y="3624286"/>
              <a:ext cx="236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solidFill>
                    <a:schemeClr val="bg1"/>
                  </a:solidFill>
                </a:rPr>
                <a:t>α</a:t>
              </a:r>
              <a:endParaRPr lang="pt-BR" sz="2400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F1BAEB5B-7E07-BE80-8D6F-9CD922A49E18}"/>
                    </a:ext>
                  </a:extLst>
                </p:cNvPr>
                <p:cNvSpPr txBox="1"/>
                <p:nvPr/>
              </p:nvSpPr>
              <p:spPr>
                <a:xfrm>
                  <a:off x="4635795" y="2067408"/>
                  <a:ext cx="4572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pt-BR" dirty="0">
                      <a:solidFill>
                        <a:schemeClr val="bg1"/>
                      </a:solidFill>
                    </a:rPr>
                    <a:t>Plano inclinado tem ângulo </a:t>
                  </a:r>
                  <a14:m>
                    <m:oMath xmlns:m="http://schemas.openxmlformats.org/officeDocument/2006/math">
                      <m:r>
                        <a:rPr lang="pt-BR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endParaRPr lang="pt-BR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F1BAEB5B-7E07-BE80-8D6F-9CD922A49E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5795" y="2067408"/>
                  <a:ext cx="4572000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800" t="-8197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EF12F394-0A65-74D1-6988-EF830F6BE001}"/>
              </a:ext>
            </a:extLst>
          </p:cNvPr>
          <p:cNvGrpSpPr/>
          <p:nvPr/>
        </p:nvGrpSpPr>
        <p:grpSpPr>
          <a:xfrm>
            <a:off x="1023418" y="1083297"/>
            <a:ext cx="8283615" cy="1934564"/>
            <a:chOff x="1023418" y="1083297"/>
            <a:chExt cx="8283615" cy="1934564"/>
          </a:xfrm>
        </p:grpSpPr>
        <p:cxnSp>
          <p:nvCxnSpPr>
            <p:cNvPr id="13" name="Conector: Curvo 12">
              <a:extLst>
                <a:ext uri="{FF2B5EF4-FFF2-40B4-BE49-F238E27FC236}">
                  <a16:creationId xmlns:a16="http://schemas.microsoft.com/office/drawing/2014/main" id="{F2680515-4859-6FB9-04E1-7A904E213AE6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136089" y="1448618"/>
              <a:ext cx="547802" cy="282262"/>
            </a:xfrm>
            <a:prstGeom prst="curvedConnector3">
              <a:avLst/>
            </a:prstGeom>
            <a:ln w="127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17817E68-2BDD-A0C7-9DB9-CDDC9ABB290E}"/>
                    </a:ext>
                  </a:extLst>
                </p:cNvPr>
                <p:cNvSpPr txBox="1"/>
                <p:nvPr/>
              </p:nvSpPr>
              <p:spPr>
                <a:xfrm>
                  <a:off x="1023418" y="1083297"/>
                  <a:ext cx="490881" cy="19120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pt-BR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17817E68-2BDD-A0C7-9DB9-CDDC9ABB29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418" y="1083297"/>
                  <a:ext cx="490881" cy="191201"/>
                </a:xfrm>
                <a:prstGeom prst="rect">
                  <a:avLst/>
                </a:prstGeom>
                <a:blipFill>
                  <a:blip r:embed="rId4"/>
                  <a:stretch>
                    <a:fillRect l="-17500" r="-50000" b="-7741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id="{962C2E50-B1E7-6CBF-85C2-CC3E512E4CA5}"/>
                    </a:ext>
                  </a:extLst>
                </p:cNvPr>
                <p:cNvSpPr txBox="1"/>
                <p:nvPr/>
              </p:nvSpPr>
              <p:spPr>
                <a:xfrm>
                  <a:off x="4635795" y="2648529"/>
                  <a:ext cx="467123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pt-BR" dirty="0">
                      <a:solidFill>
                        <a:schemeClr val="bg1"/>
                      </a:solidFill>
                    </a:rPr>
                    <a:t>Sem atrito entre o bloco e o plano </a:t>
                  </a:r>
                  <a14:m>
                    <m:oMath xmlns:m="http://schemas.openxmlformats.org/officeDocument/2006/math">
                      <m:r>
                        <a:rPr lang="pt-BR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=0)</m:t>
                      </m:r>
                    </m:oMath>
                  </a14:m>
                  <a:endParaRPr lang="pt-BR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id="{962C2E50-B1E7-6CBF-85C2-CC3E512E4C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5795" y="2648529"/>
                  <a:ext cx="4671238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782" t="-8197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2BAED5C6-2132-F02B-26DA-D0A6DC7F8938}"/>
              </a:ext>
            </a:extLst>
          </p:cNvPr>
          <p:cNvGrpSpPr/>
          <p:nvPr/>
        </p:nvGrpSpPr>
        <p:grpSpPr>
          <a:xfrm>
            <a:off x="369308" y="3028458"/>
            <a:ext cx="8838487" cy="979575"/>
            <a:chOff x="369308" y="3028458"/>
            <a:chExt cx="8838487" cy="979575"/>
          </a:xfrm>
        </p:grpSpPr>
        <p:cxnSp>
          <p:nvCxnSpPr>
            <p:cNvPr id="17" name="Conector: Curvo 16">
              <a:extLst>
                <a:ext uri="{FF2B5EF4-FFF2-40B4-BE49-F238E27FC236}">
                  <a16:creationId xmlns:a16="http://schemas.microsoft.com/office/drawing/2014/main" id="{1C765E2C-8901-6F1E-1680-85EC9D105DC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16584" y="3361760"/>
              <a:ext cx="647287" cy="646273"/>
            </a:xfrm>
            <a:prstGeom prst="curvedConnector2">
              <a:avLst/>
            </a:prstGeom>
            <a:ln w="127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8E659A0D-63EA-BD64-5354-8B019DD13F0F}"/>
                    </a:ext>
                  </a:extLst>
                </p:cNvPr>
                <p:cNvSpPr txBox="1"/>
                <p:nvPr/>
              </p:nvSpPr>
              <p:spPr>
                <a:xfrm>
                  <a:off x="369308" y="3028458"/>
                  <a:ext cx="494555" cy="19120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pt-BR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8E659A0D-63EA-BD64-5354-8B019DD13F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308" y="3028458"/>
                  <a:ext cx="494555" cy="191201"/>
                </a:xfrm>
                <a:prstGeom prst="rect">
                  <a:avLst/>
                </a:prstGeom>
                <a:blipFill>
                  <a:blip r:embed="rId6"/>
                  <a:stretch>
                    <a:fillRect l="-17284" r="-49383" b="-7741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38BE4EC9-E1E9-E369-FAE7-B83832A62FF0}"/>
                    </a:ext>
                  </a:extLst>
                </p:cNvPr>
                <p:cNvSpPr txBox="1"/>
                <p:nvPr/>
              </p:nvSpPr>
              <p:spPr>
                <a:xfrm>
                  <a:off x="4635795" y="3229651"/>
                  <a:ext cx="4572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pt-BR" dirty="0">
                      <a:solidFill>
                        <a:schemeClr val="bg1"/>
                      </a:solidFill>
                    </a:rPr>
                    <a:t>Sem atrito entre o plano e o chão </a:t>
                  </a:r>
                  <a14:m>
                    <m:oMath xmlns:m="http://schemas.openxmlformats.org/officeDocument/2006/math">
                      <m:r>
                        <a:rPr lang="pt-BR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=0)</m:t>
                      </m:r>
                    </m:oMath>
                  </a14:m>
                  <a:endParaRPr lang="pt-BR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38BE4EC9-E1E9-E369-FAE7-B83832A62F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5795" y="3229651"/>
                  <a:ext cx="457200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800" t="-10000" b="-2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70961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2000"/>
    </mc:Choice>
    <mc:Fallback>
      <p:transition spd="slow" advClick="0" advTm="3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334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C416-DC4A-E45F-AFD8-E2DED1479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0F39355-1C1A-7F43-1E8F-6C38576943AE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Bloco de massa m em um plano inclinado deslizante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D26B2BB-02F9-8CB9-5A21-012801632B5A}"/>
              </a:ext>
            </a:extLst>
          </p:cNvPr>
          <p:cNvSpPr/>
          <p:nvPr/>
        </p:nvSpPr>
        <p:spPr>
          <a:xfrm rot="2694760">
            <a:off x="1631343" y="1669973"/>
            <a:ext cx="387354" cy="3873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Triângulo Retângulo 9">
            <a:extLst>
              <a:ext uri="{FF2B5EF4-FFF2-40B4-BE49-F238E27FC236}">
                <a16:creationId xmlns:a16="http://schemas.microsoft.com/office/drawing/2014/main" id="{C8F5CF70-01B2-30D7-E960-9F3CC1EE2BBF}"/>
              </a:ext>
            </a:extLst>
          </p:cNvPr>
          <p:cNvSpPr/>
          <p:nvPr/>
        </p:nvSpPr>
        <p:spPr>
          <a:xfrm>
            <a:off x="1263871" y="1589749"/>
            <a:ext cx="2412154" cy="2412153"/>
          </a:xfrm>
          <a:prstGeom prst="rt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0A2DF97C-8115-FFCA-E3A4-BB9CE8C9A591}"/>
              </a:ext>
            </a:extLst>
          </p:cNvPr>
          <p:cNvCxnSpPr>
            <a:cxnSpLocks/>
          </p:cNvCxnSpPr>
          <p:nvPr/>
        </p:nvCxnSpPr>
        <p:spPr>
          <a:xfrm>
            <a:off x="65133" y="4016579"/>
            <a:ext cx="431548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E3130811-2403-075F-F1D2-47B63978480A}"/>
              </a:ext>
            </a:extLst>
          </p:cNvPr>
          <p:cNvGrpSpPr/>
          <p:nvPr/>
        </p:nvGrpSpPr>
        <p:grpSpPr>
          <a:xfrm>
            <a:off x="1917981" y="1085672"/>
            <a:ext cx="7126782" cy="1551796"/>
            <a:chOff x="1917981" y="1085672"/>
            <a:chExt cx="7126782" cy="15517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15E2C435-6B52-0879-403B-B85BCB3C8C71}"/>
                    </a:ext>
                  </a:extLst>
                </p:cNvPr>
                <p:cNvSpPr txBox="1"/>
                <p:nvPr/>
              </p:nvSpPr>
              <p:spPr>
                <a:xfrm>
                  <a:off x="4627007" y="1085672"/>
                  <a:ext cx="441775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600" dirty="0">
                      <a:solidFill>
                        <a:schemeClr val="bg1"/>
                      </a:solidFill>
                    </a:rPr>
                    <a:t>1.  Qual a aceleração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a14:m>
                  <a:r>
                    <a:rPr lang="pt-BR" sz="1600" dirty="0">
                      <a:solidFill>
                        <a:schemeClr val="bg1"/>
                      </a:solidFill>
                    </a:rPr>
                    <a:t> do bloco em relação ao plano inclinado? </a:t>
                  </a:r>
                </a:p>
              </p:txBody>
            </p:sp>
          </mc:Choice>
          <mc:Fallback xmlns="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15E2C435-6B52-0879-403B-B85BCB3C8C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7007" y="1085672"/>
                  <a:ext cx="4417756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690" t="-3125" b="-125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aixaDeTexto 31">
                  <a:extLst>
                    <a:ext uri="{FF2B5EF4-FFF2-40B4-BE49-F238E27FC236}">
                      <a16:creationId xmlns:a16="http://schemas.microsoft.com/office/drawing/2014/main" id="{295832BD-24DE-5835-767F-E6B8A980FC1E}"/>
                    </a:ext>
                  </a:extLst>
                </p:cNvPr>
                <p:cNvSpPr txBox="1"/>
                <p:nvPr/>
              </p:nvSpPr>
              <p:spPr>
                <a:xfrm>
                  <a:off x="2312875" y="2268136"/>
                  <a:ext cx="45023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CaixaDeTexto 31">
                  <a:extLst>
                    <a:ext uri="{FF2B5EF4-FFF2-40B4-BE49-F238E27FC236}">
                      <a16:creationId xmlns:a16="http://schemas.microsoft.com/office/drawing/2014/main" id="{295832BD-24DE-5835-767F-E6B8A980F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2875" y="2268136"/>
                  <a:ext cx="450236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1257C818-E738-3D5A-A7E8-42873FB5BBF8}"/>
                </a:ext>
              </a:extLst>
            </p:cNvPr>
            <p:cNvCxnSpPr>
              <a:cxnSpLocks/>
            </p:cNvCxnSpPr>
            <p:nvPr/>
          </p:nvCxnSpPr>
          <p:spPr>
            <a:xfrm>
              <a:off x="1917981" y="2025762"/>
              <a:ext cx="404417" cy="42704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793A29A3-24B3-5FD1-7DB3-237CA2AA7124}"/>
              </a:ext>
            </a:extLst>
          </p:cNvPr>
          <p:cNvGrpSpPr/>
          <p:nvPr/>
        </p:nvGrpSpPr>
        <p:grpSpPr>
          <a:xfrm>
            <a:off x="1367340" y="1628943"/>
            <a:ext cx="7677423" cy="1036954"/>
            <a:chOff x="1367340" y="1628943"/>
            <a:chExt cx="7677423" cy="10369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313B7BEF-B15B-B4E9-1D71-1A45CB7B5946}"/>
                    </a:ext>
                  </a:extLst>
                </p:cNvPr>
                <p:cNvSpPr txBox="1"/>
                <p:nvPr/>
              </p:nvSpPr>
              <p:spPr>
                <a:xfrm>
                  <a:off x="4627007" y="2044060"/>
                  <a:ext cx="4417756" cy="6218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600" dirty="0">
                      <a:solidFill>
                        <a:schemeClr val="bg1"/>
                      </a:solidFill>
                    </a:rPr>
                    <a:t>2.  Qual a aceleração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pt-BR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pt-B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pt-BR" sz="1600" dirty="0">
                      <a:solidFill>
                        <a:schemeClr val="bg1"/>
                      </a:solidFill>
                    </a:rPr>
                    <a:t> do bloco em relação ao solo? </a:t>
                  </a:r>
                </a:p>
              </p:txBody>
            </p:sp>
          </mc:Choice>
          <mc:Fallback xmlns="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313B7BEF-B15B-B4E9-1D71-1A45CB7B59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7007" y="2044060"/>
                  <a:ext cx="4417756" cy="621837"/>
                </a:xfrm>
                <a:prstGeom prst="rect">
                  <a:avLst/>
                </a:prstGeom>
                <a:blipFill>
                  <a:blip r:embed="rId5"/>
                  <a:stretch>
                    <a:fillRect l="-690" t="-3922" b="-1176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Conector de Seta Reta 35">
              <a:extLst>
                <a:ext uri="{FF2B5EF4-FFF2-40B4-BE49-F238E27FC236}">
                  <a16:creationId xmlns:a16="http://schemas.microsoft.com/office/drawing/2014/main" id="{108C732F-0A29-DBF0-D06D-3538C15B92A8}"/>
                </a:ext>
              </a:extLst>
            </p:cNvPr>
            <p:cNvCxnSpPr>
              <a:cxnSpLocks/>
            </p:cNvCxnSpPr>
            <p:nvPr/>
          </p:nvCxnSpPr>
          <p:spPr>
            <a:xfrm>
              <a:off x="1784774" y="1856923"/>
              <a:ext cx="62216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aixaDeTexto 38">
                  <a:extLst>
                    <a:ext uri="{FF2B5EF4-FFF2-40B4-BE49-F238E27FC236}">
                      <a16:creationId xmlns:a16="http://schemas.microsoft.com/office/drawing/2014/main" id="{726FAC3B-6D55-F4D0-BE19-51E3293E489C}"/>
                    </a:ext>
                  </a:extLst>
                </p:cNvPr>
                <p:cNvSpPr txBox="1"/>
                <p:nvPr/>
              </p:nvSpPr>
              <p:spPr>
                <a:xfrm>
                  <a:off x="1367340" y="2252922"/>
                  <a:ext cx="490882" cy="39126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9" name="CaixaDeTexto 38">
                  <a:extLst>
                    <a:ext uri="{FF2B5EF4-FFF2-40B4-BE49-F238E27FC236}">
                      <a16:creationId xmlns:a16="http://schemas.microsoft.com/office/drawing/2014/main" id="{726FAC3B-6D55-F4D0-BE19-51E3293E48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7340" y="2252922"/>
                  <a:ext cx="490882" cy="391261"/>
                </a:xfrm>
                <a:prstGeom prst="rect">
                  <a:avLst/>
                </a:prstGeom>
                <a:blipFill>
                  <a:blip r:embed="rId6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aixaDeTexto 39">
                  <a:extLst>
                    <a:ext uri="{FF2B5EF4-FFF2-40B4-BE49-F238E27FC236}">
                      <a16:creationId xmlns:a16="http://schemas.microsoft.com/office/drawing/2014/main" id="{17C0A47B-6632-D54C-7A85-23D766D04ABB}"/>
                    </a:ext>
                  </a:extLst>
                </p:cNvPr>
                <p:cNvSpPr txBox="1"/>
                <p:nvPr/>
              </p:nvSpPr>
              <p:spPr>
                <a:xfrm>
                  <a:off x="2359016" y="1628943"/>
                  <a:ext cx="4908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0" name="CaixaDeTexto 39">
                  <a:extLst>
                    <a:ext uri="{FF2B5EF4-FFF2-40B4-BE49-F238E27FC236}">
                      <a16:creationId xmlns:a16="http://schemas.microsoft.com/office/drawing/2014/main" id="{17C0A47B-6632-D54C-7A85-23D766D04A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9016" y="1628943"/>
                  <a:ext cx="49088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Conector de Seta Reta 40">
              <a:extLst>
                <a:ext uri="{FF2B5EF4-FFF2-40B4-BE49-F238E27FC236}">
                  <a16:creationId xmlns:a16="http://schemas.microsoft.com/office/drawing/2014/main" id="{0C3D6344-6AF3-F268-5D06-FDF5C35A8F8C}"/>
                </a:ext>
              </a:extLst>
            </p:cNvPr>
            <p:cNvCxnSpPr>
              <a:cxnSpLocks/>
            </p:cNvCxnSpPr>
            <p:nvPr/>
          </p:nvCxnSpPr>
          <p:spPr>
            <a:xfrm>
              <a:off x="1796731" y="1842246"/>
              <a:ext cx="3658" cy="724872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F1B431E1-E069-4F2F-C9AF-A532CE4572F2}"/>
              </a:ext>
            </a:extLst>
          </p:cNvPr>
          <p:cNvGrpSpPr/>
          <p:nvPr/>
        </p:nvGrpSpPr>
        <p:grpSpPr>
          <a:xfrm>
            <a:off x="271068" y="3039511"/>
            <a:ext cx="8807799" cy="907697"/>
            <a:chOff x="271068" y="3039511"/>
            <a:chExt cx="8807799" cy="9076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90C847BE-24D3-0DC6-8E93-2CACBE850CCE}"/>
                    </a:ext>
                  </a:extLst>
                </p:cNvPr>
                <p:cNvSpPr txBox="1"/>
                <p:nvPr/>
              </p:nvSpPr>
              <p:spPr>
                <a:xfrm>
                  <a:off x="4627007" y="3039511"/>
                  <a:ext cx="445186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600" dirty="0">
                      <a:solidFill>
                        <a:schemeClr val="bg1"/>
                      </a:solidFill>
                    </a:rPr>
                    <a:t>3.  Qual a componente horizontal da aceleração </a:t>
                  </a:r>
                  <a14:m>
                    <m:oMath xmlns:m="http://schemas.openxmlformats.org/officeDocument/2006/math">
                      <m:r>
                        <a:rPr lang="pt-BR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pt-BR" sz="1600" dirty="0">
                      <a:solidFill>
                        <a:schemeClr val="bg1"/>
                      </a:solidFill>
                    </a:rPr>
                    <a:t> do plano inclinado em relação ao solo?</a:t>
                  </a:r>
                </a:p>
              </p:txBody>
            </p:sp>
          </mc:Choice>
          <mc:Fallback xmlns="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90C847BE-24D3-0DC6-8E93-2CACBE850C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7007" y="3039511"/>
                  <a:ext cx="4451860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685" t="-3125" b="-125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ector de Seta Reta 43">
              <a:extLst>
                <a:ext uri="{FF2B5EF4-FFF2-40B4-BE49-F238E27FC236}">
                  <a16:creationId xmlns:a16="http://schemas.microsoft.com/office/drawing/2014/main" id="{216601F6-A50B-DA22-274C-38D4B67D11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186" y="3601643"/>
              <a:ext cx="767685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CaixaDeTexto 46">
                  <a:extLst>
                    <a:ext uri="{FF2B5EF4-FFF2-40B4-BE49-F238E27FC236}">
                      <a16:creationId xmlns:a16="http://schemas.microsoft.com/office/drawing/2014/main" id="{345E9FD1-EF40-10B1-1658-975759962DA9}"/>
                    </a:ext>
                  </a:extLst>
                </p:cNvPr>
                <p:cNvSpPr txBox="1"/>
                <p:nvPr/>
              </p:nvSpPr>
              <p:spPr>
                <a:xfrm>
                  <a:off x="271068" y="3577876"/>
                  <a:ext cx="45023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CaixaDeTexto 46">
                  <a:extLst>
                    <a:ext uri="{FF2B5EF4-FFF2-40B4-BE49-F238E27FC236}">
                      <a16:creationId xmlns:a16="http://schemas.microsoft.com/office/drawing/2014/main" id="{345E9FD1-EF40-10B1-1658-975759962D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068" y="3577876"/>
                  <a:ext cx="450236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628238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8000"/>
    </mc:Choice>
    <mc:Fallback>
      <p:transition spd="slow" advClick="0" advTm="18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8D114-7214-593B-3C78-E68182CA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0946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997DD-EAC1-08A4-8464-0B5D6A63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C42ED739-849A-DE03-E1DD-6F200B35E66C}"/>
              </a:ext>
            </a:extLst>
          </p:cNvPr>
          <p:cNvSpPr/>
          <p:nvPr/>
        </p:nvSpPr>
        <p:spPr>
          <a:xfrm rot="2694760">
            <a:off x="3965488" y="1669973"/>
            <a:ext cx="387354" cy="3873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Triângulo Retângulo 23">
            <a:extLst>
              <a:ext uri="{FF2B5EF4-FFF2-40B4-BE49-F238E27FC236}">
                <a16:creationId xmlns:a16="http://schemas.microsoft.com/office/drawing/2014/main" id="{E97C4EA8-4C54-E5A7-B3AD-EC48FCF276A2}"/>
              </a:ext>
            </a:extLst>
          </p:cNvPr>
          <p:cNvSpPr/>
          <p:nvPr/>
        </p:nvSpPr>
        <p:spPr>
          <a:xfrm>
            <a:off x="3598016" y="1583197"/>
            <a:ext cx="2412154" cy="2412153"/>
          </a:xfrm>
          <a:prstGeom prst="rt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75B9305D-9818-F4FC-DDD4-24AFF8435CB4}"/>
              </a:ext>
            </a:extLst>
          </p:cNvPr>
          <p:cNvCxnSpPr>
            <a:cxnSpLocks/>
          </p:cNvCxnSpPr>
          <p:nvPr/>
        </p:nvCxnSpPr>
        <p:spPr>
          <a:xfrm>
            <a:off x="637953" y="4016579"/>
            <a:ext cx="754202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6FBABF1A-08C9-E761-E3EC-078E4AD6D45A}"/>
              </a:ext>
            </a:extLst>
          </p:cNvPr>
          <p:cNvCxnSpPr/>
          <p:nvPr/>
        </p:nvCxnSpPr>
        <p:spPr>
          <a:xfrm>
            <a:off x="4153786" y="822251"/>
            <a:ext cx="0" cy="3934047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408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CA1A2-82BE-5E43-BA97-D6A55FAE5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00B83667-E7F0-6806-9548-630F9BE4797E}"/>
              </a:ext>
            </a:extLst>
          </p:cNvPr>
          <p:cNvSpPr/>
          <p:nvPr/>
        </p:nvSpPr>
        <p:spPr>
          <a:xfrm rot="2694760">
            <a:off x="4104422" y="2038569"/>
            <a:ext cx="387354" cy="3873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Triângulo Retângulo 23">
            <a:extLst>
              <a:ext uri="{FF2B5EF4-FFF2-40B4-BE49-F238E27FC236}">
                <a16:creationId xmlns:a16="http://schemas.microsoft.com/office/drawing/2014/main" id="{4565408B-8051-E2AD-BE77-9C3F72C2A3A5}"/>
              </a:ext>
            </a:extLst>
          </p:cNvPr>
          <p:cNvSpPr/>
          <p:nvPr/>
        </p:nvSpPr>
        <p:spPr>
          <a:xfrm>
            <a:off x="3365923" y="1583197"/>
            <a:ext cx="2412154" cy="2412153"/>
          </a:xfrm>
          <a:prstGeom prst="rt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507E5B06-331D-9A53-CA51-C8BDAF606612}"/>
              </a:ext>
            </a:extLst>
          </p:cNvPr>
          <p:cNvCxnSpPr>
            <a:cxnSpLocks/>
          </p:cNvCxnSpPr>
          <p:nvPr/>
        </p:nvCxnSpPr>
        <p:spPr>
          <a:xfrm>
            <a:off x="637953" y="4016579"/>
            <a:ext cx="754202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814B5FE-4CAA-29DC-9773-6BD0DD9B60B8}"/>
              </a:ext>
            </a:extLst>
          </p:cNvPr>
          <p:cNvCxnSpPr/>
          <p:nvPr/>
        </p:nvCxnSpPr>
        <p:spPr>
          <a:xfrm>
            <a:off x="4153786" y="822251"/>
            <a:ext cx="0" cy="3934047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036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57266-A218-FF63-BC02-D20E28BB1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28532E37-2155-B39A-4306-45BE87D57900}"/>
              </a:ext>
            </a:extLst>
          </p:cNvPr>
          <p:cNvSpPr/>
          <p:nvPr/>
        </p:nvSpPr>
        <p:spPr>
          <a:xfrm rot="2694760">
            <a:off x="4361403" y="2586370"/>
            <a:ext cx="387354" cy="3873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Triângulo Retângulo 23">
            <a:extLst>
              <a:ext uri="{FF2B5EF4-FFF2-40B4-BE49-F238E27FC236}">
                <a16:creationId xmlns:a16="http://schemas.microsoft.com/office/drawing/2014/main" id="{5A24800D-D638-5F49-A443-3511DC1CF9C7}"/>
              </a:ext>
            </a:extLst>
          </p:cNvPr>
          <p:cNvSpPr/>
          <p:nvPr/>
        </p:nvSpPr>
        <p:spPr>
          <a:xfrm>
            <a:off x="3092022" y="1583197"/>
            <a:ext cx="2412154" cy="2412153"/>
          </a:xfrm>
          <a:prstGeom prst="rt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FFF5521B-226F-861C-957D-F457D0A22470}"/>
              </a:ext>
            </a:extLst>
          </p:cNvPr>
          <p:cNvCxnSpPr>
            <a:cxnSpLocks/>
          </p:cNvCxnSpPr>
          <p:nvPr/>
        </p:nvCxnSpPr>
        <p:spPr>
          <a:xfrm>
            <a:off x="637953" y="4016579"/>
            <a:ext cx="754202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65F984F-7AE1-4BB4-E6C1-4C97C7A861A8}"/>
              </a:ext>
            </a:extLst>
          </p:cNvPr>
          <p:cNvCxnSpPr/>
          <p:nvPr/>
        </p:nvCxnSpPr>
        <p:spPr>
          <a:xfrm>
            <a:off x="4153786" y="822251"/>
            <a:ext cx="0" cy="3934047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380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82C58-2483-F4BC-C08F-5FE5F200D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0E3A9DB1-D584-D936-6BF3-96BC00C29BD6}"/>
              </a:ext>
            </a:extLst>
          </p:cNvPr>
          <p:cNvSpPr/>
          <p:nvPr/>
        </p:nvSpPr>
        <p:spPr>
          <a:xfrm rot="2694760">
            <a:off x="4695304" y="3408622"/>
            <a:ext cx="387354" cy="3873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Triângulo Retângulo 23">
            <a:extLst>
              <a:ext uri="{FF2B5EF4-FFF2-40B4-BE49-F238E27FC236}">
                <a16:creationId xmlns:a16="http://schemas.microsoft.com/office/drawing/2014/main" id="{C12C411B-1A3E-B538-7504-7D800F8F7E6C}"/>
              </a:ext>
            </a:extLst>
          </p:cNvPr>
          <p:cNvSpPr/>
          <p:nvPr/>
        </p:nvSpPr>
        <p:spPr>
          <a:xfrm>
            <a:off x="2578061" y="1583197"/>
            <a:ext cx="2412154" cy="2412153"/>
          </a:xfrm>
          <a:prstGeom prst="rt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7268CAD7-C7EB-FF52-DD5E-FE51C23DC71C}"/>
              </a:ext>
            </a:extLst>
          </p:cNvPr>
          <p:cNvCxnSpPr>
            <a:cxnSpLocks/>
          </p:cNvCxnSpPr>
          <p:nvPr/>
        </p:nvCxnSpPr>
        <p:spPr>
          <a:xfrm>
            <a:off x="637953" y="4016579"/>
            <a:ext cx="754202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D3ADFDD-5297-4EB2-A2F2-F9324AF4CCB9}"/>
              </a:ext>
            </a:extLst>
          </p:cNvPr>
          <p:cNvCxnSpPr/>
          <p:nvPr/>
        </p:nvCxnSpPr>
        <p:spPr>
          <a:xfrm>
            <a:off x="4153786" y="822251"/>
            <a:ext cx="0" cy="3934047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137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1000"/>
    </mc:Choice>
    <mc:Fallback>
      <p:transition spd="slow" advClick="0" advTm="11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FB2D7-A366-598E-0C42-C4321B853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6539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7ECDB-3643-5614-6A59-7C6520A99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Agrupar 44">
            <a:extLst>
              <a:ext uri="{FF2B5EF4-FFF2-40B4-BE49-F238E27FC236}">
                <a16:creationId xmlns:a16="http://schemas.microsoft.com/office/drawing/2014/main" id="{442644E8-32FB-2BF4-09B4-380D7E5BD4E6}"/>
              </a:ext>
            </a:extLst>
          </p:cNvPr>
          <p:cNvGrpSpPr/>
          <p:nvPr/>
        </p:nvGrpSpPr>
        <p:grpSpPr>
          <a:xfrm>
            <a:off x="5256060" y="2329219"/>
            <a:ext cx="455182" cy="475401"/>
            <a:chOff x="3320776" y="1130215"/>
            <a:chExt cx="455182" cy="475401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2A71DFDB-5857-717F-3FCD-3C084675F92C}"/>
                </a:ext>
              </a:extLst>
            </p:cNvPr>
            <p:cNvSpPr/>
            <p:nvPr/>
          </p:nvSpPr>
          <p:spPr>
            <a:xfrm rot="2694760">
              <a:off x="3320776" y="1130215"/>
              <a:ext cx="455182" cy="45518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417AD3BC-11BC-164E-2E79-8492D6F4ADCD}"/>
                </a:ext>
              </a:extLst>
            </p:cNvPr>
            <p:cNvSpPr txBox="1"/>
            <p:nvPr/>
          </p:nvSpPr>
          <p:spPr>
            <a:xfrm>
              <a:off x="3456372" y="1143951"/>
              <a:ext cx="2012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</a:rPr>
                <a:t>m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64CF1635-3F52-6883-BDBE-40F17234F04E}"/>
              </a:ext>
            </a:extLst>
          </p:cNvPr>
          <p:cNvGrpSpPr/>
          <p:nvPr/>
        </p:nvGrpSpPr>
        <p:grpSpPr>
          <a:xfrm>
            <a:off x="3838792" y="1248594"/>
            <a:ext cx="2834537" cy="2921731"/>
            <a:chOff x="2190308" y="949841"/>
            <a:chExt cx="3494568" cy="3602066"/>
          </a:xfrm>
        </p:grpSpPr>
        <p:sp>
          <p:nvSpPr>
            <p:cNvPr id="2" name="Triângulo Retângulo 1">
              <a:extLst>
                <a:ext uri="{FF2B5EF4-FFF2-40B4-BE49-F238E27FC236}">
                  <a16:creationId xmlns:a16="http://schemas.microsoft.com/office/drawing/2014/main" id="{71054A52-35E1-E02A-A925-122FC665D552}"/>
                </a:ext>
              </a:extLst>
            </p:cNvPr>
            <p:cNvSpPr/>
            <p:nvPr/>
          </p:nvSpPr>
          <p:spPr>
            <a:xfrm>
              <a:off x="2190308" y="949841"/>
              <a:ext cx="3494568" cy="3494568"/>
            </a:xfrm>
            <a:prstGeom prst="rtTriangl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46279B06-4201-B1FA-9321-30EA2C2A107C}"/>
                </a:ext>
              </a:extLst>
            </p:cNvPr>
            <p:cNvSpPr txBox="1"/>
            <p:nvPr/>
          </p:nvSpPr>
          <p:spPr>
            <a:xfrm>
              <a:off x="2889846" y="2784208"/>
              <a:ext cx="248093" cy="569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6E62364C-924B-C218-4486-F6D47E94BDD2}"/>
                </a:ext>
              </a:extLst>
            </p:cNvPr>
            <p:cNvSpPr txBox="1"/>
            <p:nvPr/>
          </p:nvSpPr>
          <p:spPr>
            <a:xfrm>
              <a:off x="5204754" y="3982742"/>
              <a:ext cx="248093" cy="569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solidFill>
                    <a:schemeClr val="bg1"/>
                  </a:solidFill>
                </a:rPr>
                <a:t>α</a:t>
              </a:r>
              <a:endParaRPr lang="pt-BR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A6C0AB8F-2622-5732-E1C3-226B5EDC313F}"/>
              </a:ext>
            </a:extLst>
          </p:cNvPr>
          <p:cNvCxnSpPr>
            <a:cxnSpLocks/>
          </p:cNvCxnSpPr>
          <p:nvPr/>
        </p:nvCxnSpPr>
        <p:spPr>
          <a:xfrm>
            <a:off x="2430147" y="4100379"/>
            <a:ext cx="54733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1537114E-BA66-F1B5-B818-1CA321297BBA}"/>
              </a:ext>
            </a:extLst>
          </p:cNvPr>
          <p:cNvGrpSpPr/>
          <p:nvPr/>
        </p:nvGrpSpPr>
        <p:grpSpPr>
          <a:xfrm>
            <a:off x="390433" y="4147529"/>
            <a:ext cx="5406123" cy="887807"/>
            <a:chOff x="390433" y="4147529"/>
            <a:chExt cx="5406123" cy="887807"/>
          </a:xfrm>
        </p:grpSpPr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1A2E484D-B04B-2339-192E-497E16413183}"/>
                </a:ext>
              </a:extLst>
            </p:cNvPr>
            <p:cNvGrpSpPr/>
            <p:nvPr/>
          </p:nvGrpSpPr>
          <p:grpSpPr>
            <a:xfrm>
              <a:off x="519604" y="4147529"/>
              <a:ext cx="448949" cy="887807"/>
              <a:chOff x="589467" y="2350307"/>
              <a:chExt cx="504722" cy="998100"/>
            </a:xfrm>
          </p:grpSpPr>
          <p:sp>
            <p:nvSpPr>
              <p:cNvPr id="11" name="Elipse 10">
                <a:extLst>
                  <a:ext uri="{FF2B5EF4-FFF2-40B4-BE49-F238E27FC236}">
                    <a16:creationId xmlns:a16="http://schemas.microsoft.com/office/drawing/2014/main" id="{3D5A2CD5-429A-2AC3-3291-2F769BA75147}"/>
                  </a:ext>
                </a:extLst>
              </p:cNvPr>
              <p:cNvSpPr/>
              <p:nvPr/>
            </p:nvSpPr>
            <p:spPr>
              <a:xfrm>
                <a:off x="689429" y="2350307"/>
                <a:ext cx="252361" cy="25236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15" name="Conector reto 14">
                <a:extLst>
                  <a:ext uri="{FF2B5EF4-FFF2-40B4-BE49-F238E27FC236}">
                    <a16:creationId xmlns:a16="http://schemas.microsoft.com/office/drawing/2014/main" id="{9E4639BE-EF4C-7EA8-C13B-078731278805}"/>
                  </a:ext>
                </a:extLst>
              </p:cNvPr>
              <p:cNvCxnSpPr>
                <a:cxnSpLocks/>
                <a:stCxn id="11" idx="4"/>
              </p:cNvCxnSpPr>
              <p:nvPr/>
            </p:nvCxnSpPr>
            <p:spPr>
              <a:xfrm>
                <a:off x="815610" y="2602668"/>
                <a:ext cx="0" cy="419799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ector reto 17">
                <a:extLst>
                  <a:ext uri="{FF2B5EF4-FFF2-40B4-BE49-F238E27FC236}">
                    <a16:creationId xmlns:a16="http://schemas.microsoft.com/office/drawing/2014/main" id="{0C59EDF0-11C0-191B-64AF-06681D8C68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610" y="3022467"/>
                <a:ext cx="252361" cy="32594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ector reto 22">
                <a:extLst>
                  <a:ext uri="{FF2B5EF4-FFF2-40B4-BE49-F238E27FC236}">
                    <a16:creationId xmlns:a16="http://schemas.microsoft.com/office/drawing/2014/main" id="{79126243-80E8-C268-8047-C689EE2377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9429" y="3022467"/>
                <a:ext cx="126181" cy="32594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reto 25">
                <a:extLst>
                  <a:ext uri="{FF2B5EF4-FFF2-40B4-BE49-F238E27FC236}">
                    <a16:creationId xmlns:a16="http://schemas.microsoft.com/office/drawing/2014/main" id="{7CC3B451-B531-599B-17DE-A2428CC88C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9467" y="2676247"/>
                <a:ext cx="226142" cy="222069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reto 29">
                <a:extLst>
                  <a:ext uri="{FF2B5EF4-FFF2-40B4-BE49-F238E27FC236}">
                    <a16:creationId xmlns:a16="http://schemas.microsoft.com/office/drawing/2014/main" id="{C992668B-E4FF-E192-75BC-857B31FC9E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3070" y="2676247"/>
                <a:ext cx="271119" cy="222069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Conector reto 35">
              <a:extLst>
                <a:ext uri="{FF2B5EF4-FFF2-40B4-BE49-F238E27FC236}">
                  <a16:creationId xmlns:a16="http://schemas.microsoft.com/office/drawing/2014/main" id="{BE95758F-BD00-1750-E245-B741F4702D21}"/>
                </a:ext>
              </a:extLst>
            </p:cNvPr>
            <p:cNvCxnSpPr>
              <a:cxnSpLocks/>
            </p:cNvCxnSpPr>
            <p:nvPr/>
          </p:nvCxnSpPr>
          <p:spPr>
            <a:xfrm>
              <a:off x="390433" y="5035336"/>
              <a:ext cx="1941072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CaixaDeTexto 49">
                  <a:extLst>
                    <a:ext uri="{FF2B5EF4-FFF2-40B4-BE49-F238E27FC236}">
                      <a16:creationId xmlns:a16="http://schemas.microsoft.com/office/drawing/2014/main" id="{8FC2BED2-0C69-9164-AE8B-729A7FC5C6C1}"/>
                    </a:ext>
                  </a:extLst>
                </p:cNvPr>
                <p:cNvSpPr txBox="1"/>
                <p:nvPr/>
              </p:nvSpPr>
              <p:spPr>
                <a:xfrm>
                  <a:off x="1053436" y="4692253"/>
                  <a:ext cx="30027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50" name="CaixaDeTexto 49">
                  <a:extLst>
                    <a:ext uri="{FF2B5EF4-FFF2-40B4-BE49-F238E27FC236}">
                      <a16:creationId xmlns:a16="http://schemas.microsoft.com/office/drawing/2014/main" id="{8FC2BED2-0C69-9164-AE8B-729A7FC5C6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3436" y="4692253"/>
                  <a:ext cx="300275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8367" r="-8163" b="-1555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BC59E61D-E9B7-4781-827B-C58951AFB070}"/>
                </a:ext>
              </a:extLst>
            </p:cNvPr>
            <p:cNvSpPr txBox="1"/>
            <p:nvPr/>
          </p:nvSpPr>
          <p:spPr>
            <a:xfrm>
              <a:off x="1277663" y="4675777"/>
              <a:ext cx="45188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solidFill>
                    <a:schemeClr val="bg1"/>
                  </a:solidFill>
                </a:rPr>
                <a:t>: Observador em repouso em um referencial inercial</a:t>
              </a:r>
            </a:p>
          </p:txBody>
        </p:sp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E9480167-E996-7D3D-54C9-6A95A3506C32}"/>
              </a:ext>
            </a:extLst>
          </p:cNvPr>
          <p:cNvGrpSpPr/>
          <p:nvPr/>
        </p:nvGrpSpPr>
        <p:grpSpPr>
          <a:xfrm>
            <a:off x="3953266" y="711137"/>
            <a:ext cx="4847036" cy="658678"/>
            <a:chOff x="3953266" y="711137"/>
            <a:chExt cx="4847036" cy="658678"/>
          </a:xfrm>
        </p:grpSpPr>
        <p:grpSp>
          <p:nvGrpSpPr>
            <p:cNvPr id="38" name="Agrupar 37">
              <a:extLst>
                <a:ext uri="{FF2B5EF4-FFF2-40B4-BE49-F238E27FC236}">
                  <a16:creationId xmlns:a16="http://schemas.microsoft.com/office/drawing/2014/main" id="{DA2D8ECF-6F58-1B07-1B10-41E442327BAB}"/>
                </a:ext>
              </a:extLst>
            </p:cNvPr>
            <p:cNvGrpSpPr/>
            <p:nvPr/>
          </p:nvGrpSpPr>
          <p:grpSpPr>
            <a:xfrm rot="2446514">
              <a:off x="3953266" y="771931"/>
              <a:ext cx="302340" cy="597884"/>
              <a:chOff x="589467" y="2350307"/>
              <a:chExt cx="504722" cy="998100"/>
            </a:xfrm>
          </p:grpSpPr>
          <p:sp>
            <p:nvSpPr>
              <p:cNvPr id="39" name="Elipse 38">
                <a:extLst>
                  <a:ext uri="{FF2B5EF4-FFF2-40B4-BE49-F238E27FC236}">
                    <a16:creationId xmlns:a16="http://schemas.microsoft.com/office/drawing/2014/main" id="{44C9D9A9-2F1C-AF18-1AFE-82510C3FAAB0}"/>
                  </a:ext>
                </a:extLst>
              </p:cNvPr>
              <p:cNvSpPr/>
              <p:nvPr/>
            </p:nvSpPr>
            <p:spPr>
              <a:xfrm>
                <a:off x="689429" y="2350307"/>
                <a:ext cx="252361" cy="25236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40" name="Conector reto 39">
                <a:extLst>
                  <a:ext uri="{FF2B5EF4-FFF2-40B4-BE49-F238E27FC236}">
                    <a16:creationId xmlns:a16="http://schemas.microsoft.com/office/drawing/2014/main" id="{2AB1D4AC-97B5-37D8-3FDF-1927878B2E76}"/>
                  </a:ext>
                </a:extLst>
              </p:cNvPr>
              <p:cNvCxnSpPr>
                <a:cxnSpLocks/>
                <a:stCxn id="39" idx="4"/>
              </p:cNvCxnSpPr>
              <p:nvPr/>
            </p:nvCxnSpPr>
            <p:spPr>
              <a:xfrm>
                <a:off x="815610" y="2602668"/>
                <a:ext cx="0" cy="419799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reto 40">
                <a:extLst>
                  <a:ext uri="{FF2B5EF4-FFF2-40B4-BE49-F238E27FC236}">
                    <a16:creationId xmlns:a16="http://schemas.microsoft.com/office/drawing/2014/main" id="{113E8634-8EE4-D19F-4340-7B6FA2ECCB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610" y="3022467"/>
                <a:ext cx="252361" cy="32594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reto 41">
                <a:extLst>
                  <a:ext uri="{FF2B5EF4-FFF2-40B4-BE49-F238E27FC236}">
                    <a16:creationId xmlns:a16="http://schemas.microsoft.com/office/drawing/2014/main" id="{43231807-4EEB-39F6-533F-23A2E25AD8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9429" y="3022467"/>
                <a:ext cx="126181" cy="32594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to 42">
                <a:extLst>
                  <a:ext uri="{FF2B5EF4-FFF2-40B4-BE49-F238E27FC236}">
                    <a16:creationId xmlns:a16="http://schemas.microsoft.com/office/drawing/2014/main" id="{0248A745-4ADB-1223-6C9F-BB155E4334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9467" y="2676247"/>
                <a:ext cx="226142" cy="222069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to 43">
                <a:extLst>
                  <a:ext uri="{FF2B5EF4-FFF2-40B4-BE49-F238E27FC236}">
                    <a16:creationId xmlns:a16="http://schemas.microsoft.com/office/drawing/2014/main" id="{EE46171A-E687-C39D-ED88-0ABA9F2DC3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3070" y="2676247"/>
                <a:ext cx="271119" cy="222069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CaixaDeTexto 48">
                  <a:extLst>
                    <a:ext uri="{FF2B5EF4-FFF2-40B4-BE49-F238E27FC236}">
                      <a16:creationId xmlns:a16="http://schemas.microsoft.com/office/drawing/2014/main" id="{5DBC24DB-5626-4EB0-4674-2EF0BA7F6F8D}"/>
                    </a:ext>
                  </a:extLst>
                </p:cNvPr>
                <p:cNvSpPr txBox="1"/>
                <p:nvPr/>
              </p:nvSpPr>
              <p:spPr>
                <a:xfrm>
                  <a:off x="4383082" y="750231"/>
                  <a:ext cx="30559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49" name="CaixaDeTexto 48">
                  <a:extLst>
                    <a:ext uri="{FF2B5EF4-FFF2-40B4-BE49-F238E27FC236}">
                      <a16:creationId xmlns:a16="http://schemas.microsoft.com/office/drawing/2014/main" id="{5DBC24DB-5626-4EB0-4674-2EF0BA7F6F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082" y="750231"/>
                  <a:ext cx="30559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8000" r="-6000" b="-1304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id="{CA73553F-B252-22C5-368C-78ACEE0AA2A4}"/>
                </a:ext>
              </a:extLst>
            </p:cNvPr>
            <p:cNvSpPr txBox="1"/>
            <p:nvPr/>
          </p:nvSpPr>
          <p:spPr>
            <a:xfrm>
              <a:off x="4632338" y="711137"/>
              <a:ext cx="41679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solidFill>
                    <a:schemeClr val="bg1"/>
                  </a:solidFill>
                </a:rPr>
                <a:t>: Observador em um referencial não-inercial</a:t>
              </a:r>
            </a:p>
          </p:txBody>
        </p:sp>
      </p:grp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F5951D42-420B-2CDD-9C6B-F675B407B214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Observadores e sistemas de referências</a:t>
            </a:r>
          </a:p>
        </p:txBody>
      </p:sp>
    </p:spTree>
    <p:extLst>
      <p:ext uri="{BB962C8B-B14F-4D97-AF65-F5344CB8AC3E}">
        <p14:creationId xmlns:p14="http://schemas.microsoft.com/office/powerpoint/2010/main" val="916029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5000"/>
    </mc:Choice>
    <mc:Fallback>
      <p:transition spd="slow" advClick="0" advTm="2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0963C-7EAA-D14B-5412-18EC5C27C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7288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C8F16-CCA6-6AD6-50CD-87F56A30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D5D4BFA-8E23-A445-7DDB-B9A55E3AFEBC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Observadores e sistemas de referências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9D052887-71E5-F520-FD97-8EB3A2DDF42B}"/>
              </a:ext>
            </a:extLst>
          </p:cNvPr>
          <p:cNvGrpSpPr/>
          <p:nvPr/>
        </p:nvGrpSpPr>
        <p:grpSpPr>
          <a:xfrm>
            <a:off x="5256060" y="2329219"/>
            <a:ext cx="455182" cy="475401"/>
            <a:chOff x="3320776" y="1130215"/>
            <a:chExt cx="455182" cy="475401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DF25C683-5394-9CFE-2523-6EC4935AFB28}"/>
                </a:ext>
              </a:extLst>
            </p:cNvPr>
            <p:cNvSpPr/>
            <p:nvPr/>
          </p:nvSpPr>
          <p:spPr>
            <a:xfrm rot="2694760">
              <a:off x="3320776" y="1130215"/>
              <a:ext cx="455182" cy="45518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7A26FF8-B60C-1266-B32C-5EE37DD5F9E5}"/>
                </a:ext>
              </a:extLst>
            </p:cNvPr>
            <p:cNvSpPr txBox="1"/>
            <p:nvPr/>
          </p:nvSpPr>
          <p:spPr>
            <a:xfrm>
              <a:off x="3456372" y="1143951"/>
              <a:ext cx="2012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</a:rPr>
                <a:t>m</a:t>
              </a:r>
            </a:p>
          </p:txBody>
        </p: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84CEC8FB-7A83-A7A7-BCB0-0B8EBEF7D9D9}"/>
              </a:ext>
            </a:extLst>
          </p:cNvPr>
          <p:cNvGrpSpPr/>
          <p:nvPr/>
        </p:nvGrpSpPr>
        <p:grpSpPr>
          <a:xfrm>
            <a:off x="3838792" y="1248594"/>
            <a:ext cx="2834537" cy="2921731"/>
            <a:chOff x="2190308" y="949841"/>
            <a:chExt cx="3494568" cy="3602066"/>
          </a:xfrm>
        </p:grpSpPr>
        <p:sp>
          <p:nvSpPr>
            <p:cNvPr id="7" name="Triângulo Retângulo 6">
              <a:extLst>
                <a:ext uri="{FF2B5EF4-FFF2-40B4-BE49-F238E27FC236}">
                  <a16:creationId xmlns:a16="http://schemas.microsoft.com/office/drawing/2014/main" id="{584AC07F-F4E7-2B21-BA41-9378840339A2}"/>
                </a:ext>
              </a:extLst>
            </p:cNvPr>
            <p:cNvSpPr/>
            <p:nvPr/>
          </p:nvSpPr>
          <p:spPr>
            <a:xfrm>
              <a:off x="2190308" y="949841"/>
              <a:ext cx="3494568" cy="3494568"/>
            </a:xfrm>
            <a:prstGeom prst="rtTriangl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218B63D5-10A7-3978-99AD-7E82914D15B1}"/>
                </a:ext>
              </a:extLst>
            </p:cNvPr>
            <p:cNvSpPr txBox="1"/>
            <p:nvPr/>
          </p:nvSpPr>
          <p:spPr>
            <a:xfrm>
              <a:off x="2889846" y="2784208"/>
              <a:ext cx="248093" cy="569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DCFD8742-C7FE-F955-04F9-3CD471BB3179}"/>
                </a:ext>
              </a:extLst>
            </p:cNvPr>
            <p:cNvSpPr txBox="1"/>
            <p:nvPr/>
          </p:nvSpPr>
          <p:spPr>
            <a:xfrm>
              <a:off x="5204754" y="3982742"/>
              <a:ext cx="248093" cy="569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solidFill>
                    <a:schemeClr val="bg1"/>
                  </a:solidFill>
                </a:rPr>
                <a:t>α</a:t>
              </a:r>
              <a:endParaRPr lang="pt-BR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E07FA56-A9C8-61EF-17E0-D97AD4326213}"/>
              </a:ext>
            </a:extLst>
          </p:cNvPr>
          <p:cNvCxnSpPr>
            <a:cxnSpLocks/>
          </p:cNvCxnSpPr>
          <p:nvPr/>
        </p:nvCxnSpPr>
        <p:spPr>
          <a:xfrm>
            <a:off x="2430147" y="4100379"/>
            <a:ext cx="54733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DDB13A5C-B1B9-2129-1759-DA7F0BA481DB}"/>
              </a:ext>
            </a:extLst>
          </p:cNvPr>
          <p:cNvGrpSpPr/>
          <p:nvPr/>
        </p:nvGrpSpPr>
        <p:grpSpPr>
          <a:xfrm rot="2742964">
            <a:off x="3777965" y="702712"/>
            <a:ext cx="1440724" cy="1011355"/>
            <a:chOff x="3739078" y="522432"/>
            <a:chExt cx="1440724" cy="1011355"/>
          </a:xfrm>
        </p:grpSpPr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E28CC2CA-5DBF-6CEE-AB7C-B742B991EE29}"/>
                </a:ext>
              </a:extLst>
            </p:cNvPr>
            <p:cNvCxnSpPr>
              <a:cxnSpLocks/>
            </p:cNvCxnSpPr>
            <p:nvPr/>
          </p:nvCxnSpPr>
          <p:spPr>
            <a:xfrm>
              <a:off x="4165200" y="1287850"/>
              <a:ext cx="62216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C07D57A2-0A04-17E9-53F4-97B26FE3C13E}"/>
                    </a:ext>
                  </a:extLst>
                </p:cNvPr>
                <p:cNvSpPr txBox="1"/>
                <p:nvPr/>
              </p:nvSpPr>
              <p:spPr>
                <a:xfrm>
                  <a:off x="4688920" y="1164455"/>
                  <a:ext cx="4908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C07D57A2-0A04-17E9-53F4-97B26FE3C1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8920" y="1164455"/>
                  <a:ext cx="49088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A743B4CF-7966-788A-34BE-37C6381908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7157" y="673395"/>
              <a:ext cx="0" cy="599778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id="{7AF5C8A5-206D-ED0E-D3F0-D6618328B167}"/>
                    </a:ext>
                  </a:extLst>
                </p:cNvPr>
                <p:cNvSpPr txBox="1"/>
                <p:nvPr/>
              </p:nvSpPr>
              <p:spPr>
                <a:xfrm>
                  <a:off x="3739078" y="522432"/>
                  <a:ext cx="4908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id="{7AF5C8A5-206D-ED0E-D3F0-D6618328B1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9078" y="522432"/>
                  <a:ext cx="490882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980" b="-198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258117DE-7E6A-A9C3-0C1F-901D80CE2F02}"/>
              </a:ext>
            </a:extLst>
          </p:cNvPr>
          <p:cNvGrpSpPr/>
          <p:nvPr/>
        </p:nvGrpSpPr>
        <p:grpSpPr>
          <a:xfrm>
            <a:off x="291382" y="3922940"/>
            <a:ext cx="1440724" cy="1011355"/>
            <a:chOff x="3739078" y="522432"/>
            <a:chExt cx="1440724" cy="1011355"/>
          </a:xfrm>
        </p:grpSpPr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1E0C70C1-1936-7F02-E437-39F253F6E091}"/>
                </a:ext>
              </a:extLst>
            </p:cNvPr>
            <p:cNvCxnSpPr>
              <a:cxnSpLocks/>
            </p:cNvCxnSpPr>
            <p:nvPr/>
          </p:nvCxnSpPr>
          <p:spPr>
            <a:xfrm>
              <a:off x="4165200" y="1287850"/>
              <a:ext cx="62216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BA02CA25-7410-7F16-3258-5B801DEF1B94}"/>
                    </a:ext>
                  </a:extLst>
                </p:cNvPr>
                <p:cNvSpPr txBox="1"/>
                <p:nvPr/>
              </p:nvSpPr>
              <p:spPr>
                <a:xfrm>
                  <a:off x="4688920" y="1164455"/>
                  <a:ext cx="4908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BA02CA25-7410-7F16-3258-5B801DEF1B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8920" y="1164455"/>
                  <a:ext cx="49088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Conector de Seta Reta 20">
              <a:extLst>
                <a:ext uri="{FF2B5EF4-FFF2-40B4-BE49-F238E27FC236}">
                  <a16:creationId xmlns:a16="http://schemas.microsoft.com/office/drawing/2014/main" id="{DD0D1737-D89D-CF14-3891-764500DB5A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7157" y="673395"/>
              <a:ext cx="0" cy="599778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5D7F30A6-2FDE-D2E3-BD15-37929DCFFC4C}"/>
                    </a:ext>
                  </a:extLst>
                </p:cNvPr>
                <p:cNvSpPr txBox="1"/>
                <p:nvPr/>
              </p:nvSpPr>
              <p:spPr>
                <a:xfrm>
                  <a:off x="3739078" y="522432"/>
                  <a:ext cx="4908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5D7F30A6-2FDE-D2E3-BD15-37929DCFFC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9078" y="522432"/>
                  <a:ext cx="49088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25325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2000"/>
    </mc:Choice>
    <mc:Fallback>
      <p:transition spd="slow" advClick="0" advTm="2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FA52-17BA-19A4-ED62-9CE6933EF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6197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F16C9-386F-C0F3-3AC2-5AF4EC6A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D63B972-D241-256C-CE55-D302A37C09BB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Leis de movimento do plano e bloco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5DFE6E5-7E5A-01C1-EE01-C50AA1F569B4}"/>
              </a:ext>
            </a:extLst>
          </p:cNvPr>
          <p:cNvSpPr/>
          <p:nvPr/>
        </p:nvSpPr>
        <p:spPr>
          <a:xfrm rot="2694760">
            <a:off x="5256060" y="2329219"/>
            <a:ext cx="455182" cy="45518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EA771877-ED9B-2CBF-ACF8-04FADCEB6CD1}"/>
              </a:ext>
            </a:extLst>
          </p:cNvPr>
          <p:cNvGrpSpPr/>
          <p:nvPr/>
        </p:nvGrpSpPr>
        <p:grpSpPr>
          <a:xfrm>
            <a:off x="3838792" y="1248594"/>
            <a:ext cx="2834537" cy="2921731"/>
            <a:chOff x="2190308" y="949841"/>
            <a:chExt cx="3494568" cy="3602066"/>
          </a:xfrm>
        </p:grpSpPr>
        <p:sp>
          <p:nvSpPr>
            <p:cNvPr id="7" name="Triângulo Retângulo 6">
              <a:extLst>
                <a:ext uri="{FF2B5EF4-FFF2-40B4-BE49-F238E27FC236}">
                  <a16:creationId xmlns:a16="http://schemas.microsoft.com/office/drawing/2014/main" id="{D91C37C8-E999-0CE2-2D4C-7ECAE96D516E}"/>
                </a:ext>
              </a:extLst>
            </p:cNvPr>
            <p:cNvSpPr/>
            <p:nvPr/>
          </p:nvSpPr>
          <p:spPr>
            <a:xfrm>
              <a:off x="2190308" y="949841"/>
              <a:ext cx="3494568" cy="3494568"/>
            </a:xfrm>
            <a:prstGeom prst="rtTriangl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AA84DDA-1777-BB5C-BF29-65BEAB7B3F29}"/>
                </a:ext>
              </a:extLst>
            </p:cNvPr>
            <p:cNvSpPr txBox="1"/>
            <p:nvPr/>
          </p:nvSpPr>
          <p:spPr>
            <a:xfrm>
              <a:off x="5204754" y="3982742"/>
              <a:ext cx="248093" cy="569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solidFill>
                    <a:schemeClr val="bg1"/>
                  </a:solidFill>
                </a:rPr>
                <a:t>α</a:t>
              </a:r>
              <a:endParaRPr lang="pt-BR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DF4196A-036D-376D-759D-020AC1B53AE9}"/>
              </a:ext>
            </a:extLst>
          </p:cNvPr>
          <p:cNvCxnSpPr>
            <a:cxnSpLocks/>
          </p:cNvCxnSpPr>
          <p:nvPr/>
        </p:nvCxnSpPr>
        <p:spPr>
          <a:xfrm>
            <a:off x="2430147" y="4100379"/>
            <a:ext cx="54733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38DEA34D-E4C0-48AF-6E08-9600F93A0F01}"/>
              </a:ext>
            </a:extLst>
          </p:cNvPr>
          <p:cNvCxnSpPr>
            <a:cxnSpLocks/>
          </p:cNvCxnSpPr>
          <p:nvPr/>
        </p:nvCxnSpPr>
        <p:spPr>
          <a:xfrm>
            <a:off x="717504" y="4100880"/>
            <a:ext cx="7937398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34F5CF1A-2AFC-FF0B-4443-D43220D3867A}"/>
              </a:ext>
            </a:extLst>
          </p:cNvPr>
          <p:cNvCxnSpPr>
            <a:cxnSpLocks/>
          </p:cNvCxnSpPr>
          <p:nvPr/>
        </p:nvCxnSpPr>
        <p:spPr>
          <a:xfrm flipV="1">
            <a:off x="729461" y="836428"/>
            <a:ext cx="0" cy="3249775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1838B8BB-4856-BCB6-747D-8BFE549FBDD9}"/>
              </a:ext>
            </a:extLst>
          </p:cNvPr>
          <p:cNvGrpSpPr/>
          <p:nvPr/>
        </p:nvGrpSpPr>
        <p:grpSpPr>
          <a:xfrm>
            <a:off x="4017283" y="1087176"/>
            <a:ext cx="1305192" cy="1308948"/>
            <a:chOff x="4017283" y="1087176"/>
            <a:chExt cx="1305192" cy="1308948"/>
          </a:xfrm>
        </p:grpSpPr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C4F4D107-A90A-7D65-99F9-11B3D5F19E0D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4017283" y="1087176"/>
              <a:ext cx="1305192" cy="1308948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aixaDeTexto 26">
                  <a:extLst>
                    <a:ext uri="{FF2B5EF4-FFF2-40B4-BE49-F238E27FC236}">
                      <a16:creationId xmlns:a16="http://schemas.microsoft.com/office/drawing/2014/main" id="{0507DCF8-F662-287D-4113-CC76B5D4F49F}"/>
                    </a:ext>
                  </a:extLst>
                </p:cNvPr>
                <p:cNvSpPr txBox="1"/>
                <p:nvPr/>
              </p:nvSpPr>
              <p:spPr>
                <a:xfrm>
                  <a:off x="4686203" y="1466925"/>
                  <a:ext cx="3728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7" name="CaixaDeTexto 26">
                  <a:extLst>
                    <a:ext uri="{FF2B5EF4-FFF2-40B4-BE49-F238E27FC236}">
                      <a16:creationId xmlns:a16="http://schemas.microsoft.com/office/drawing/2014/main" id="{0507DCF8-F662-287D-4113-CC76B5D4F4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6203" y="1466925"/>
                  <a:ext cx="372876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62295"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CD5171F7-4C4B-1DEC-B797-F8200B067A08}"/>
              </a:ext>
            </a:extLst>
          </p:cNvPr>
          <p:cNvGrpSpPr/>
          <p:nvPr/>
        </p:nvGrpSpPr>
        <p:grpSpPr>
          <a:xfrm>
            <a:off x="729461" y="3038328"/>
            <a:ext cx="3109331" cy="438776"/>
            <a:chOff x="729461" y="3038328"/>
            <a:chExt cx="3109331" cy="438776"/>
          </a:xfrm>
        </p:grpSpPr>
        <p:cxnSp>
          <p:nvCxnSpPr>
            <p:cNvPr id="28" name="Conector de Seta Reta 27">
              <a:extLst>
                <a:ext uri="{FF2B5EF4-FFF2-40B4-BE49-F238E27FC236}">
                  <a16:creationId xmlns:a16="http://schemas.microsoft.com/office/drawing/2014/main" id="{D856E1C9-9621-8DCA-9E40-611783E7A06B}"/>
                </a:ext>
              </a:extLst>
            </p:cNvPr>
            <p:cNvCxnSpPr>
              <a:cxnSpLocks/>
            </p:cNvCxnSpPr>
            <p:nvPr/>
          </p:nvCxnSpPr>
          <p:spPr>
            <a:xfrm>
              <a:off x="729461" y="3477104"/>
              <a:ext cx="3109331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033A63B7-339A-DAE2-923A-F3B5A4ED58EA}"/>
                    </a:ext>
                  </a:extLst>
                </p:cNvPr>
                <p:cNvSpPr txBox="1"/>
                <p:nvPr/>
              </p:nvSpPr>
              <p:spPr>
                <a:xfrm>
                  <a:off x="2000496" y="3038328"/>
                  <a:ext cx="3728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033A63B7-339A-DAE2-923A-F3B5A4ED58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0496" y="3038328"/>
                  <a:ext cx="37287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73770"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6ABC697C-9FB5-8118-386B-4114146246FB}"/>
              </a:ext>
            </a:extLst>
          </p:cNvPr>
          <p:cNvGrpSpPr/>
          <p:nvPr/>
        </p:nvGrpSpPr>
        <p:grpSpPr>
          <a:xfrm>
            <a:off x="717504" y="2234948"/>
            <a:ext cx="4538557" cy="430915"/>
            <a:chOff x="717504" y="2234948"/>
            <a:chExt cx="4538557" cy="430915"/>
          </a:xfrm>
        </p:grpSpPr>
        <p:cxnSp>
          <p:nvCxnSpPr>
            <p:cNvPr id="32" name="Conector de Seta Reta 31">
              <a:extLst>
                <a:ext uri="{FF2B5EF4-FFF2-40B4-BE49-F238E27FC236}">
                  <a16:creationId xmlns:a16="http://schemas.microsoft.com/office/drawing/2014/main" id="{CE6AAE4A-B5CF-61FA-ECB1-24CF1C174639}"/>
                </a:ext>
              </a:extLst>
            </p:cNvPr>
            <p:cNvCxnSpPr>
              <a:cxnSpLocks/>
              <a:endCxn id="7" idx="5"/>
            </p:cNvCxnSpPr>
            <p:nvPr/>
          </p:nvCxnSpPr>
          <p:spPr>
            <a:xfrm>
              <a:off x="717504" y="2665863"/>
              <a:ext cx="4538557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aixaDeTexto 33">
                  <a:extLst>
                    <a:ext uri="{FF2B5EF4-FFF2-40B4-BE49-F238E27FC236}">
                      <a16:creationId xmlns:a16="http://schemas.microsoft.com/office/drawing/2014/main" id="{9D042782-727C-4CCE-1C3D-8A97959A9A31}"/>
                    </a:ext>
                  </a:extLst>
                </p:cNvPr>
                <p:cNvSpPr txBox="1"/>
                <p:nvPr/>
              </p:nvSpPr>
              <p:spPr>
                <a:xfrm>
                  <a:off x="1724813" y="2234948"/>
                  <a:ext cx="3728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4" name="CaixaDeTexto 33">
                  <a:extLst>
                    <a:ext uri="{FF2B5EF4-FFF2-40B4-BE49-F238E27FC236}">
                      <a16:creationId xmlns:a16="http://schemas.microsoft.com/office/drawing/2014/main" id="{9D042782-727C-4CCE-1C3D-8A97959A9A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4813" y="2234948"/>
                  <a:ext cx="372876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67213"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BF76EB8C-0DD2-213A-BD4E-3A47751B8715}"/>
              </a:ext>
            </a:extLst>
          </p:cNvPr>
          <p:cNvGrpSpPr/>
          <p:nvPr/>
        </p:nvGrpSpPr>
        <p:grpSpPr>
          <a:xfrm>
            <a:off x="5483651" y="1180132"/>
            <a:ext cx="372876" cy="1312250"/>
            <a:chOff x="5483651" y="1180132"/>
            <a:chExt cx="372876" cy="1312250"/>
          </a:xfrm>
        </p:grpSpPr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C6EF2B75-5BB9-2319-1030-00916895D08A}"/>
                </a:ext>
              </a:extLst>
            </p:cNvPr>
            <p:cNvCxnSpPr>
              <a:cxnSpLocks/>
            </p:cNvCxnSpPr>
            <p:nvPr/>
          </p:nvCxnSpPr>
          <p:spPr>
            <a:xfrm>
              <a:off x="5483651" y="1180132"/>
              <a:ext cx="0" cy="131225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aixaDeTexto 37">
                  <a:extLst>
                    <a:ext uri="{FF2B5EF4-FFF2-40B4-BE49-F238E27FC236}">
                      <a16:creationId xmlns:a16="http://schemas.microsoft.com/office/drawing/2014/main" id="{9EE748B1-44C6-A3BF-7B28-0280F2290B30}"/>
                    </a:ext>
                  </a:extLst>
                </p:cNvPr>
                <p:cNvSpPr txBox="1"/>
                <p:nvPr/>
              </p:nvSpPr>
              <p:spPr>
                <a:xfrm>
                  <a:off x="5483651" y="1573879"/>
                  <a:ext cx="3728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8" name="CaixaDeTexto 37">
                  <a:extLst>
                    <a:ext uri="{FF2B5EF4-FFF2-40B4-BE49-F238E27FC236}">
                      <a16:creationId xmlns:a16="http://schemas.microsoft.com/office/drawing/2014/main" id="{9EE748B1-44C6-A3BF-7B28-0280F2290B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3651" y="1573879"/>
                  <a:ext cx="372876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67213"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89244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0"/>
    </mc:Choice>
    <mc:Fallback xmlns="">
      <p:transition spd="slow" advClick="0" advTm="17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DD21D-9285-D995-D166-91F30124F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5517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C78D8-4681-0E20-CA6B-2436C729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26B8955-31AC-E9A6-CF57-A293E4175963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Relações geométricas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28BBDCE1-5F2D-3ED3-C178-D11D02E4EF90}"/>
              </a:ext>
            </a:extLst>
          </p:cNvPr>
          <p:cNvGrpSpPr/>
          <p:nvPr/>
        </p:nvGrpSpPr>
        <p:grpSpPr>
          <a:xfrm>
            <a:off x="349627" y="836429"/>
            <a:ext cx="4877194" cy="2084248"/>
            <a:chOff x="717504" y="836428"/>
            <a:chExt cx="7937398" cy="3392014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4350ECEC-01C4-185A-EE36-97721814F611}"/>
                </a:ext>
              </a:extLst>
            </p:cNvPr>
            <p:cNvSpPr/>
            <p:nvPr/>
          </p:nvSpPr>
          <p:spPr>
            <a:xfrm rot="2694760">
              <a:off x="5256060" y="2329218"/>
              <a:ext cx="455182" cy="45518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94EA3A21-0DF4-AB13-CFC3-8F7F64909A1B}"/>
                </a:ext>
              </a:extLst>
            </p:cNvPr>
            <p:cNvGrpSpPr/>
            <p:nvPr/>
          </p:nvGrpSpPr>
          <p:grpSpPr>
            <a:xfrm>
              <a:off x="3838792" y="1248594"/>
              <a:ext cx="2834537" cy="2979848"/>
              <a:chOff x="2190308" y="949841"/>
              <a:chExt cx="3494568" cy="3673715"/>
            </a:xfrm>
          </p:grpSpPr>
          <p:sp>
            <p:nvSpPr>
              <p:cNvPr id="7" name="Triângulo Retângulo 6">
                <a:extLst>
                  <a:ext uri="{FF2B5EF4-FFF2-40B4-BE49-F238E27FC236}">
                    <a16:creationId xmlns:a16="http://schemas.microsoft.com/office/drawing/2014/main" id="{471C94C3-A606-0C62-F929-3FD27E69093A}"/>
                  </a:ext>
                </a:extLst>
              </p:cNvPr>
              <p:cNvSpPr/>
              <p:nvPr/>
            </p:nvSpPr>
            <p:spPr>
              <a:xfrm>
                <a:off x="2190308" y="949841"/>
                <a:ext cx="3494568" cy="3494568"/>
              </a:xfrm>
              <a:prstGeom prst="rtTriangl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7098E863-56CB-BC7A-2198-1BC83AE5E1F0}"/>
                  </a:ext>
                </a:extLst>
              </p:cNvPr>
              <p:cNvSpPr txBox="1"/>
              <p:nvPr/>
            </p:nvSpPr>
            <p:spPr>
              <a:xfrm>
                <a:off x="4755327" y="3697267"/>
                <a:ext cx="393082" cy="926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solidFill>
                      <a:schemeClr val="bg1"/>
                    </a:solidFill>
                  </a:rPr>
                  <a:t>α</a:t>
                </a:r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B5B50DE9-4D08-B334-031F-9445CEF10ABC}"/>
                </a:ext>
              </a:extLst>
            </p:cNvPr>
            <p:cNvCxnSpPr>
              <a:cxnSpLocks/>
            </p:cNvCxnSpPr>
            <p:nvPr/>
          </p:nvCxnSpPr>
          <p:spPr>
            <a:xfrm>
              <a:off x="2430147" y="4100379"/>
              <a:ext cx="547338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2C640BE7-6463-AF92-A508-F9CA2BE3A08E}"/>
                </a:ext>
              </a:extLst>
            </p:cNvPr>
            <p:cNvCxnSpPr>
              <a:cxnSpLocks/>
            </p:cNvCxnSpPr>
            <p:nvPr/>
          </p:nvCxnSpPr>
          <p:spPr>
            <a:xfrm>
              <a:off x="717504" y="4100880"/>
              <a:ext cx="7937398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>
              <a:extLst>
                <a:ext uri="{FF2B5EF4-FFF2-40B4-BE49-F238E27FC236}">
                  <a16:creationId xmlns:a16="http://schemas.microsoft.com/office/drawing/2014/main" id="{2A9DB713-1757-14BE-97BF-62A70435D9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461" y="836428"/>
              <a:ext cx="0" cy="3249775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Agrupar 38">
              <a:extLst>
                <a:ext uri="{FF2B5EF4-FFF2-40B4-BE49-F238E27FC236}">
                  <a16:creationId xmlns:a16="http://schemas.microsoft.com/office/drawing/2014/main" id="{AC6CD7A3-69B3-186F-033F-A0757F39AB0C}"/>
                </a:ext>
              </a:extLst>
            </p:cNvPr>
            <p:cNvGrpSpPr/>
            <p:nvPr/>
          </p:nvGrpSpPr>
          <p:grpSpPr>
            <a:xfrm>
              <a:off x="4017283" y="1087176"/>
              <a:ext cx="1305192" cy="1308948"/>
              <a:chOff x="4017283" y="1087176"/>
              <a:chExt cx="1305192" cy="1308948"/>
            </a:xfrm>
          </p:grpSpPr>
          <p:cxnSp>
            <p:nvCxnSpPr>
              <p:cNvPr id="23" name="Conector de Seta Reta 22">
                <a:extLst>
                  <a:ext uri="{FF2B5EF4-FFF2-40B4-BE49-F238E27FC236}">
                    <a16:creationId xmlns:a16="http://schemas.microsoft.com/office/drawing/2014/main" id="{58DD8379-F36A-B088-DE87-AFC6B758C19E}"/>
                  </a:ext>
                </a:extLst>
              </p:cNvPr>
              <p:cNvCxnSpPr>
                <a:cxnSpLocks/>
                <a:endCxn id="4" idx="1"/>
              </p:cNvCxnSpPr>
              <p:nvPr/>
            </p:nvCxnSpPr>
            <p:spPr>
              <a:xfrm>
                <a:off x="4017283" y="1087176"/>
                <a:ext cx="1305192" cy="1308948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CaixaDeTexto 26">
                    <a:extLst>
                      <a:ext uri="{FF2B5EF4-FFF2-40B4-BE49-F238E27FC236}">
                        <a16:creationId xmlns:a16="http://schemas.microsoft.com/office/drawing/2014/main" id="{58FEA731-3E75-0C0E-E0A9-120B90793EB1}"/>
                      </a:ext>
                    </a:extLst>
                  </p:cNvPr>
                  <p:cNvSpPr txBox="1"/>
                  <p:nvPr/>
                </p:nvSpPr>
                <p:spPr>
                  <a:xfrm>
                    <a:off x="4445873" y="1140701"/>
                    <a:ext cx="728267" cy="60107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27" name="CaixaDeTexto 26">
                    <a:extLst>
                      <a:ext uri="{FF2B5EF4-FFF2-40B4-BE49-F238E27FC236}">
                        <a16:creationId xmlns:a16="http://schemas.microsoft.com/office/drawing/2014/main" id="{58FEA731-3E75-0C0E-E0A9-120B90793E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5873" y="1140701"/>
                    <a:ext cx="728267" cy="60107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33784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2" name="Agrupar 41">
              <a:extLst>
                <a:ext uri="{FF2B5EF4-FFF2-40B4-BE49-F238E27FC236}">
                  <a16:creationId xmlns:a16="http://schemas.microsoft.com/office/drawing/2014/main" id="{69539DF6-38FC-F4A6-C21A-BE93A20F5541}"/>
                </a:ext>
              </a:extLst>
            </p:cNvPr>
            <p:cNvGrpSpPr/>
            <p:nvPr/>
          </p:nvGrpSpPr>
          <p:grpSpPr>
            <a:xfrm>
              <a:off x="729461" y="2865667"/>
              <a:ext cx="3109331" cy="611437"/>
              <a:chOff x="729461" y="2865667"/>
              <a:chExt cx="3109331" cy="611437"/>
            </a:xfrm>
          </p:grpSpPr>
          <p:cxnSp>
            <p:nvCxnSpPr>
              <p:cNvPr id="28" name="Conector de Seta Reta 27">
                <a:extLst>
                  <a:ext uri="{FF2B5EF4-FFF2-40B4-BE49-F238E27FC236}">
                    <a16:creationId xmlns:a16="http://schemas.microsoft.com/office/drawing/2014/main" id="{AAADCD15-98C9-B136-D03E-FCA4CA96D6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461" y="3477104"/>
                <a:ext cx="3109331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CaixaDeTexto 30">
                    <a:extLst>
                      <a:ext uri="{FF2B5EF4-FFF2-40B4-BE49-F238E27FC236}">
                        <a16:creationId xmlns:a16="http://schemas.microsoft.com/office/drawing/2014/main" id="{1E7FC3EF-83FA-2E53-6265-60F337D8F94E}"/>
                      </a:ext>
                    </a:extLst>
                  </p:cNvPr>
                  <p:cNvSpPr txBox="1"/>
                  <p:nvPr/>
                </p:nvSpPr>
                <p:spPr>
                  <a:xfrm>
                    <a:off x="1732694" y="2865667"/>
                    <a:ext cx="697453" cy="60107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31" name="CaixaDeTexto 30">
                    <a:extLst>
                      <a:ext uri="{FF2B5EF4-FFF2-40B4-BE49-F238E27FC236}">
                        <a16:creationId xmlns:a16="http://schemas.microsoft.com/office/drawing/2014/main" id="{1E7FC3EF-83FA-2E53-6265-60F337D8F9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32694" y="2865667"/>
                    <a:ext cx="697453" cy="60107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51429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1" name="Agrupar 40">
              <a:extLst>
                <a:ext uri="{FF2B5EF4-FFF2-40B4-BE49-F238E27FC236}">
                  <a16:creationId xmlns:a16="http://schemas.microsoft.com/office/drawing/2014/main" id="{1FDD0D44-491B-9FAF-386C-2CB5F6F299D6}"/>
                </a:ext>
              </a:extLst>
            </p:cNvPr>
            <p:cNvGrpSpPr/>
            <p:nvPr/>
          </p:nvGrpSpPr>
          <p:grpSpPr>
            <a:xfrm>
              <a:off x="717504" y="2042420"/>
              <a:ext cx="4538557" cy="623443"/>
              <a:chOff x="717504" y="2042420"/>
              <a:chExt cx="4538557" cy="623443"/>
            </a:xfrm>
          </p:grpSpPr>
          <p:cxnSp>
            <p:nvCxnSpPr>
              <p:cNvPr id="32" name="Conector de Seta Reta 31">
                <a:extLst>
                  <a:ext uri="{FF2B5EF4-FFF2-40B4-BE49-F238E27FC236}">
                    <a16:creationId xmlns:a16="http://schemas.microsoft.com/office/drawing/2014/main" id="{86DCDA93-F849-1997-9E31-D65473447B41}"/>
                  </a:ext>
                </a:extLst>
              </p:cNvPr>
              <p:cNvCxnSpPr>
                <a:cxnSpLocks/>
                <a:endCxn id="7" idx="5"/>
              </p:cNvCxnSpPr>
              <p:nvPr/>
            </p:nvCxnSpPr>
            <p:spPr>
              <a:xfrm>
                <a:off x="717504" y="2665863"/>
                <a:ext cx="4538557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CaixaDeTexto 33">
                    <a:extLst>
                      <a:ext uri="{FF2B5EF4-FFF2-40B4-BE49-F238E27FC236}">
                        <a16:creationId xmlns:a16="http://schemas.microsoft.com/office/drawing/2014/main" id="{BBA69F41-270B-CB0D-1D21-A3F5B53273D0}"/>
                      </a:ext>
                    </a:extLst>
                  </p:cNvPr>
                  <p:cNvSpPr txBox="1"/>
                  <p:nvPr/>
                </p:nvSpPr>
                <p:spPr>
                  <a:xfrm>
                    <a:off x="1724813" y="2042420"/>
                    <a:ext cx="705333" cy="60107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34" name="CaixaDeTexto 33">
                    <a:extLst>
                      <a:ext uri="{FF2B5EF4-FFF2-40B4-BE49-F238E27FC236}">
                        <a16:creationId xmlns:a16="http://schemas.microsoft.com/office/drawing/2014/main" id="{BBA69F41-270B-CB0D-1D21-A3F5B53273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24813" y="2042420"/>
                    <a:ext cx="705333" cy="60107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43662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0" name="Agrupar 39">
              <a:extLst>
                <a:ext uri="{FF2B5EF4-FFF2-40B4-BE49-F238E27FC236}">
                  <a16:creationId xmlns:a16="http://schemas.microsoft.com/office/drawing/2014/main" id="{DE8B8A8C-382C-CDF2-819B-4B66D76B1C01}"/>
                </a:ext>
              </a:extLst>
            </p:cNvPr>
            <p:cNvGrpSpPr/>
            <p:nvPr/>
          </p:nvGrpSpPr>
          <p:grpSpPr>
            <a:xfrm>
              <a:off x="5428244" y="1180132"/>
              <a:ext cx="754537" cy="1312250"/>
              <a:chOff x="5428244" y="1180132"/>
              <a:chExt cx="754537" cy="1312250"/>
            </a:xfrm>
          </p:grpSpPr>
          <p:cxnSp>
            <p:nvCxnSpPr>
              <p:cNvPr id="35" name="Conector de Seta Reta 34">
                <a:extLst>
                  <a:ext uri="{FF2B5EF4-FFF2-40B4-BE49-F238E27FC236}">
                    <a16:creationId xmlns:a16="http://schemas.microsoft.com/office/drawing/2014/main" id="{A3CAAC1C-62F1-428E-49D1-B9F8AD0D93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83651" y="1180132"/>
                <a:ext cx="0" cy="131225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CaixaDeTexto 37">
                    <a:extLst>
                      <a:ext uri="{FF2B5EF4-FFF2-40B4-BE49-F238E27FC236}">
                        <a16:creationId xmlns:a16="http://schemas.microsoft.com/office/drawing/2014/main" id="{0CC0E025-BC1A-3A51-2F67-11234257D254}"/>
                      </a:ext>
                    </a:extLst>
                  </p:cNvPr>
                  <p:cNvSpPr txBox="1"/>
                  <p:nvPr/>
                </p:nvSpPr>
                <p:spPr>
                  <a:xfrm>
                    <a:off x="5428244" y="1441351"/>
                    <a:ext cx="754537" cy="60107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38" name="CaixaDeTexto 37">
                    <a:extLst>
                      <a:ext uri="{FF2B5EF4-FFF2-40B4-BE49-F238E27FC236}">
                        <a16:creationId xmlns:a16="http://schemas.microsoft.com/office/drawing/2014/main" id="{0CC0E025-BC1A-3A51-2F67-11234257D2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8244" y="1441351"/>
                    <a:ext cx="754537" cy="60107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34211" b="-13115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12068E53-B366-18F5-CB20-B61D91E8AFEC}"/>
                  </a:ext>
                </a:extLst>
              </p:cNvPr>
              <p:cNvSpPr txBox="1"/>
              <p:nvPr/>
            </p:nvSpPr>
            <p:spPr>
              <a:xfrm>
                <a:off x="2928511" y="3430073"/>
                <a:ext cx="30078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12068E53-B366-18F5-CB20-B61D91E8A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8511" y="3430073"/>
                <a:ext cx="300785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Agrupar 47">
            <a:extLst>
              <a:ext uri="{FF2B5EF4-FFF2-40B4-BE49-F238E27FC236}">
                <a16:creationId xmlns:a16="http://schemas.microsoft.com/office/drawing/2014/main" id="{AB46B45C-498E-F449-AE0F-1CC0903D5C20}"/>
              </a:ext>
            </a:extLst>
          </p:cNvPr>
          <p:cNvGrpSpPr/>
          <p:nvPr/>
        </p:nvGrpSpPr>
        <p:grpSpPr>
          <a:xfrm>
            <a:off x="5739746" y="952121"/>
            <a:ext cx="3348862" cy="2501538"/>
            <a:chOff x="5739746" y="952121"/>
            <a:chExt cx="3348862" cy="2501538"/>
          </a:xfrm>
        </p:grpSpPr>
        <p:sp>
          <p:nvSpPr>
            <p:cNvPr id="13" name="Triângulo Retângulo 12">
              <a:extLst>
                <a:ext uri="{FF2B5EF4-FFF2-40B4-BE49-F238E27FC236}">
                  <a16:creationId xmlns:a16="http://schemas.microsoft.com/office/drawing/2014/main" id="{EDF23C91-D572-F649-CF6B-40BC4116C6B4}"/>
                </a:ext>
              </a:extLst>
            </p:cNvPr>
            <p:cNvSpPr/>
            <p:nvPr/>
          </p:nvSpPr>
          <p:spPr>
            <a:xfrm>
              <a:off x="7161785" y="1137120"/>
              <a:ext cx="1741703" cy="1741703"/>
            </a:xfrm>
            <a:prstGeom prst="rtTriangl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aixaDeTexto 13">
                  <a:extLst>
                    <a:ext uri="{FF2B5EF4-FFF2-40B4-BE49-F238E27FC236}">
                      <a16:creationId xmlns:a16="http://schemas.microsoft.com/office/drawing/2014/main" id="{FF0B00DA-0FC4-C845-D93D-6273E834E874}"/>
                    </a:ext>
                  </a:extLst>
                </p:cNvPr>
                <p:cNvSpPr txBox="1"/>
                <p:nvPr/>
              </p:nvSpPr>
              <p:spPr>
                <a:xfrm>
                  <a:off x="7818212" y="1638639"/>
                  <a:ext cx="70304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4" name="CaixaDeTexto 13">
                  <a:extLst>
                    <a:ext uri="{FF2B5EF4-FFF2-40B4-BE49-F238E27FC236}">
                      <a16:creationId xmlns:a16="http://schemas.microsoft.com/office/drawing/2014/main" id="{FF0B00DA-0FC4-C845-D93D-6273E834E8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8212" y="1638639"/>
                  <a:ext cx="70304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A45C34C2-163E-CAC3-9DB4-414EEBC536D8}"/>
                </a:ext>
              </a:extLst>
            </p:cNvPr>
            <p:cNvCxnSpPr>
              <a:cxnSpLocks/>
            </p:cNvCxnSpPr>
            <p:nvPr/>
          </p:nvCxnSpPr>
          <p:spPr>
            <a:xfrm>
              <a:off x="8286623" y="1940325"/>
              <a:ext cx="801985" cy="804293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353960C6-6E02-2537-2B30-FDE0C9CA16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60822" y="952121"/>
              <a:ext cx="771814" cy="754129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C7824A58-22E7-434C-A2BA-979DE30B9A85}"/>
                </a:ext>
              </a:extLst>
            </p:cNvPr>
            <p:cNvSpPr txBox="1"/>
            <p:nvPr/>
          </p:nvSpPr>
          <p:spPr>
            <a:xfrm>
              <a:off x="8399458" y="2509490"/>
              <a:ext cx="2881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solidFill>
                    <a:schemeClr val="bg1"/>
                  </a:solidFill>
                </a:rPr>
                <a:t>α</a:t>
              </a:r>
              <a:endParaRPr lang="pt-BR" sz="2400" dirty="0">
                <a:solidFill>
                  <a:schemeClr val="bg1"/>
                </a:solidFill>
              </a:endParaRPr>
            </a:p>
          </p:txBody>
        </p:sp>
        <p:cxnSp>
          <p:nvCxnSpPr>
            <p:cNvPr id="29" name="Conector de Seta Reta 28">
              <a:extLst>
                <a:ext uri="{FF2B5EF4-FFF2-40B4-BE49-F238E27FC236}">
                  <a16:creationId xmlns:a16="http://schemas.microsoft.com/office/drawing/2014/main" id="{DD8E5193-1812-3FDD-0712-6D230DBE2732}"/>
                </a:ext>
              </a:extLst>
            </p:cNvPr>
            <p:cNvCxnSpPr>
              <a:cxnSpLocks/>
            </p:cNvCxnSpPr>
            <p:nvPr/>
          </p:nvCxnSpPr>
          <p:spPr>
            <a:xfrm>
              <a:off x="6956237" y="1108799"/>
              <a:ext cx="0" cy="806322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D98292CD-27C8-D4A1-0A91-E8392608DFF3}"/>
                    </a:ext>
                  </a:extLst>
                </p:cNvPr>
                <p:cNvSpPr txBox="1"/>
                <p:nvPr/>
              </p:nvSpPr>
              <p:spPr>
                <a:xfrm>
                  <a:off x="6443087" y="1321070"/>
                  <a:ext cx="4636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D98292CD-27C8-D4A1-0A91-E8392608D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3087" y="1321070"/>
                  <a:ext cx="463631" cy="307777"/>
                </a:xfrm>
                <a:prstGeom prst="rect">
                  <a:avLst/>
                </a:prstGeom>
                <a:blipFill>
                  <a:blip r:embed="rId9"/>
                  <a:stretch>
                    <a:fillRect r="-6579"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A2251F18-1EA3-F3F1-E8FE-C2CAAED212C3}"/>
                </a:ext>
              </a:extLst>
            </p:cNvPr>
            <p:cNvCxnSpPr>
              <a:cxnSpLocks/>
            </p:cNvCxnSpPr>
            <p:nvPr/>
          </p:nvCxnSpPr>
          <p:spPr>
            <a:xfrm>
              <a:off x="6956237" y="1946792"/>
              <a:ext cx="0" cy="932031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aixaDeTexto 36">
                  <a:extLst>
                    <a:ext uri="{FF2B5EF4-FFF2-40B4-BE49-F238E27FC236}">
                      <a16:creationId xmlns:a16="http://schemas.microsoft.com/office/drawing/2014/main" id="{5F72D69D-1B63-8A2F-7349-4AD086A8D70B}"/>
                    </a:ext>
                  </a:extLst>
                </p:cNvPr>
                <p:cNvSpPr txBox="1"/>
                <p:nvPr/>
              </p:nvSpPr>
              <p:spPr>
                <a:xfrm>
                  <a:off x="5739746" y="2258918"/>
                  <a:ext cx="130727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sty m:val="p"/>
                          </m:rP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37" name="CaixaDeTexto 36">
                  <a:extLst>
                    <a:ext uri="{FF2B5EF4-FFF2-40B4-BE49-F238E27FC236}">
                      <a16:creationId xmlns:a16="http://schemas.microsoft.com/office/drawing/2014/main" id="{5F72D69D-1B63-8A2F-7349-4AD086A8D7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9746" y="2258918"/>
                  <a:ext cx="1307278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ector de Seta Reta 43">
              <a:extLst>
                <a:ext uri="{FF2B5EF4-FFF2-40B4-BE49-F238E27FC236}">
                  <a16:creationId xmlns:a16="http://schemas.microsoft.com/office/drawing/2014/main" id="{0C204303-A3FE-4F0D-952E-8F05048C8331}"/>
                </a:ext>
              </a:extLst>
            </p:cNvPr>
            <p:cNvCxnSpPr>
              <a:cxnSpLocks/>
            </p:cNvCxnSpPr>
            <p:nvPr/>
          </p:nvCxnSpPr>
          <p:spPr>
            <a:xfrm>
              <a:off x="7143827" y="3056215"/>
              <a:ext cx="1759661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CaixaDeTexto 46">
                  <a:extLst>
                    <a:ext uri="{FF2B5EF4-FFF2-40B4-BE49-F238E27FC236}">
                      <a16:creationId xmlns:a16="http://schemas.microsoft.com/office/drawing/2014/main" id="{9E004255-A8BD-1235-4BB6-3F97EAA0ECCC}"/>
                    </a:ext>
                  </a:extLst>
                </p:cNvPr>
                <p:cNvSpPr txBox="1"/>
                <p:nvPr/>
              </p:nvSpPr>
              <p:spPr>
                <a:xfrm>
                  <a:off x="7582906" y="3145882"/>
                  <a:ext cx="88150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sty m:val="p"/>
                          </m:rP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7" name="CaixaDeTexto 46">
                  <a:extLst>
                    <a:ext uri="{FF2B5EF4-FFF2-40B4-BE49-F238E27FC236}">
                      <a16:creationId xmlns:a16="http://schemas.microsoft.com/office/drawing/2014/main" id="{9E004255-A8BD-1235-4BB6-3F97EAA0EC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906" y="3145882"/>
                  <a:ext cx="881501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4DD4EC8C-24DB-146D-0311-DC6AD1773F0B}"/>
                  </a:ext>
                </a:extLst>
              </p:cNvPr>
              <p:cNvSpPr txBox="1"/>
              <p:nvPr/>
            </p:nvSpPr>
            <p:spPr>
              <a:xfrm>
                <a:off x="2928511" y="3939211"/>
                <a:ext cx="30078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4DD4EC8C-24DB-146D-0311-DC6AD1773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8511" y="3939211"/>
                <a:ext cx="3007851" cy="369332"/>
              </a:xfrm>
              <a:prstGeom prst="rect">
                <a:avLst/>
              </a:prstGeom>
              <a:blipFill>
                <a:blip r:embed="rId1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530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0"/>
    </mc:Choice>
    <mc:Fallback>
      <p:transition spd="slow" advClick="0" advTm="30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887AD-7FCD-1D15-6A3F-CD0190267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3987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B2246-953F-330B-84A8-07FC6CC2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ângulo Retângulo 1">
            <a:extLst>
              <a:ext uri="{FF2B5EF4-FFF2-40B4-BE49-F238E27FC236}">
                <a16:creationId xmlns:a16="http://schemas.microsoft.com/office/drawing/2014/main" id="{1E6231BD-6AE4-8C81-6CA4-70D327F1D8DA}"/>
              </a:ext>
            </a:extLst>
          </p:cNvPr>
          <p:cNvSpPr/>
          <p:nvPr/>
        </p:nvSpPr>
        <p:spPr>
          <a:xfrm>
            <a:off x="3069671" y="987223"/>
            <a:ext cx="2834537" cy="2834537"/>
          </a:xfrm>
          <a:prstGeom prst="rt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6EA15EE-0EA3-CC54-C11A-241F6CD800F0}"/>
              </a:ext>
            </a:extLst>
          </p:cNvPr>
          <p:cNvSpPr txBox="1"/>
          <p:nvPr/>
        </p:nvSpPr>
        <p:spPr>
          <a:xfrm>
            <a:off x="5514768" y="3447289"/>
            <a:ext cx="201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solidFill>
                  <a:schemeClr val="bg1"/>
                </a:solidFill>
              </a:rPr>
              <a:t>α</a:t>
            </a: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145322E-226A-E040-833D-E691C7832FCF}"/>
              </a:ext>
            </a:extLst>
          </p:cNvPr>
          <p:cNvSpPr/>
          <p:nvPr/>
        </p:nvSpPr>
        <p:spPr>
          <a:xfrm rot="2694760">
            <a:off x="3986640" y="1574693"/>
            <a:ext cx="455182" cy="45518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A36ACB7-2FDB-E682-0644-60DC3D693220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Diagrama de forças</a:t>
            </a:r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65ED0105-E69A-E885-2C87-B630881BB569}"/>
              </a:ext>
            </a:extLst>
          </p:cNvPr>
          <p:cNvGrpSpPr/>
          <p:nvPr/>
        </p:nvGrpSpPr>
        <p:grpSpPr>
          <a:xfrm>
            <a:off x="4132583" y="592252"/>
            <a:ext cx="4167964" cy="1048856"/>
            <a:chOff x="4132583" y="592252"/>
            <a:chExt cx="4167964" cy="10488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9E96DFA1-4974-7C3B-BF1B-EA8E17BAEB59}"/>
                    </a:ext>
                  </a:extLst>
                </p:cNvPr>
                <p:cNvSpPr txBox="1"/>
                <p:nvPr/>
              </p:nvSpPr>
              <p:spPr>
                <a:xfrm>
                  <a:off x="4779334" y="827349"/>
                  <a:ext cx="450236" cy="5064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9E96DFA1-4974-7C3B-BF1B-EA8E17BAEB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9334" y="827349"/>
                  <a:ext cx="450236" cy="5064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16E2A8C5-266D-D4D9-1D9B-13F01EB1AC8B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V="1">
              <a:off x="4374917" y="1230482"/>
              <a:ext cx="404417" cy="410626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732FDC53-6AF9-7172-C2C6-232A5AB6FF62}"/>
                </a:ext>
              </a:extLst>
            </p:cNvPr>
            <p:cNvSpPr txBox="1"/>
            <p:nvPr/>
          </p:nvSpPr>
          <p:spPr>
            <a:xfrm>
              <a:off x="4132583" y="592252"/>
              <a:ext cx="41679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bg1"/>
                  </a:solidFill>
                </a:rPr>
                <a:t>Força de reação do plano no bloco (atua no bloco)</a:t>
              </a: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F6CBA366-37DC-D6A4-7A89-9150DE78FF52}"/>
              </a:ext>
            </a:extLst>
          </p:cNvPr>
          <p:cNvGrpSpPr/>
          <p:nvPr/>
        </p:nvGrpSpPr>
        <p:grpSpPr>
          <a:xfrm>
            <a:off x="643015" y="2673779"/>
            <a:ext cx="2526271" cy="1147981"/>
            <a:chOff x="643015" y="2673779"/>
            <a:chExt cx="2526271" cy="1147981"/>
          </a:xfrm>
        </p:grpSpPr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514524F9-5A4C-C069-109E-19BEEC5A96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21083" y="2673779"/>
              <a:ext cx="448203" cy="403116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BD5364D3-A3E0-04A3-3D16-C18061BF6C36}"/>
                    </a:ext>
                  </a:extLst>
                </p:cNvPr>
                <p:cNvSpPr txBox="1"/>
                <p:nvPr/>
              </p:nvSpPr>
              <p:spPr>
                <a:xfrm>
                  <a:off x="2171837" y="2925806"/>
                  <a:ext cx="450236" cy="5064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BD5364D3-A3E0-04A3-3D16-C18061BF6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1837" y="2925806"/>
                  <a:ext cx="450236" cy="50642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0908CC9C-49DE-900B-38EA-4A4DB706DD00}"/>
                </a:ext>
              </a:extLst>
            </p:cNvPr>
            <p:cNvSpPr txBox="1"/>
            <p:nvPr/>
          </p:nvSpPr>
          <p:spPr>
            <a:xfrm>
              <a:off x="643015" y="3298540"/>
              <a:ext cx="20780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bg1"/>
                  </a:solidFill>
                </a:rPr>
                <a:t>Força de reação do bloco no plano (atua no plano)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7FB159E6-F854-68F6-FC89-6F12838C301E}"/>
              </a:ext>
            </a:extLst>
          </p:cNvPr>
          <p:cNvGrpSpPr/>
          <p:nvPr/>
        </p:nvGrpSpPr>
        <p:grpSpPr>
          <a:xfrm>
            <a:off x="3981820" y="1826338"/>
            <a:ext cx="2255482" cy="1021839"/>
            <a:chOff x="3981820" y="1826338"/>
            <a:chExt cx="2255482" cy="1021839"/>
          </a:xfrm>
        </p:grpSpPr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64DD873B-27BC-0CAF-DED4-26AAE4ABC890}"/>
                </a:ext>
              </a:extLst>
            </p:cNvPr>
            <p:cNvCxnSpPr>
              <a:cxnSpLocks/>
            </p:cNvCxnSpPr>
            <p:nvPr/>
          </p:nvCxnSpPr>
          <p:spPr>
            <a:xfrm>
              <a:off x="4203405" y="1826338"/>
              <a:ext cx="0" cy="667636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402A661C-E4DF-BDA6-96C3-087BD131A319}"/>
                    </a:ext>
                  </a:extLst>
                </p:cNvPr>
                <p:cNvSpPr txBox="1"/>
                <p:nvPr/>
              </p:nvSpPr>
              <p:spPr>
                <a:xfrm>
                  <a:off x="3981820" y="2386512"/>
                  <a:ext cx="55427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𝑚𝑔</m:t>
                        </m:r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402A661C-E4DF-BDA6-96C3-087BD131A3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1820" y="2386512"/>
                  <a:ext cx="554273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6484" r="-3297" b="-1052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D1CE1CAA-BD9D-F6F8-2CC7-AA7A4AAEAA86}"/>
                </a:ext>
              </a:extLst>
            </p:cNvPr>
            <p:cNvSpPr txBox="1"/>
            <p:nvPr/>
          </p:nvSpPr>
          <p:spPr>
            <a:xfrm>
              <a:off x="4497114" y="2522113"/>
              <a:ext cx="17401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bg1"/>
                  </a:solidFill>
                </a:rPr>
                <a:t> Força peso do bloco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8022357D-7609-C374-099C-98FCCF6B1EB9}"/>
              </a:ext>
            </a:extLst>
          </p:cNvPr>
          <p:cNvGrpSpPr/>
          <p:nvPr/>
        </p:nvGrpSpPr>
        <p:grpSpPr>
          <a:xfrm>
            <a:off x="4316819" y="3392172"/>
            <a:ext cx="2339162" cy="1620153"/>
            <a:chOff x="4316819" y="3392172"/>
            <a:chExt cx="2339162" cy="1620153"/>
          </a:xfrm>
        </p:grpSpPr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FB0086ED-D154-F392-69EF-93A01C77A2FD}"/>
                </a:ext>
              </a:extLst>
            </p:cNvPr>
            <p:cNvCxnSpPr/>
            <p:nvPr/>
          </p:nvCxnSpPr>
          <p:spPr>
            <a:xfrm>
              <a:off x="4316819" y="3392172"/>
              <a:ext cx="0" cy="1268818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0940167A-4D49-FA4E-9785-1032DC24FF55}"/>
                    </a:ext>
                  </a:extLst>
                </p:cNvPr>
                <p:cNvSpPr txBox="1"/>
                <p:nvPr/>
              </p:nvSpPr>
              <p:spPr>
                <a:xfrm>
                  <a:off x="4361520" y="4550660"/>
                  <a:ext cx="55427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𝑀𝑔</m:t>
                        </m:r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0940167A-4D49-FA4E-9785-1032DC24F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1520" y="4550660"/>
                  <a:ext cx="554273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21978" r="-9890" b="-171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604DEC99-D872-12FD-4FF1-0615C40EE9FD}"/>
                </a:ext>
              </a:extLst>
            </p:cNvPr>
            <p:cNvSpPr txBox="1"/>
            <p:nvPr/>
          </p:nvSpPr>
          <p:spPr>
            <a:xfrm>
              <a:off x="4915793" y="4636507"/>
              <a:ext cx="17401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bg1"/>
                  </a:solidFill>
                </a:rPr>
                <a:t> Força peso do plano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7423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1000"/>
    </mc:Choice>
    <mc:Fallback>
      <p:transition spd="slow" advClick="0" advTm="31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49E1E-3056-540E-4328-859990011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261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8E40B-69DA-951F-3CD0-2A73145C8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aixaDeTexto 24">
            <a:extLst>
              <a:ext uri="{FF2B5EF4-FFF2-40B4-BE49-F238E27FC236}">
                <a16:creationId xmlns:a16="http://schemas.microsoft.com/office/drawing/2014/main" id="{65FA4056-E736-12C7-9009-87C7093E1B92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Equações dinâmicas (Leis de Newton)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8EAF398-D2A8-6E91-EB5F-62B30064FD9C}"/>
              </a:ext>
            </a:extLst>
          </p:cNvPr>
          <p:cNvGrpSpPr/>
          <p:nvPr/>
        </p:nvGrpSpPr>
        <p:grpSpPr>
          <a:xfrm>
            <a:off x="304295" y="1349324"/>
            <a:ext cx="3055187" cy="3425674"/>
            <a:chOff x="2171837" y="827349"/>
            <a:chExt cx="3732371" cy="4184976"/>
          </a:xfrm>
        </p:grpSpPr>
        <p:sp>
          <p:nvSpPr>
            <p:cNvPr id="2" name="Triângulo Retângulo 1">
              <a:extLst>
                <a:ext uri="{FF2B5EF4-FFF2-40B4-BE49-F238E27FC236}">
                  <a16:creationId xmlns:a16="http://schemas.microsoft.com/office/drawing/2014/main" id="{7E55B160-F16D-F569-F378-B66DE616DBAF}"/>
                </a:ext>
              </a:extLst>
            </p:cNvPr>
            <p:cNvSpPr/>
            <p:nvPr/>
          </p:nvSpPr>
          <p:spPr>
            <a:xfrm>
              <a:off x="3069671" y="987223"/>
              <a:ext cx="2834537" cy="2834537"/>
            </a:xfrm>
            <a:prstGeom prst="rtTriangl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136CF5A0-1F4D-1180-F8C0-101B612A53F1}"/>
                </a:ext>
              </a:extLst>
            </p:cNvPr>
            <p:cNvSpPr txBox="1"/>
            <p:nvPr/>
          </p:nvSpPr>
          <p:spPr>
            <a:xfrm>
              <a:off x="5304795" y="3340219"/>
              <a:ext cx="287568" cy="563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solidFill>
                    <a:schemeClr val="bg1"/>
                  </a:solidFill>
                </a:rPr>
                <a:t>α</a:t>
              </a:r>
              <a:endParaRPr lang="pt-BR" sz="2400" dirty="0">
                <a:solidFill>
                  <a:schemeClr val="bg1"/>
                </a:solidFill>
              </a:endParaRP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7E753813-0894-4EB1-74CE-73AFA95EFCB2}"/>
                </a:ext>
              </a:extLst>
            </p:cNvPr>
            <p:cNvSpPr/>
            <p:nvPr/>
          </p:nvSpPr>
          <p:spPr>
            <a:xfrm rot="2694760">
              <a:off x="3986640" y="1574693"/>
              <a:ext cx="455182" cy="45518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3E05AB0A-AC49-62D8-2D4A-EE6F2D84B322}"/>
                    </a:ext>
                  </a:extLst>
                </p:cNvPr>
                <p:cNvSpPr txBox="1"/>
                <p:nvPr/>
              </p:nvSpPr>
              <p:spPr>
                <a:xfrm>
                  <a:off x="4779334" y="827349"/>
                  <a:ext cx="450236" cy="5064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3E05AB0A-AC49-62D8-2D4A-EE6F2D84B3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9334" y="827349"/>
                  <a:ext cx="450236" cy="5064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21F24544-E986-1CA5-2175-6567359ED824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V="1">
              <a:off x="4374917" y="1230482"/>
              <a:ext cx="404417" cy="410626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F2FD00EC-99F4-B6FA-0C4B-4FC8521172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21083" y="2673779"/>
              <a:ext cx="448203" cy="403116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2B79BFEC-7066-CC14-BE66-8FD29CEA2107}"/>
                    </a:ext>
                  </a:extLst>
                </p:cNvPr>
                <p:cNvSpPr txBox="1"/>
                <p:nvPr/>
              </p:nvSpPr>
              <p:spPr>
                <a:xfrm>
                  <a:off x="2171837" y="2925806"/>
                  <a:ext cx="450236" cy="5064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2B79BFEC-7066-CC14-BE66-8FD29CEA21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1837" y="2925806"/>
                  <a:ext cx="450236" cy="506421"/>
                </a:xfrm>
                <a:prstGeom prst="rect">
                  <a:avLst/>
                </a:prstGeom>
                <a:blipFill>
                  <a:blip r:embed="rId4"/>
                  <a:stretch>
                    <a:fillRect l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FA6B8E61-EE95-B4BE-A833-4EF933F283BD}"/>
                </a:ext>
              </a:extLst>
            </p:cNvPr>
            <p:cNvCxnSpPr>
              <a:cxnSpLocks/>
            </p:cNvCxnSpPr>
            <p:nvPr/>
          </p:nvCxnSpPr>
          <p:spPr>
            <a:xfrm>
              <a:off x="4203405" y="1826338"/>
              <a:ext cx="0" cy="667636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E89526E8-B556-D8ED-FCDE-5B47C0B3D491}"/>
                    </a:ext>
                  </a:extLst>
                </p:cNvPr>
                <p:cNvSpPr txBox="1"/>
                <p:nvPr/>
              </p:nvSpPr>
              <p:spPr>
                <a:xfrm>
                  <a:off x="3981820" y="2386512"/>
                  <a:ext cx="55427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𝑚𝑔</m:t>
                        </m:r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E89526E8-B556-D8ED-FCDE-5B47C0B3D4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1820" y="2386512"/>
                  <a:ext cx="554273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31081" r="-16216" b="-3387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47279AC8-B46C-D538-863A-42D6C78C41EE}"/>
                </a:ext>
              </a:extLst>
            </p:cNvPr>
            <p:cNvCxnSpPr/>
            <p:nvPr/>
          </p:nvCxnSpPr>
          <p:spPr>
            <a:xfrm>
              <a:off x="4316819" y="3392172"/>
              <a:ext cx="0" cy="1268818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DBF4FD79-86EC-4FE0-B9B6-E231AC553C77}"/>
                    </a:ext>
                  </a:extLst>
                </p:cNvPr>
                <p:cNvSpPr txBox="1"/>
                <p:nvPr/>
              </p:nvSpPr>
              <p:spPr>
                <a:xfrm>
                  <a:off x="4361520" y="4550660"/>
                  <a:ext cx="55427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𝑀𝑔</m:t>
                        </m:r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DBF4FD79-86EC-4FE0-B9B6-E231AC553C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1520" y="4550660"/>
                  <a:ext cx="554273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37838" r="-24324" b="-4354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4AC4A6C-2CC1-5BCF-69AE-EA7ADC4C3338}"/>
                  </a:ext>
                </a:extLst>
              </p:cNvPr>
              <p:cNvSpPr txBox="1"/>
              <p:nvPr/>
            </p:nvSpPr>
            <p:spPr>
              <a:xfrm>
                <a:off x="6241612" y="1249358"/>
                <a:ext cx="2973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4AC4A6C-2CC1-5BCF-69AE-EA7ADC4C3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612" y="1249358"/>
                <a:ext cx="2973272" cy="461665"/>
              </a:xfrm>
              <a:prstGeom prst="rect">
                <a:avLst/>
              </a:prstGeom>
              <a:blipFill>
                <a:blip r:embed="rId7"/>
                <a:stretch>
                  <a:fillRect l="-6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0ABF2D84-79D3-1A33-2D61-F7BAD5B2E159}"/>
                  </a:ext>
                </a:extLst>
              </p:cNvPr>
              <p:cNvSpPr txBox="1"/>
              <p:nvPr/>
            </p:nvSpPr>
            <p:spPr>
              <a:xfrm>
                <a:off x="5369742" y="2065187"/>
                <a:ext cx="2895300" cy="49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0ABF2D84-79D3-1A33-2D61-F7BAD5B2E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742" y="2065187"/>
                <a:ext cx="2895300" cy="490840"/>
              </a:xfrm>
              <a:prstGeom prst="rect">
                <a:avLst/>
              </a:prstGeom>
              <a:blipFill>
                <a:blip r:embed="rId8"/>
                <a:stretch>
                  <a:fillRect l="-632" b="-62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0AE15E9-D6CF-BFDC-5678-A372B4614D94}"/>
                  </a:ext>
                </a:extLst>
              </p:cNvPr>
              <p:cNvSpPr txBox="1"/>
              <p:nvPr/>
            </p:nvSpPr>
            <p:spPr>
              <a:xfrm>
                <a:off x="6241612" y="2910191"/>
                <a:ext cx="2973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0AE15E9-D6CF-BFDC-5678-A372B4614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612" y="2910191"/>
                <a:ext cx="2973272" cy="461665"/>
              </a:xfrm>
              <a:prstGeom prst="rect">
                <a:avLst/>
              </a:prstGeom>
              <a:blipFill>
                <a:blip r:embed="rId9"/>
                <a:stretch>
                  <a:fillRect l="-6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9095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7000"/>
    </mc:Choice>
    <mc:Fallback>
      <p:transition spd="slow" advClick="0" advTm="17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DF8BE-0618-0599-BF2B-AF0CCE3BB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257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AC944-D314-2F45-4733-41C02243E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4321FE0D-E427-D88D-8D83-1AC042F87050}"/>
                  </a:ext>
                </a:extLst>
              </p:cNvPr>
              <p:cNvSpPr txBox="1"/>
              <p:nvPr/>
            </p:nvSpPr>
            <p:spPr>
              <a:xfrm>
                <a:off x="140813" y="1122047"/>
                <a:ext cx="372006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4321FE0D-E427-D88D-8D83-1AC042F87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13" y="1122047"/>
                <a:ext cx="372006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CCA6542-FE7D-54BD-35A7-ACB76C7F1167}"/>
                  </a:ext>
                </a:extLst>
              </p:cNvPr>
              <p:cNvSpPr txBox="1"/>
              <p:nvPr/>
            </p:nvSpPr>
            <p:spPr>
              <a:xfrm>
                <a:off x="140813" y="1771374"/>
                <a:ext cx="357829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m:rPr>
                          <m:sty m:val="p"/>
                        </m:rP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CCA6542-FE7D-54BD-35A7-ACB76C7F1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13" y="1771374"/>
                <a:ext cx="3578293" cy="400110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3D84F897-BBA7-CD10-04C4-2EACEE9A1D90}"/>
                  </a:ext>
                </a:extLst>
              </p:cNvPr>
              <p:cNvSpPr txBox="1"/>
              <p:nvPr/>
            </p:nvSpPr>
            <p:spPr>
              <a:xfrm>
                <a:off x="171454" y="217447"/>
                <a:ext cx="8781159" cy="732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bg1"/>
                    </a:solidFill>
                  </a:rPr>
                  <a:t>Derivando duas vezes em relação ao tempo as equações de movimento do bloco, e notando que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pt-BR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bg1"/>
                    </a:solidFill>
                  </a:rPr>
                  <a:t> ,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pt-BR" sz="2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bg1"/>
                    </a:solidFill>
                  </a:rPr>
                  <a:t> e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BR" sz="2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pt-B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3D84F897-BBA7-CD10-04C4-2EACEE9A1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4" y="217447"/>
                <a:ext cx="8781159" cy="732060"/>
              </a:xfrm>
              <a:prstGeom prst="rect">
                <a:avLst/>
              </a:prstGeom>
              <a:blipFill>
                <a:blip r:embed="rId5"/>
                <a:stretch>
                  <a:fillRect l="-694" t="-5000" r="-763" b="-11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Agrupar 33">
            <a:extLst>
              <a:ext uri="{FF2B5EF4-FFF2-40B4-BE49-F238E27FC236}">
                <a16:creationId xmlns:a16="http://schemas.microsoft.com/office/drawing/2014/main" id="{90B09F56-4B0D-D53D-6021-519027F1739A}"/>
              </a:ext>
            </a:extLst>
          </p:cNvPr>
          <p:cNvGrpSpPr/>
          <p:nvPr/>
        </p:nvGrpSpPr>
        <p:grpSpPr>
          <a:xfrm>
            <a:off x="3141918" y="1122047"/>
            <a:ext cx="4372712" cy="411747"/>
            <a:chOff x="3141918" y="1625836"/>
            <a:chExt cx="4372712" cy="4117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38321173-525E-8F4E-1FFD-5A40A41ED340}"/>
                    </a:ext>
                  </a:extLst>
                </p:cNvPr>
                <p:cNvSpPr txBox="1"/>
                <p:nvPr/>
              </p:nvSpPr>
              <p:spPr>
                <a:xfrm>
                  <a:off x="3794570" y="1625836"/>
                  <a:ext cx="372006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38321173-525E-8F4E-1FFD-5A40A41ED3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4570" y="1625836"/>
                  <a:ext cx="3720060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39FC210B-4D24-367F-D335-062677F8D22D}"/>
                    </a:ext>
                  </a:extLst>
                </p:cNvPr>
                <p:cNvSpPr txBox="1"/>
                <p:nvPr/>
              </p:nvSpPr>
              <p:spPr>
                <a:xfrm>
                  <a:off x="3141918" y="1668251"/>
                  <a:ext cx="60251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39FC210B-4D24-367F-D335-062677F8D2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1918" y="1668251"/>
                  <a:ext cx="60251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D5ADEA0A-5EB6-06D3-AD14-1499EB12102B}"/>
              </a:ext>
            </a:extLst>
          </p:cNvPr>
          <p:cNvGrpSpPr/>
          <p:nvPr/>
        </p:nvGrpSpPr>
        <p:grpSpPr>
          <a:xfrm>
            <a:off x="3141918" y="1759287"/>
            <a:ext cx="4230945" cy="436370"/>
            <a:chOff x="3141918" y="2263076"/>
            <a:chExt cx="4230945" cy="4363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8A84B9F3-8EE0-0BF1-D852-A21819EAA19B}"/>
                    </a:ext>
                  </a:extLst>
                </p:cNvPr>
                <p:cNvSpPr txBox="1"/>
                <p:nvPr/>
              </p:nvSpPr>
              <p:spPr>
                <a:xfrm>
                  <a:off x="3794570" y="2263076"/>
                  <a:ext cx="3578293" cy="42428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8A84B9F3-8EE0-0BF1-D852-A21819EAA1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4570" y="2263076"/>
                  <a:ext cx="3578293" cy="424283"/>
                </a:xfrm>
                <a:prstGeom prst="rect">
                  <a:avLst/>
                </a:prstGeom>
                <a:blipFill>
                  <a:blip r:embed="rId8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aixaDeTexto 32">
                  <a:extLst>
                    <a:ext uri="{FF2B5EF4-FFF2-40B4-BE49-F238E27FC236}">
                      <a16:creationId xmlns:a16="http://schemas.microsoft.com/office/drawing/2014/main" id="{D483EA88-B270-8D95-7EFA-B6BDF998008A}"/>
                    </a:ext>
                  </a:extLst>
                </p:cNvPr>
                <p:cNvSpPr txBox="1"/>
                <p:nvPr/>
              </p:nvSpPr>
              <p:spPr>
                <a:xfrm>
                  <a:off x="3141918" y="2330114"/>
                  <a:ext cx="60251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3" name="CaixaDeTexto 32">
                  <a:extLst>
                    <a:ext uri="{FF2B5EF4-FFF2-40B4-BE49-F238E27FC236}">
                      <a16:creationId xmlns:a16="http://schemas.microsoft.com/office/drawing/2014/main" id="{D483EA88-B270-8D95-7EFA-B6BDF99800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1918" y="2330114"/>
                  <a:ext cx="602513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EC2E6F4-E571-9C68-CE31-E94CEABE66C3}"/>
              </a:ext>
            </a:extLst>
          </p:cNvPr>
          <p:cNvSpPr txBox="1"/>
          <p:nvPr/>
        </p:nvSpPr>
        <p:spPr>
          <a:xfrm>
            <a:off x="171454" y="2568104"/>
            <a:ext cx="8781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Usando as leis de Newton: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040952C1-1C84-11BB-0B80-F23445F4D771}"/>
                  </a:ext>
                </a:extLst>
              </p:cNvPr>
              <p:cNvSpPr txBox="1"/>
              <p:nvPr/>
            </p:nvSpPr>
            <p:spPr>
              <a:xfrm>
                <a:off x="140813" y="3263511"/>
                <a:ext cx="42965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pt-BR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pt-BR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bg1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pt-B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pt-B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pt-B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pt-B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pt-BR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040952C1-1C84-11BB-0B80-F23445F4D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13" y="3263511"/>
                <a:ext cx="4296508" cy="461665"/>
              </a:xfrm>
              <a:prstGeom prst="rect">
                <a:avLst/>
              </a:prstGeom>
              <a:blipFill>
                <a:blip r:embed="rId10"/>
                <a:stretch>
                  <a:fillRect l="-284" t="-10526" b="-289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Agrupar 44">
            <a:extLst>
              <a:ext uri="{FF2B5EF4-FFF2-40B4-BE49-F238E27FC236}">
                <a16:creationId xmlns:a16="http://schemas.microsoft.com/office/drawing/2014/main" id="{3FC2128C-8694-6589-E951-69D74CDFD3ED}"/>
              </a:ext>
            </a:extLst>
          </p:cNvPr>
          <p:cNvGrpSpPr/>
          <p:nvPr/>
        </p:nvGrpSpPr>
        <p:grpSpPr>
          <a:xfrm>
            <a:off x="4437321" y="3069605"/>
            <a:ext cx="5049208" cy="783804"/>
            <a:chOff x="4437321" y="3352748"/>
            <a:chExt cx="5049208" cy="7838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aixaDeTexto 39">
                  <a:extLst>
                    <a:ext uri="{FF2B5EF4-FFF2-40B4-BE49-F238E27FC236}">
                      <a16:creationId xmlns:a16="http://schemas.microsoft.com/office/drawing/2014/main" id="{AF934D29-C6CF-6D0F-F0B8-6AB4B37D955B}"/>
                    </a:ext>
                  </a:extLst>
                </p:cNvPr>
                <p:cNvSpPr txBox="1"/>
                <p:nvPr/>
              </p:nvSpPr>
              <p:spPr>
                <a:xfrm>
                  <a:off x="4437321" y="3592820"/>
                  <a:ext cx="60251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0" name="CaixaDeTexto 39">
                  <a:extLst>
                    <a:ext uri="{FF2B5EF4-FFF2-40B4-BE49-F238E27FC236}">
                      <a16:creationId xmlns:a16="http://schemas.microsoft.com/office/drawing/2014/main" id="{AF934D29-C6CF-6D0F-F0B8-6AB4B37D95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7321" y="3592820"/>
                  <a:ext cx="602513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aixaDeTexto 40">
                  <a:extLst>
                    <a:ext uri="{FF2B5EF4-FFF2-40B4-BE49-F238E27FC236}">
                      <a16:creationId xmlns:a16="http://schemas.microsoft.com/office/drawing/2014/main" id="{F6C17CFB-C72C-170E-22B9-99C579110C81}"/>
                    </a:ext>
                  </a:extLst>
                </p:cNvPr>
                <p:cNvSpPr txBox="1"/>
                <p:nvPr/>
              </p:nvSpPr>
              <p:spPr>
                <a:xfrm>
                  <a:off x="5190021" y="3352748"/>
                  <a:ext cx="4296508" cy="7838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num>
                          <m:den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sSub>
                          <m:sSubPr>
                            <m:ctrlPr>
                              <a:rPr lang="pt-B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CaixaDeTexto 40">
                  <a:extLst>
                    <a:ext uri="{FF2B5EF4-FFF2-40B4-BE49-F238E27FC236}">
                      <a16:creationId xmlns:a16="http://schemas.microsoft.com/office/drawing/2014/main" id="{F6C17CFB-C72C-170E-22B9-99C579110C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0021" y="3352748"/>
                  <a:ext cx="4296508" cy="78380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BE4271B7-3409-30A4-57F7-4845B38C693B}"/>
                  </a:ext>
                </a:extLst>
              </p:cNvPr>
              <p:cNvSpPr txBox="1"/>
              <p:nvPr/>
            </p:nvSpPr>
            <p:spPr>
              <a:xfrm>
                <a:off x="171454" y="4290754"/>
                <a:ext cx="2895300" cy="49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BE4271B7-3409-30A4-57F7-4845B38C6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4" y="4290754"/>
                <a:ext cx="2895300" cy="490840"/>
              </a:xfrm>
              <a:prstGeom prst="rect">
                <a:avLst/>
              </a:prstGeom>
              <a:blipFill>
                <a:blip r:embed="rId13"/>
                <a:stretch>
                  <a:fillRect l="-421" b="-62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Agrupar 45">
            <a:extLst>
              <a:ext uri="{FF2B5EF4-FFF2-40B4-BE49-F238E27FC236}">
                <a16:creationId xmlns:a16="http://schemas.microsoft.com/office/drawing/2014/main" id="{8F7C8E0F-6FDF-3A70-917F-0BB66A7EF2BE}"/>
              </a:ext>
            </a:extLst>
          </p:cNvPr>
          <p:cNvGrpSpPr/>
          <p:nvPr/>
        </p:nvGrpSpPr>
        <p:grpSpPr>
          <a:xfrm>
            <a:off x="4437321" y="4069105"/>
            <a:ext cx="3648000" cy="783804"/>
            <a:chOff x="4437321" y="4342613"/>
            <a:chExt cx="3648000" cy="7838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aixaDeTexto 42">
                  <a:extLst>
                    <a:ext uri="{FF2B5EF4-FFF2-40B4-BE49-F238E27FC236}">
                      <a16:creationId xmlns:a16="http://schemas.microsoft.com/office/drawing/2014/main" id="{2CE92772-E47B-9AAC-6C2F-EEB16C7B8DA3}"/>
                    </a:ext>
                  </a:extLst>
                </p:cNvPr>
                <p:cNvSpPr txBox="1"/>
                <p:nvPr/>
              </p:nvSpPr>
              <p:spPr>
                <a:xfrm>
                  <a:off x="4437321" y="4625016"/>
                  <a:ext cx="60251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3" name="CaixaDeTexto 42">
                  <a:extLst>
                    <a:ext uri="{FF2B5EF4-FFF2-40B4-BE49-F238E27FC236}">
                      <a16:creationId xmlns:a16="http://schemas.microsoft.com/office/drawing/2014/main" id="{2CE92772-E47B-9AAC-6C2F-EEB16C7B8D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7321" y="4625016"/>
                  <a:ext cx="602513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aixaDeTexto 43">
                  <a:extLst>
                    <a:ext uri="{FF2B5EF4-FFF2-40B4-BE49-F238E27FC236}">
                      <a16:creationId xmlns:a16="http://schemas.microsoft.com/office/drawing/2014/main" id="{7740DD61-C6C2-14A9-B3B6-5A288272E0CB}"/>
                    </a:ext>
                  </a:extLst>
                </p:cNvPr>
                <p:cNvSpPr txBox="1"/>
                <p:nvPr/>
              </p:nvSpPr>
              <p:spPr>
                <a:xfrm>
                  <a:off x="5190021" y="4342613"/>
                  <a:ext cx="2895300" cy="7838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CaixaDeTexto 43">
                  <a:extLst>
                    <a:ext uri="{FF2B5EF4-FFF2-40B4-BE49-F238E27FC236}">
                      <a16:creationId xmlns:a16="http://schemas.microsoft.com/office/drawing/2014/main" id="{7740DD61-C6C2-14A9-B3B6-5A288272E0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0021" y="4342613"/>
                  <a:ext cx="2895300" cy="78380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11106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4000"/>
    </mc:Choice>
    <mc:Fallback>
      <p:transition spd="slow" advClick="0" advTm="24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BD7D2-4011-9095-FF0D-EBA6BCAD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286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DFAE3-2E8F-B12E-5757-A040AF549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Agrupar 37">
            <a:extLst>
              <a:ext uri="{FF2B5EF4-FFF2-40B4-BE49-F238E27FC236}">
                <a16:creationId xmlns:a16="http://schemas.microsoft.com/office/drawing/2014/main" id="{F50E4AF9-5E1A-7896-7B77-7BB2F84FEC48}"/>
              </a:ext>
            </a:extLst>
          </p:cNvPr>
          <p:cNvGrpSpPr/>
          <p:nvPr/>
        </p:nvGrpSpPr>
        <p:grpSpPr>
          <a:xfrm>
            <a:off x="575491" y="529359"/>
            <a:ext cx="8720989" cy="722442"/>
            <a:chOff x="575491" y="529359"/>
            <a:chExt cx="8720989" cy="7224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468F3355-7BB3-D035-F13B-FE8F5E744F77}"/>
                    </a:ext>
                  </a:extLst>
                </p:cNvPr>
                <p:cNvSpPr txBox="1"/>
                <p:nvPr/>
              </p:nvSpPr>
              <p:spPr>
                <a:xfrm>
                  <a:off x="575491" y="660354"/>
                  <a:ext cx="268515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468F3355-7BB3-D035-F13B-FE8F5E744F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491" y="660354"/>
                  <a:ext cx="2685159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FBCAD3EF-BE40-F4D3-6B68-0D8964C2D3E7}"/>
                    </a:ext>
                  </a:extLst>
                </p:cNvPr>
                <p:cNvSpPr txBox="1"/>
                <p:nvPr/>
              </p:nvSpPr>
              <p:spPr>
                <a:xfrm>
                  <a:off x="3742662" y="660551"/>
                  <a:ext cx="2140690" cy="4908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FBCAD3EF-BE40-F4D3-6B68-0D8964C2D3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2662" y="660551"/>
                  <a:ext cx="2140690" cy="490840"/>
                </a:xfrm>
                <a:prstGeom prst="rect">
                  <a:avLst/>
                </a:prstGeom>
                <a:blipFill>
                  <a:blip r:embed="rId4"/>
                  <a:stretch>
                    <a:fillRect b="-617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04CE91BF-CFF4-CB62-610F-2D97CD29D5A3}"/>
                    </a:ext>
                  </a:extLst>
                </p:cNvPr>
                <p:cNvSpPr txBox="1"/>
                <p:nvPr/>
              </p:nvSpPr>
              <p:spPr>
                <a:xfrm>
                  <a:off x="6678581" y="529359"/>
                  <a:ext cx="2617899" cy="7224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04CE91BF-CFF4-CB62-610F-2D97CD29D5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8581" y="529359"/>
                  <a:ext cx="2617899" cy="72244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3B2057CE-C1B4-DD16-E0EF-6B931BA5CD4D}"/>
                  </a:ext>
                </a:extLst>
              </p:cNvPr>
              <p:cNvSpPr txBox="1"/>
              <p:nvPr/>
            </p:nvSpPr>
            <p:spPr>
              <a:xfrm>
                <a:off x="1615861" y="1778946"/>
                <a:ext cx="5959696" cy="79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3B2057CE-C1B4-DD16-E0EF-6B931BA5C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861" y="1778946"/>
                <a:ext cx="5959696" cy="7916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aixaDeTexto 30">
            <a:extLst>
              <a:ext uri="{FF2B5EF4-FFF2-40B4-BE49-F238E27FC236}">
                <a16:creationId xmlns:a16="http://schemas.microsoft.com/office/drawing/2014/main" id="{11B8D9DD-08E7-26CB-62EB-D1CCE9503375}"/>
              </a:ext>
            </a:extLst>
          </p:cNvPr>
          <p:cNvSpPr txBox="1"/>
          <p:nvPr/>
        </p:nvSpPr>
        <p:spPr>
          <a:xfrm>
            <a:off x="171454" y="217447"/>
            <a:ext cx="8781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Das equações abaixo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4B443DF1-BC90-B796-EE76-5D2D50C02BC4}"/>
              </a:ext>
            </a:extLst>
          </p:cNvPr>
          <p:cNvSpPr txBox="1"/>
          <p:nvPr/>
        </p:nvSpPr>
        <p:spPr>
          <a:xfrm>
            <a:off x="171454" y="1320986"/>
            <a:ext cx="8781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Segue que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951D065-2087-ACFA-A95F-7D5E7ECCC8C7}"/>
              </a:ext>
            </a:extLst>
          </p:cNvPr>
          <p:cNvSpPr txBox="1"/>
          <p:nvPr/>
        </p:nvSpPr>
        <p:spPr>
          <a:xfrm>
            <a:off x="171454" y="2709014"/>
            <a:ext cx="8781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Lembrando que</a:t>
            </a:r>
          </a:p>
        </p:txBody>
      </p: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B408710C-9D9D-0A31-6FB7-271B1984CBA1}"/>
              </a:ext>
            </a:extLst>
          </p:cNvPr>
          <p:cNvGrpSpPr/>
          <p:nvPr/>
        </p:nvGrpSpPr>
        <p:grpSpPr>
          <a:xfrm>
            <a:off x="1399965" y="3200482"/>
            <a:ext cx="5536895" cy="490840"/>
            <a:chOff x="1399965" y="3200482"/>
            <a:chExt cx="5536895" cy="4908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482B9B17-B389-77D9-05C6-F7D383503308}"/>
                    </a:ext>
                  </a:extLst>
                </p:cNvPr>
                <p:cNvSpPr txBox="1"/>
                <p:nvPr/>
              </p:nvSpPr>
              <p:spPr>
                <a:xfrm>
                  <a:off x="1399965" y="3200482"/>
                  <a:ext cx="2895300" cy="490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𝑚𝑎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𝑚𝑔</m:t>
                        </m:r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482B9B17-B389-77D9-05C6-F7D383503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965" y="3200482"/>
                  <a:ext cx="2895300" cy="490840"/>
                </a:xfrm>
                <a:prstGeom prst="rect">
                  <a:avLst/>
                </a:prstGeom>
                <a:blipFill>
                  <a:blip r:embed="rId7"/>
                  <a:stretch>
                    <a:fillRect b="-617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596904D6-DFB1-2FA0-3A62-13C3900046F7}"/>
                    </a:ext>
                  </a:extLst>
                </p:cNvPr>
                <p:cNvSpPr txBox="1"/>
                <p:nvPr/>
              </p:nvSpPr>
              <p:spPr>
                <a:xfrm>
                  <a:off x="4829843" y="3229657"/>
                  <a:ext cx="210701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596904D6-DFB1-2FA0-3A62-13C3900046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9843" y="3229657"/>
                  <a:ext cx="2107017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CD98F505-82A3-6A17-1680-212D98B0C966}"/>
              </a:ext>
            </a:extLst>
          </p:cNvPr>
          <p:cNvSpPr txBox="1"/>
          <p:nvPr/>
        </p:nvSpPr>
        <p:spPr>
          <a:xfrm>
            <a:off x="171454" y="3879206"/>
            <a:ext cx="8781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Tem-se 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1F0AAB04-C38F-C7D3-8962-15220EEAD936}"/>
                  </a:ext>
                </a:extLst>
              </p:cNvPr>
              <p:cNvSpPr txBox="1"/>
              <p:nvPr/>
            </p:nvSpPr>
            <p:spPr>
              <a:xfrm>
                <a:off x="1615861" y="4200454"/>
                <a:ext cx="5959696" cy="79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1F0AAB04-C38F-C7D3-8962-15220EEAD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861" y="4200454"/>
                <a:ext cx="5959696" cy="7916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5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3000"/>
    </mc:Choice>
    <mc:Fallback>
      <p:transition spd="slow" advClick="0" advTm="23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75F50-0265-D103-23C6-84F7B1597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6032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B0DEE-E1F3-DE5B-0E39-5E96BBAFC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994D3C5-90AB-9C83-B1D4-239ECFBA0733}"/>
              </a:ext>
            </a:extLst>
          </p:cNvPr>
          <p:cNvSpPr txBox="1"/>
          <p:nvPr/>
        </p:nvSpPr>
        <p:spPr>
          <a:xfrm>
            <a:off x="171454" y="200978"/>
            <a:ext cx="8781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Temos então 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1641B24-56D1-EEB1-CC68-AEAE1D6ED453}"/>
                  </a:ext>
                </a:extLst>
              </p:cNvPr>
              <p:cNvSpPr txBox="1"/>
              <p:nvPr/>
            </p:nvSpPr>
            <p:spPr>
              <a:xfrm>
                <a:off x="1978989" y="650702"/>
                <a:ext cx="4258778" cy="79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1641B24-56D1-EEB1-CC68-AEAE1D6ED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989" y="650702"/>
                <a:ext cx="4258778" cy="7916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7E7C7CF-2955-4F0A-3231-E01CDD7495E7}"/>
                  </a:ext>
                </a:extLst>
              </p:cNvPr>
              <p:cNvSpPr txBox="1"/>
              <p:nvPr/>
            </p:nvSpPr>
            <p:spPr>
              <a:xfrm>
                <a:off x="2018274" y="2113806"/>
                <a:ext cx="5881436" cy="791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d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m:rPr>
                          <m:sty m:val="p"/>
                        </m:rP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7E7C7CF-2955-4F0A-3231-E01CDD749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274" y="2113806"/>
                <a:ext cx="5881436" cy="7916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99F9A7F-4E39-8DAD-4D70-6F4870D04046}"/>
              </a:ext>
            </a:extLst>
          </p:cNvPr>
          <p:cNvSpPr txBox="1"/>
          <p:nvPr/>
        </p:nvSpPr>
        <p:spPr>
          <a:xfrm>
            <a:off x="171454" y="1610619"/>
            <a:ext cx="8781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E segue 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607E442F-E34A-C0B7-0819-582EC3A8C177}"/>
                  </a:ext>
                </a:extLst>
              </p:cNvPr>
              <p:cNvSpPr txBox="1"/>
              <p:nvPr/>
            </p:nvSpPr>
            <p:spPr>
              <a:xfrm>
                <a:off x="1940014" y="3154940"/>
                <a:ext cx="5959696" cy="79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607E442F-E34A-C0B7-0819-582EC3A8C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014" y="3154940"/>
                <a:ext cx="5959696" cy="7916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BF5EB15-B667-EF28-C8B5-B341CE9C9E56}"/>
                  </a:ext>
                </a:extLst>
              </p:cNvPr>
              <p:cNvSpPr txBox="1"/>
              <p:nvPr/>
            </p:nvSpPr>
            <p:spPr>
              <a:xfrm>
                <a:off x="1926124" y="4249531"/>
                <a:ext cx="5649433" cy="791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d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BF5EB15-B667-EF28-C8B5-B341CE9C9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124" y="4249531"/>
                <a:ext cx="5649433" cy="7916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7708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1000"/>
    </mc:Choice>
    <mc:Fallback>
      <p:transition spd="slow" advClick="0" advTm="31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ECCCF-CDFE-4E33-BA86-8FCFCA010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4459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C55A6-99FF-AE95-A327-BBA0C196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63BD863-BE86-4446-7B5A-45BB50DBE21B}"/>
                  </a:ext>
                </a:extLst>
              </p:cNvPr>
              <p:cNvSpPr txBox="1"/>
              <p:nvPr/>
            </p:nvSpPr>
            <p:spPr>
              <a:xfrm>
                <a:off x="191386" y="910211"/>
                <a:ext cx="87612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800" dirty="0">
                    <a:solidFill>
                      <a:schemeClr val="bg1"/>
                    </a:solidFill>
                  </a:rPr>
                  <a:t>Usamos o referencial inercial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1800" dirty="0">
                    <a:solidFill>
                      <a:schemeClr val="bg1"/>
                    </a:solidFill>
                  </a:rPr>
                  <a:t> parado em relação ao sistema bloco + plano inclinado </a:t>
                </a: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63BD863-BE86-4446-7B5A-45BB50DBE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86" y="910211"/>
                <a:ext cx="8761228" cy="369332"/>
              </a:xfrm>
              <a:prstGeom prst="rect">
                <a:avLst/>
              </a:prstGeom>
              <a:blipFill>
                <a:blip r:embed="rId3"/>
                <a:stretch>
                  <a:fillRect l="-556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74DA5E22-709B-2BE2-4B46-0418533C8A29}"/>
              </a:ext>
            </a:extLst>
          </p:cNvPr>
          <p:cNvSpPr txBox="1"/>
          <p:nvPr/>
        </p:nvSpPr>
        <p:spPr>
          <a:xfrm>
            <a:off x="171455" y="127591"/>
            <a:ext cx="685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Revisão conceitual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7D20117-57A1-62D8-CC09-6787E157DCCE}"/>
              </a:ext>
            </a:extLst>
          </p:cNvPr>
          <p:cNvSpPr txBox="1"/>
          <p:nvPr/>
        </p:nvSpPr>
        <p:spPr>
          <a:xfrm>
            <a:off x="191386" y="1415832"/>
            <a:ext cx="8761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bg1"/>
                </a:solidFill>
              </a:rPr>
              <a:t>Leis de Newton para o bloco e para o plano inclinado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AEC2863-06C1-C8E0-CB31-C92E6846982D}"/>
                  </a:ext>
                </a:extLst>
              </p:cNvPr>
              <p:cNvSpPr txBox="1"/>
              <p:nvPr/>
            </p:nvSpPr>
            <p:spPr>
              <a:xfrm>
                <a:off x="191386" y="1955052"/>
                <a:ext cx="87612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800" dirty="0">
                    <a:solidFill>
                      <a:schemeClr val="bg1"/>
                    </a:solidFill>
                  </a:rPr>
                  <a:t>Equações de movimento para o bloco </a:t>
                </a:r>
                <a14:m>
                  <m:oMath xmlns:m="http://schemas.openxmlformats.org/officeDocument/2006/math"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AEC2863-06C1-C8E0-CB31-C92E68469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86" y="1955052"/>
                <a:ext cx="8761228" cy="369332"/>
              </a:xfrm>
              <a:prstGeom prst="rect">
                <a:avLst/>
              </a:prstGeom>
              <a:blipFill>
                <a:blip r:embed="rId4"/>
                <a:stretch>
                  <a:fillRect l="-556" t="-10000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81CF10C0-D2A7-B0CA-1AA3-8ED17C32E031}"/>
                  </a:ext>
                </a:extLst>
              </p:cNvPr>
              <p:cNvSpPr txBox="1"/>
              <p:nvPr/>
            </p:nvSpPr>
            <p:spPr>
              <a:xfrm>
                <a:off x="191386" y="2494272"/>
                <a:ext cx="87612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800" dirty="0">
                    <a:solidFill>
                      <a:schemeClr val="bg1"/>
                    </a:solidFill>
                  </a:rPr>
                  <a:t>Equações de movimento para o plano inclinado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pt-BR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81CF10C0-D2A7-B0CA-1AA3-8ED17C32E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86" y="2494272"/>
                <a:ext cx="8761228" cy="369332"/>
              </a:xfrm>
              <a:prstGeom prst="rect">
                <a:avLst/>
              </a:prstGeom>
              <a:blipFill>
                <a:blip r:embed="rId5"/>
                <a:stretch>
                  <a:fillRect l="-556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59787C88-3792-E082-3DC7-732C0AA49F5B}"/>
                  </a:ext>
                </a:extLst>
              </p:cNvPr>
              <p:cNvSpPr txBox="1"/>
              <p:nvPr/>
            </p:nvSpPr>
            <p:spPr>
              <a:xfrm>
                <a:off x="191386" y="3053419"/>
                <a:ext cx="8761228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800" dirty="0">
                    <a:solidFill>
                      <a:schemeClr val="bg1"/>
                    </a:solidFill>
                  </a:rPr>
                  <a:t>Sistema determinado com quatro equações e quatro variáveis</a:t>
                </a:r>
                <a14:m>
                  <m:oMath xmlns:m="http://schemas.openxmlformats.org/officeDocument/2006/math">
                    <m:r>
                      <a:rPr lang="pt-BR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pt-BR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59787C88-3792-E082-3DC7-732C0AA49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86" y="3053419"/>
                <a:ext cx="8761228" cy="391261"/>
              </a:xfrm>
              <a:prstGeom prst="rect">
                <a:avLst/>
              </a:prstGeom>
              <a:blipFill>
                <a:blip r:embed="rId6"/>
                <a:stretch>
                  <a:fillRect l="-556" t="-7813" b="-203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ixaDeTexto 13">
            <a:extLst>
              <a:ext uri="{FF2B5EF4-FFF2-40B4-BE49-F238E27FC236}">
                <a16:creationId xmlns:a16="http://schemas.microsoft.com/office/drawing/2014/main" id="{483ABAD0-9016-D0C2-6822-7469F0512555}"/>
              </a:ext>
            </a:extLst>
          </p:cNvPr>
          <p:cNvSpPr txBox="1"/>
          <p:nvPr/>
        </p:nvSpPr>
        <p:spPr>
          <a:xfrm>
            <a:off x="191386" y="3726642"/>
            <a:ext cx="8761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U</a:t>
            </a:r>
            <a:r>
              <a:rPr lang="pt-BR" sz="1800" dirty="0">
                <a:solidFill>
                  <a:schemeClr val="bg1"/>
                </a:solidFill>
              </a:rPr>
              <a:t>sar o vínculo de movimento entre bloco e plano inclinado para determinar o sistema</a:t>
            </a:r>
          </a:p>
        </p:txBody>
      </p:sp>
    </p:spTree>
    <p:extLst>
      <p:ext uri="{BB962C8B-B14F-4D97-AF65-F5344CB8AC3E}">
        <p14:creationId xmlns:p14="http://schemas.microsoft.com/office/powerpoint/2010/main" val="507282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5000"/>
    </mc:Choice>
    <mc:Fallback>
      <p:transition spd="slow" advClick="0" advTm="45000"/>
    </mc:Fallback>
  </mc:AlternateContent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1142</TotalTime>
  <Words>623</Words>
  <Application>Microsoft Office PowerPoint</Application>
  <PresentationFormat>Apresentação na tela (16:9)</PresentationFormat>
  <Paragraphs>127</Paragraphs>
  <Slides>28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3" baseType="lpstr">
      <vt:lpstr>Calibri Light</vt:lpstr>
      <vt:lpstr>Calibri</vt:lpstr>
      <vt:lpstr>Arial</vt:lpstr>
      <vt:lpstr>Cambria Math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Osvaldo Luiz Santos Pereira</dc:creator>
  <cp:lastModifiedBy>Osvaldo Luiz Santos Pereira</cp:lastModifiedBy>
  <cp:revision>1</cp:revision>
  <dcterms:created xsi:type="dcterms:W3CDTF">2025-07-15T20:33:43Z</dcterms:created>
  <dcterms:modified xsi:type="dcterms:W3CDTF">2025-08-09T01:28:23Z</dcterms:modified>
</cp:coreProperties>
</file>