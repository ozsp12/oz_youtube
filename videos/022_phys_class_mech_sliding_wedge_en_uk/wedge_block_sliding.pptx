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23"/>
  </p:notesMasterIdLst>
  <p:sldIdLst>
    <p:sldId id="261" r:id="rId2"/>
    <p:sldId id="275" r:id="rId3"/>
    <p:sldId id="262" r:id="rId4"/>
    <p:sldId id="276" r:id="rId5"/>
    <p:sldId id="259" r:id="rId6"/>
    <p:sldId id="278" r:id="rId7"/>
    <p:sldId id="267" r:id="rId8"/>
    <p:sldId id="280" r:id="rId9"/>
    <p:sldId id="268" r:id="rId10"/>
    <p:sldId id="281" r:id="rId11"/>
    <p:sldId id="287" r:id="rId12"/>
    <p:sldId id="283" r:id="rId13"/>
    <p:sldId id="288" r:id="rId14"/>
    <p:sldId id="290" r:id="rId15"/>
    <p:sldId id="291" r:id="rId16"/>
    <p:sldId id="292" r:id="rId17"/>
    <p:sldId id="289" r:id="rId18"/>
    <p:sldId id="284" r:id="rId19"/>
    <p:sldId id="293" r:id="rId20"/>
    <p:sldId id="285" r:id="rId21"/>
    <p:sldId id="264" r:id="rId22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8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EF59E56-4CCE-4FE5-AF5F-969E092DDC67}"/>
    <pc:docChg chg="modSld">
      <pc:chgData name="Osvaldo Luiz Santos Pereira" userId="c308351cf5a860c7" providerId="LiveId" clId="{3EF59E56-4CCE-4FE5-AF5F-969E092DDC67}" dt="2026-04-21T00:53:11.698" v="1" actId="14100"/>
      <pc:docMkLst>
        <pc:docMk/>
      </pc:docMkLst>
      <pc:sldChg chg="modSp mod">
        <pc:chgData name="Osvaldo Luiz Santos Pereira" userId="c308351cf5a860c7" providerId="LiveId" clId="{3EF59E56-4CCE-4FE5-AF5F-969E092DDC67}" dt="2026-04-21T00:53:11.698" v="1" actId="14100"/>
        <pc:sldMkLst>
          <pc:docMk/>
          <pc:sldMk cId="2247708559" sldId="264"/>
        </pc:sldMkLst>
        <pc:spChg chg="mod">
          <ac:chgData name="Osvaldo Luiz Santos Pereira" userId="c308351cf5a860c7" providerId="LiveId" clId="{3EF59E56-4CCE-4FE5-AF5F-969E092DDC67}" dt="2026-04-21T00:53:11.698" v="1" actId="14100"/>
          <ac:spMkLst>
            <pc:docMk/>
            <pc:sldMk cId="2247708559" sldId="264"/>
            <ac:spMk id="4" creationId="{E1641B24-56D1-EEB1-CC68-AEAE1D6ED453}"/>
          </ac:spMkLst>
        </pc:spChg>
        <pc:spChg chg="mod">
          <ac:chgData name="Osvaldo Luiz Santos Pereira" userId="c308351cf5a860c7" providerId="LiveId" clId="{3EF59E56-4CCE-4FE5-AF5F-969E092DDC67}" dt="2026-04-21T00:53:00.399" v="0" actId="14100"/>
          <ac:spMkLst>
            <pc:docMk/>
            <pc:sldMk cId="2247708559" sldId="264"/>
            <ac:spMk id="8" creationId="{607E442F-E34A-C0B7-0819-582EC3A8C1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C848B-6728-34F9-8CAE-E9329C4A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74697-91E1-FEB7-A649-F2ABB37E3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A6ACD-3663-5C33-17E1-A14FC876F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382A5-F85D-F60C-6B21-53B78E87FF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8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E0202-5553-F5CE-1D11-256419D2C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D2E15-D566-7192-397B-AA528A6B0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EFAD1-56AA-C6FB-A9F5-AF0A528D9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94A17-FF8C-64E9-9AC5-D34558C5D9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12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FF38-8197-432B-BC13-B6937BC7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A15DD-21F4-6ADD-1E28-355C6627B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DE343-6412-2E03-4848-1614B726E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05E0D-2189-76ED-0132-C85285E98D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96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727E6-798E-2B26-2C0A-7D57943DC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4ECDF-83F4-4C4C-4011-BEB106631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2C66B-50C5-C8ED-FEE8-454089C4B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4D478-1031-2863-CE2A-9FF2C9E495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51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942FA-E3A5-4B7D-54A2-195F5E21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1AE50-278F-7FDE-F60E-A26B3A63C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09699-754F-7F58-1762-EDF6429DB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19AC7-1266-2661-C52B-D6B7F1CFC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59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C04D6-8FC0-C5CD-97CF-7FCAC5D55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38598-CED0-B99A-02F2-338DA2A97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46351-D307-DFB6-FECC-26719C860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12A72-C74B-F612-4AF5-0866B8505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20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1C86B-0B12-2BE6-D2CA-2D3833CD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84FD7-E57D-7733-CB96-9018A6615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6AF23-417E-D976-F054-FE56A5108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6B6EC-83D2-81ED-4670-0ED0E10FF1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08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8112-3E3C-978C-91E4-DF63C018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EDE78-395A-FC0F-4B17-0F3F58A19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C311C-6620-D7B3-E5CD-92A0FE03A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2D3A1-D782-C7B3-23A5-52AF3ABDBC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85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AF86-071B-66FA-CBCD-DCD2BD0B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5DDDE-1BAE-336F-6273-75030ADD0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D0A25-3050-9650-357B-C4B558C09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11C96-6335-9882-8265-731851280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86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27.png"/><Relationship Id="rId5" Type="http://schemas.openxmlformats.org/officeDocument/2006/relationships/image" Target="../media/image25.png"/><Relationship Id="rId10" Type="http://schemas.openxmlformats.org/officeDocument/2006/relationships/image" Target="../media/image26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8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39.png"/><Relationship Id="rId3" Type="http://schemas.openxmlformats.org/officeDocument/2006/relationships/image" Target="../media/image32.png"/><Relationship Id="rId7" Type="http://schemas.openxmlformats.org/officeDocument/2006/relationships/image" Target="../media/image48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11" Type="http://schemas.openxmlformats.org/officeDocument/2006/relationships/image" Target="../media/image37.png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image" Target="../media/image50.png"/><Relationship Id="rId1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46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45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C7F6-7AF9-3B05-5431-20DCECD0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CE42CC81-F697-0ECD-B351-89A0A0A2BB9F}"/>
              </a:ext>
            </a:extLst>
          </p:cNvPr>
          <p:cNvSpPr/>
          <p:nvPr/>
        </p:nvSpPr>
        <p:spPr>
          <a:xfrm rot="2694760">
            <a:off x="1631343" y="1669973"/>
            <a:ext cx="387354" cy="3873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Triângulo Retângulo 23">
            <a:extLst>
              <a:ext uri="{FF2B5EF4-FFF2-40B4-BE49-F238E27FC236}">
                <a16:creationId xmlns:a16="http://schemas.microsoft.com/office/drawing/2014/main" id="{07216537-4760-74A7-6563-0AEAB2E28534}"/>
              </a:ext>
            </a:extLst>
          </p:cNvPr>
          <p:cNvSpPr/>
          <p:nvPr/>
        </p:nvSpPr>
        <p:spPr>
          <a:xfrm>
            <a:off x="1263871" y="1589749"/>
            <a:ext cx="2412154" cy="2412153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B3E63B7-85D8-198E-8AC2-FACA99E87CF5}"/>
              </a:ext>
            </a:extLst>
          </p:cNvPr>
          <p:cNvCxnSpPr>
            <a:cxnSpLocks/>
          </p:cNvCxnSpPr>
          <p:nvPr/>
        </p:nvCxnSpPr>
        <p:spPr>
          <a:xfrm>
            <a:off x="65133" y="4016579"/>
            <a:ext cx="431548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27AA600-E9B0-CF9E-F6D5-3F5425EDCD87}"/>
              </a:ext>
            </a:extLst>
          </p:cNvPr>
          <p:cNvSpPr txBox="1"/>
          <p:nvPr/>
        </p:nvSpPr>
        <p:spPr>
          <a:xfrm>
            <a:off x="1675529" y="1610419"/>
            <a:ext cx="282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82578A-7F3B-96D9-3BC7-957EF437DD1F}"/>
              </a:ext>
            </a:extLst>
          </p:cNvPr>
          <p:cNvSpPr txBox="1"/>
          <p:nvPr/>
        </p:nvSpPr>
        <p:spPr>
          <a:xfrm>
            <a:off x="4863479" y="149831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Block </a:t>
            </a:r>
            <a:r>
              <a:rPr lang="pt-BR" sz="1800" dirty="0" err="1">
                <a:solidFill>
                  <a:schemeClr val="bg1"/>
                </a:solidFill>
              </a:rPr>
              <a:t>has</a:t>
            </a:r>
            <a:r>
              <a:rPr lang="pt-BR" sz="1800" dirty="0">
                <a:solidFill>
                  <a:schemeClr val="bg1"/>
                </a:solidFill>
              </a:rPr>
              <a:t> </a:t>
            </a:r>
            <a:r>
              <a:rPr lang="pt-BR" sz="1800" dirty="0" err="1">
                <a:solidFill>
                  <a:schemeClr val="bg1"/>
                </a:solidFill>
              </a:rPr>
              <a:t>mass</a:t>
            </a:r>
            <a:r>
              <a:rPr lang="pt-BR" sz="1800" dirty="0">
                <a:solidFill>
                  <a:schemeClr val="bg1"/>
                </a:solidFill>
              </a:rPr>
              <a:t> m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D3DAD7-B4FD-06D0-A6EA-9B99057F0769}"/>
              </a:ext>
            </a:extLst>
          </p:cNvPr>
          <p:cNvSpPr txBox="1"/>
          <p:nvPr/>
        </p:nvSpPr>
        <p:spPr>
          <a:xfrm>
            <a:off x="1746733" y="2855935"/>
            <a:ext cx="171248" cy="318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31A052A-EB4A-F8FB-611F-8D64E76DEC9D}"/>
              </a:ext>
            </a:extLst>
          </p:cNvPr>
          <p:cNvSpPr txBox="1"/>
          <p:nvPr/>
        </p:nvSpPr>
        <p:spPr>
          <a:xfrm>
            <a:off x="4863479" y="207943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1"/>
                </a:solidFill>
              </a:rPr>
              <a:t>Inclined</a:t>
            </a:r>
            <a:r>
              <a:rPr lang="pt-BR" dirty="0">
                <a:solidFill>
                  <a:schemeClr val="bg1"/>
                </a:solidFill>
              </a:rPr>
              <a:t> plane (</a:t>
            </a:r>
            <a:r>
              <a:rPr lang="pt-BR" dirty="0" err="1">
                <a:solidFill>
                  <a:schemeClr val="bg1"/>
                </a:solidFill>
              </a:rPr>
              <a:t>wedge</a:t>
            </a:r>
            <a:r>
              <a:rPr lang="pt-BR" dirty="0">
                <a:solidFill>
                  <a:schemeClr val="bg1"/>
                </a:solidFill>
              </a:rPr>
              <a:t>) </a:t>
            </a:r>
            <a:r>
              <a:rPr lang="pt-BR" dirty="0" err="1">
                <a:solidFill>
                  <a:schemeClr val="bg1"/>
                </a:solidFill>
              </a:rPr>
              <a:t>has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mass</a:t>
            </a:r>
            <a:r>
              <a:rPr lang="pt-BR" dirty="0">
                <a:solidFill>
                  <a:schemeClr val="bg1"/>
                </a:solidFill>
              </a:rPr>
              <a:t> M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6EBA7A9-8535-3BCE-3503-19C881EF56AC}"/>
              </a:ext>
            </a:extLst>
          </p:cNvPr>
          <p:cNvSpPr txBox="1"/>
          <p:nvPr/>
        </p:nvSpPr>
        <p:spPr>
          <a:xfrm>
            <a:off x="3177840" y="3624286"/>
            <a:ext cx="236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chemeClr val="bg1"/>
                </a:solidFill>
              </a:rPr>
              <a:t>α</a:t>
            </a:r>
            <a:endParaRPr lang="pt-BR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1BAEB5B-7E07-BE80-8D6F-9CD922A49E18}"/>
                  </a:ext>
                </a:extLst>
              </p:cNvPr>
              <p:cNvSpPr txBox="1"/>
              <p:nvPr/>
            </p:nvSpPr>
            <p:spPr>
              <a:xfrm>
                <a:off x="4863479" y="266056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dirty="0" err="1">
                    <a:solidFill>
                      <a:schemeClr val="bg1"/>
                    </a:solidFill>
                  </a:rPr>
                  <a:t>Inclined</a:t>
                </a:r>
                <a:r>
                  <a:rPr lang="pt-BR" dirty="0">
                    <a:solidFill>
                      <a:schemeClr val="bg1"/>
                    </a:solidFill>
                  </a:rPr>
                  <a:t> plane </a:t>
                </a:r>
                <a:r>
                  <a:rPr lang="pt-BR" dirty="0" err="1">
                    <a:solidFill>
                      <a:schemeClr val="bg1"/>
                    </a:solidFill>
                  </a:rPr>
                  <a:t>with</a:t>
                </a:r>
                <a:r>
                  <a:rPr lang="pt-BR" dirty="0">
                    <a:solidFill>
                      <a:schemeClr val="bg1"/>
                    </a:solidFill>
                  </a:rPr>
                  <a:t> </a:t>
                </a:r>
                <a:r>
                  <a:rPr lang="pt-BR" dirty="0" err="1">
                    <a:solidFill>
                      <a:schemeClr val="bg1"/>
                    </a:solidFill>
                  </a:rPr>
                  <a:t>angle</a:t>
                </a:r>
                <a:r>
                  <a:rPr lang="pt-BR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1BAEB5B-7E07-BE80-8D6F-9CD922A49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479" y="2660560"/>
                <a:ext cx="4572000" cy="369332"/>
              </a:xfrm>
              <a:prstGeom prst="rect">
                <a:avLst/>
              </a:prstGeom>
              <a:blipFill>
                <a:blip r:embed="rId3"/>
                <a:stretch>
                  <a:fillRect l="-933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: Curvo 12">
            <a:extLst>
              <a:ext uri="{FF2B5EF4-FFF2-40B4-BE49-F238E27FC236}">
                <a16:creationId xmlns:a16="http://schemas.microsoft.com/office/drawing/2014/main" id="{F2680515-4859-6FB9-04E1-7A904E213AE6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36089" y="1448618"/>
            <a:ext cx="547802" cy="282262"/>
          </a:xfrm>
          <a:prstGeom prst="curvedConnector3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7817E68-2BDD-A0C7-9DB9-CDDC9ABB290E}"/>
                  </a:ext>
                </a:extLst>
              </p:cNvPr>
              <p:cNvSpPr txBox="1"/>
              <p:nvPr/>
            </p:nvSpPr>
            <p:spPr>
              <a:xfrm>
                <a:off x="1023418" y="1083297"/>
                <a:ext cx="490881" cy="191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7817E68-2BDD-A0C7-9DB9-CDDC9ABB2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18" y="1083297"/>
                <a:ext cx="490881" cy="191201"/>
              </a:xfrm>
              <a:prstGeom prst="rect">
                <a:avLst/>
              </a:prstGeom>
              <a:blipFill>
                <a:blip r:embed="rId4"/>
                <a:stretch>
                  <a:fillRect l="-17500" r="-50000" b="-774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962C2E50-B1E7-6CBF-85C2-CC3E512E4CA5}"/>
              </a:ext>
            </a:extLst>
          </p:cNvPr>
          <p:cNvSpPr txBox="1"/>
          <p:nvPr/>
        </p:nvSpPr>
        <p:spPr>
          <a:xfrm>
            <a:off x="4863479" y="3241681"/>
            <a:ext cx="4671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No </a:t>
            </a:r>
            <a:r>
              <a:rPr lang="pt-BR" dirty="0" err="1">
                <a:solidFill>
                  <a:schemeClr val="bg1"/>
                </a:solidFill>
              </a:rPr>
              <a:t>friction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between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block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and</a:t>
            </a:r>
            <a:r>
              <a:rPr lang="pt-BR" dirty="0">
                <a:solidFill>
                  <a:schemeClr val="bg1"/>
                </a:solidFill>
              </a:rPr>
              <a:t> plane</a:t>
            </a:r>
          </a:p>
        </p:txBody>
      </p:sp>
      <p:cxnSp>
        <p:nvCxnSpPr>
          <p:cNvPr id="17" name="Conector: Curvo 16">
            <a:extLst>
              <a:ext uri="{FF2B5EF4-FFF2-40B4-BE49-F238E27FC236}">
                <a16:creationId xmlns:a16="http://schemas.microsoft.com/office/drawing/2014/main" id="{1C765E2C-8901-6F1E-1680-85EC9D105DC3}"/>
              </a:ext>
            </a:extLst>
          </p:cNvPr>
          <p:cNvCxnSpPr>
            <a:cxnSpLocks/>
          </p:cNvCxnSpPr>
          <p:nvPr/>
        </p:nvCxnSpPr>
        <p:spPr>
          <a:xfrm rot="10800000">
            <a:off x="616584" y="3361760"/>
            <a:ext cx="647287" cy="646273"/>
          </a:xfrm>
          <a:prstGeom prst="curvedConnector2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8E659A0D-63EA-BD64-5354-8B019DD13F0F}"/>
                  </a:ext>
                </a:extLst>
              </p:cNvPr>
              <p:cNvSpPr txBox="1"/>
              <p:nvPr/>
            </p:nvSpPr>
            <p:spPr>
              <a:xfrm>
                <a:off x="369308" y="3028458"/>
                <a:ext cx="494555" cy="191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8E659A0D-63EA-BD64-5354-8B019DD13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08" y="3028458"/>
                <a:ext cx="494555" cy="191201"/>
              </a:xfrm>
              <a:prstGeom prst="rect">
                <a:avLst/>
              </a:prstGeom>
              <a:blipFill>
                <a:blip r:embed="rId5"/>
                <a:stretch>
                  <a:fillRect l="-17284" r="-49383" b="-774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38BE4EC9-E1E9-E369-FAE7-B83832A62FF0}"/>
              </a:ext>
            </a:extLst>
          </p:cNvPr>
          <p:cNvSpPr txBox="1"/>
          <p:nvPr/>
        </p:nvSpPr>
        <p:spPr>
          <a:xfrm>
            <a:off x="4863479" y="38228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No </a:t>
            </a:r>
            <a:r>
              <a:rPr lang="pt-BR" dirty="0" err="1">
                <a:solidFill>
                  <a:schemeClr val="bg1"/>
                </a:solidFill>
              </a:rPr>
              <a:t>friction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between</a:t>
            </a:r>
            <a:r>
              <a:rPr lang="pt-BR" dirty="0">
                <a:solidFill>
                  <a:schemeClr val="bg1"/>
                </a:solidFill>
              </a:rPr>
              <a:t> plane </a:t>
            </a:r>
            <a:r>
              <a:rPr lang="pt-BR" dirty="0" err="1">
                <a:solidFill>
                  <a:schemeClr val="bg1"/>
                </a:solidFill>
              </a:rPr>
              <a:t>and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ground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96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4000"/>
    </mc:Choice>
    <mc:Fallback xmlns="">
      <p:transition spd="slow" advClick="0" advTm="5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33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C416-DC4A-E45F-AFD8-E2DED1479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9D26B2BB-02F9-8CB9-5A21-012801632B5A}"/>
              </a:ext>
            </a:extLst>
          </p:cNvPr>
          <p:cNvSpPr/>
          <p:nvPr/>
        </p:nvSpPr>
        <p:spPr>
          <a:xfrm rot="2694760">
            <a:off x="1631343" y="1669973"/>
            <a:ext cx="387354" cy="3873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Triângulo Retângulo 9">
            <a:extLst>
              <a:ext uri="{FF2B5EF4-FFF2-40B4-BE49-F238E27FC236}">
                <a16:creationId xmlns:a16="http://schemas.microsoft.com/office/drawing/2014/main" id="{C8F5CF70-01B2-30D7-E960-9F3CC1EE2BBF}"/>
              </a:ext>
            </a:extLst>
          </p:cNvPr>
          <p:cNvSpPr/>
          <p:nvPr/>
        </p:nvSpPr>
        <p:spPr>
          <a:xfrm>
            <a:off x="1263871" y="1589749"/>
            <a:ext cx="2412154" cy="2412153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A2DF97C-8115-FFCA-E3A4-BB9CE8C9A591}"/>
              </a:ext>
            </a:extLst>
          </p:cNvPr>
          <p:cNvCxnSpPr>
            <a:cxnSpLocks/>
          </p:cNvCxnSpPr>
          <p:nvPr/>
        </p:nvCxnSpPr>
        <p:spPr>
          <a:xfrm>
            <a:off x="65133" y="4016579"/>
            <a:ext cx="431548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5E2C435-6B52-0879-403B-B85BCB3C8C71}"/>
                  </a:ext>
                </a:extLst>
              </p:cNvPr>
              <p:cNvSpPr txBox="1"/>
              <p:nvPr/>
            </p:nvSpPr>
            <p:spPr>
              <a:xfrm>
                <a:off x="5527946" y="1798997"/>
                <a:ext cx="22314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>
                    <a:solidFill>
                      <a:schemeClr val="bg1"/>
                    </a:solidFill>
                  </a:rPr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1600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5E2C435-6B52-0879-403B-B85BCB3C8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946" y="1798997"/>
                <a:ext cx="2231487" cy="338554"/>
              </a:xfrm>
              <a:prstGeom prst="rect">
                <a:avLst/>
              </a:prstGeom>
              <a:blipFill>
                <a:blip r:embed="rId3"/>
                <a:stretch>
                  <a:fillRect l="-1639" t="-5357" b="-214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295832BD-24DE-5835-767F-E6B8A980FC1E}"/>
                  </a:ext>
                </a:extLst>
              </p:cNvPr>
              <p:cNvSpPr txBox="1"/>
              <p:nvPr/>
            </p:nvSpPr>
            <p:spPr>
              <a:xfrm>
                <a:off x="2312875" y="2268136"/>
                <a:ext cx="4502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295832BD-24DE-5835-767F-E6B8A980F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875" y="2268136"/>
                <a:ext cx="450236" cy="369332"/>
              </a:xfrm>
              <a:prstGeom prst="rect">
                <a:avLst/>
              </a:prstGeom>
              <a:blipFill>
                <a:blip r:embed="rId4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1257C818-E738-3D5A-A7E8-42873FB5BBF8}"/>
              </a:ext>
            </a:extLst>
          </p:cNvPr>
          <p:cNvCxnSpPr>
            <a:cxnSpLocks/>
          </p:cNvCxnSpPr>
          <p:nvPr/>
        </p:nvCxnSpPr>
        <p:spPr>
          <a:xfrm>
            <a:off x="1917981" y="2025762"/>
            <a:ext cx="404417" cy="42704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313B7BEF-B15B-B4E9-1D71-1A45CB7B5946}"/>
                  </a:ext>
                </a:extLst>
              </p:cNvPr>
              <p:cNvSpPr txBox="1"/>
              <p:nvPr/>
            </p:nvSpPr>
            <p:spPr>
              <a:xfrm>
                <a:off x="5527946" y="2757385"/>
                <a:ext cx="2231487" cy="375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>
                    <a:solidFill>
                      <a:schemeClr val="bg1"/>
                    </a:solidFill>
                  </a:rPr>
                  <a:t>2.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pt-BR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1600" dirty="0">
                    <a:solidFill>
                      <a:schemeClr val="bg1"/>
                    </a:solidFill>
                  </a:rPr>
                  <a:t> ? </a:t>
                </a:r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313B7BEF-B15B-B4E9-1D71-1A45CB7B5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946" y="2757385"/>
                <a:ext cx="2231487" cy="375616"/>
              </a:xfrm>
              <a:prstGeom prst="rect">
                <a:avLst/>
              </a:prstGeom>
              <a:blipFill>
                <a:blip r:embed="rId5"/>
                <a:stretch>
                  <a:fillRect l="-1639" t="-6452" b="-161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108C732F-0A29-DBF0-D06D-3538C15B92A8}"/>
              </a:ext>
            </a:extLst>
          </p:cNvPr>
          <p:cNvCxnSpPr>
            <a:cxnSpLocks/>
          </p:cNvCxnSpPr>
          <p:nvPr/>
        </p:nvCxnSpPr>
        <p:spPr>
          <a:xfrm>
            <a:off x="1784774" y="1856923"/>
            <a:ext cx="62216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726FAC3B-6D55-F4D0-BE19-51E3293E489C}"/>
                  </a:ext>
                </a:extLst>
              </p:cNvPr>
              <p:cNvSpPr txBox="1"/>
              <p:nvPr/>
            </p:nvSpPr>
            <p:spPr>
              <a:xfrm>
                <a:off x="1367340" y="2252922"/>
                <a:ext cx="490882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726FAC3B-6D55-F4D0-BE19-51E3293E4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340" y="2252922"/>
                <a:ext cx="490882" cy="391261"/>
              </a:xfrm>
              <a:prstGeom prst="rect">
                <a:avLst/>
              </a:prstGeom>
              <a:blipFill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17C0A47B-6632-D54C-7A85-23D766D04ABB}"/>
                  </a:ext>
                </a:extLst>
              </p:cNvPr>
              <p:cNvSpPr txBox="1"/>
              <p:nvPr/>
            </p:nvSpPr>
            <p:spPr>
              <a:xfrm>
                <a:off x="2359016" y="1628943"/>
                <a:ext cx="490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17C0A47B-6632-D54C-7A85-23D766D04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016" y="1628943"/>
                <a:ext cx="490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0C3D6344-6AF3-F268-5D06-FDF5C35A8F8C}"/>
              </a:ext>
            </a:extLst>
          </p:cNvPr>
          <p:cNvCxnSpPr>
            <a:cxnSpLocks/>
          </p:cNvCxnSpPr>
          <p:nvPr/>
        </p:nvCxnSpPr>
        <p:spPr>
          <a:xfrm>
            <a:off x="1796731" y="1842246"/>
            <a:ext cx="3658" cy="72487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90C847BE-24D3-0DC6-8E93-2CACBE850CCE}"/>
                  </a:ext>
                </a:extLst>
              </p:cNvPr>
              <p:cNvSpPr txBox="1"/>
              <p:nvPr/>
            </p:nvSpPr>
            <p:spPr>
              <a:xfrm>
                <a:off x="5527946" y="3752836"/>
                <a:ext cx="22487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>
                    <a:solidFill>
                      <a:schemeClr val="bg1"/>
                    </a:solidFill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pt-BR" sz="1600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90C847BE-24D3-0DC6-8E93-2CACBE850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946" y="3752836"/>
                <a:ext cx="2248714" cy="338554"/>
              </a:xfrm>
              <a:prstGeom prst="rect">
                <a:avLst/>
              </a:prstGeom>
              <a:blipFill>
                <a:blip r:embed="rId8"/>
                <a:stretch>
                  <a:fillRect l="-1626" t="-5455" b="-23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216601F6-A50B-DA22-274C-38D4B67D11C1}"/>
              </a:ext>
            </a:extLst>
          </p:cNvPr>
          <p:cNvCxnSpPr>
            <a:cxnSpLocks/>
          </p:cNvCxnSpPr>
          <p:nvPr/>
        </p:nvCxnSpPr>
        <p:spPr>
          <a:xfrm flipH="1">
            <a:off x="496186" y="3601643"/>
            <a:ext cx="767685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345E9FD1-EF40-10B1-1658-975759962DA9}"/>
                  </a:ext>
                </a:extLst>
              </p:cNvPr>
              <p:cNvSpPr txBox="1"/>
              <p:nvPr/>
            </p:nvSpPr>
            <p:spPr>
              <a:xfrm>
                <a:off x="271068" y="3577876"/>
                <a:ext cx="4502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345E9FD1-EF40-10B1-1658-975759962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68" y="3577876"/>
                <a:ext cx="450236" cy="369332"/>
              </a:xfrm>
              <a:prstGeom prst="rect">
                <a:avLst/>
              </a:prstGeom>
              <a:blipFill>
                <a:blip r:embed="rId9"/>
                <a:stretch>
                  <a:fillRect l="-13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82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1000"/>
    </mc:Choice>
    <mc:Fallback xmlns="">
      <p:transition spd="slow" advClick="0" advTm="71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8D114-7214-593B-3C78-E68182CA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94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7ECDB-3643-5614-6A59-7C6520A9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Agrupar 44">
            <a:extLst>
              <a:ext uri="{FF2B5EF4-FFF2-40B4-BE49-F238E27FC236}">
                <a16:creationId xmlns:a16="http://schemas.microsoft.com/office/drawing/2014/main" id="{442644E8-32FB-2BF4-09B4-380D7E5BD4E6}"/>
              </a:ext>
            </a:extLst>
          </p:cNvPr>
          <p:cNvGrpSpPr/>
          <p:nvPr/>
        </p:nvGrpSpPr>
        <p:grpSpPr>
          <a:xfrm>
            <a:off x="5256060" y="2329219"/>
            <a:ext cx="455182" cy="475401"/>
            <a:chOff x="3320776" y="1130215"/>
            <a:chExt cx="455182" cy="475401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2A71DFDB-5857-717F-3FCD-3C084675F92C}"/>
                </a:ext>
              </a:extLst>
            </p:cNvPr>
            <p:cNvSpPr/>
            <p:nvPr/>
          </p:nvSpPr>
          <p:spPr>
            <a:xfrm rot="2694760">
              <a:off x="3320776" y="1130215"/>
              <a:ext cx="455182" cy="45518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417AD3BC-11BC-164E-2E79-8492D6F4ADCD}"/>
                </a:ext>
              </a:extLst>
            </p:cNvPr>
            <p:cNvSpPr txBox="1"/>
            <p:nvPr/>
          </p:nvSpPr>
          <p:spPr>
            <a:xfrm>
              <a:off x="3456372" y="1143951"/>
              <a:ext cx="2012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64CF1635-3F52-6883-BDBE-40F17234F04E}"/>
              </a:ext>
            </a:extLst>
          </p:cNvPr>
          <p:cNvGrpSpPr/>
          <p:nvPr/>
        </p:nvGrpSpPr>
        <p:grpSpPr>
          <a:xfrm>
            <a:off x="3838792" y="1248594"/>
            <a:ext cx="2834537" cy="2921731"/>
            <a:chOff x="2190308" y="949841"/>
            <a:chExt cx="3494568" cy="3602066"/>
          </a:xfrm>
        </p:grpSpPr>
        <p:sp>
          <p:nvSpPr>
            <p:cNvPr id="2" name="Triângulo Retângulo 1">
              <a:extLst>
                <a:ext uri="{FF2B5EF4-FFF2-40B4-BE49-F238E27FC236}">
                  <a16:creationId xmlns:a16="http://schemas.microsoft.com/office/drawing/2014/main" id="{71054A52-35E1-E02A-A925-122FC665D552}"/>
                </a:ext>
              </a:extLst>
            </p:cNvPr>
            <p:cNvSpPr/>
            <p:nvPr/>
          </p:nvSpPr>
          <p:spPr>
            <a:xfrm>
              <a:off x="2190308" y="949841"/>
              <a:ext cx="3494568" cy="3494568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6279B06-4201-B1FA-9321-30EA2C2A107C}"/>
                </a:ext>
              </a:extLst>
            </p:cNvPr>
            <p:cNvSpPr txBox="1"/>
            <p:nvPr/>
          </p:nvSpPr>
          <p:spPr>
            <a:xfrm>
              <a:off x="2889846" y="2784208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E62364C-924B-C218-4486-F6D47E94BDD2}"/>
                </a:ext>
              </a:extLst>
            </p:cNvPr>
            <p:cNvSpPr txBox="1"/>
            <p:nvPr/>
          </p:nvSpPr>
          <p:spPr>
            <a:xfrm>
              <a:off x="5204754" y="3982742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6C0AB8F-2622-5732-E1C3-226B5EDC313F}"/>
              </a:ext>
            </a:extLst>
          </p:cNvPr>
          <p:cNvCxnSpPr>
            <a:cxnSpLocks/>
          </p:cNvCxnSpPr>
          <p:nvPr/>
        </p:nvCxnSpPr>
        <p:spPr>
          <a:xfrm>
            <a:off x="2430147" y="4100379"/>
            <a:ext cx="54733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1A2E484D-B04B-2339-192E-497E16413183}"/>
              </a:ext>
            </a:extLst>
          </p:cNvPr>
          <p:cNvGrpSpPr/>
          <p:nvPr/>
        </p:nvGrpSpPr>
        <p:grpSpPr>
          <a:xfrm>
            <a:off x="519604" y="4147529"/>
            <a:ext cx="448949" cy="887807"/>
            <a:chOff x="589467" y="2350307"/>
            <a:chExt cx="504722" cy="998100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3D5A2CD5-429A-2AC3-3291-2F769BA75147}"/>
                </a:ext>
              </a:extLst>
            </p:cNvPr>
            <p:cNvSpPr/>
            <p:nvPr/>
          </p:nvSpPr>
          <p:spPr>
            <a:xfrm>
              <a:off x="689429" y="2350307"/>
              <a:ext cx="252361" cy="25236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9E4639BE-EF4C-7EA8-C13B-078731278805}"/>
                </a:ext>
              </a:extLst>
            </p:cNvPr>
            <p:cNvCxnSpPr>
              <a:cxnSpLocks/>
              <a:stCxn id="11" idx="4"/>
            </p:cNvCxnSpPr>
            <p:nvPr/>
          </p:nvCxnSpPr>
          <p:spPr>
            <a:xfrm>
              <a:off x="815610" y="2602668"/>
              <a:ext cx="0" cy="41979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0C59EDF0-11C0-191B-64AF-06681D8C6897}"/>
                </a:ext>
              </a:extLst>
            </p:cNvPr>
            <p:cNvCxnSpPr>
              <a:cxnSpLocks/>
            </p:cNvCxnSpPr>
            <p:nvPr/>
          </p:nvCxnSpPr>
          <p:spPr>
            <a:xfrm>
              <a:off x="815610" y="3022467"/>
              <a:ext cx="252361" cy="32594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79126243-80E8-C268-8047-C689EE2377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429" y="3022467"/>
              <a:ext cx="126181" cy="32594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7CC3B451-B531-599B-17DE-A2428CC88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467" y="2676247"/>
              <a:ext cx="226142" cy="22206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C992668B-E4FF-E192-75BC-857B31FC9E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070" y="2676247"/>
              <a:ext cx="271119" cy="22206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BE95758F-BD00-1750-E245-B741F4702D21}"/>
              </a:ext>
            </a:extLst>
          </p:cNvPr>
          <p:cNvCxnSpPr>
            <a:cxnSpLocks/>
          </p:cNvCxnSpPr>
          <p:nvPr/>
        </p:nvCxnSpPr>
        <p:spPr>
          <a:xfrm>
            <a:off x="390433" y="5035336"/>
            <a:ext cx="194107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FC2BED2-0C69-9164-AE8B-729A7FC5C6C1}"/>
                  </a:ext>
                </a:extLst>
              </p:cNvPr>
              <p:cNvSpPr txBox="1"/>
              <p:nvPr/>
            </p:nvSpPr>
            <p:spPr>
              <a:xfrm>
                <a:off x="1053436" y="4692253"/>
                <a:ext cx="3002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FC2BED2-0C69-9164-AE8B-729A7FC5C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436" y="4692253"/>
                <a:ext cx="300275" cy="276999"/>
              </a:xfrm>
              <a:prstGeom prst="rect">
                <a:avLst/>
              </a:prstGeom>
              <a:blipFill>
                <a:blip r:embed="rId3"/>
                <a:stretch>
                  <a:fillRect l="-18367" r="-8163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CaixaDeTexto 50">
            <a:extLst>
              <a:ext uri="{FF2B5EF4-FFF2-40B4-BE49-F238E27FC236}">
                <a16:creationId xmlns:a16="http://schemas.microsoft.com/office/drawing/2014/main" id="{BC59E61D-E9B7-4781-827B-C58951AFB070}"/>
              </a:ext>
            </a:extLst>
          </p:cNvPr>
          <p:cNvSpPr txBox="1"/>
          <p:nvPr/>
        </p:nvSpPr>
        <p:spPr>
          <a:xfrm>
            <a:off x="1277663" y="4675777"/>
            <a:ext cx="4518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: Observer in </a:t>
            </a:r>
            <a:r>
              <a:rPr lang="pt-BR" sz="1600" dirty="0" err="1">
                <a:solidFill>
                  <a:schemeClr val="bg1"/>
                </a:solidFill>
              </a:rPr>
              <a:t>inertial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  <a:r>
              <a:rPr lang="pt-BR" sz="1600" dirty="0" err="1">
                <a:solidFill>
                  <a:schemeClr val="bg1"/>
                </a:solidFill>
              </a:rPr>
              <a:t>reference</a:t>
            </a:r>
            <a:r>
              <a:rPr lang="pt-BR" sz="1600" dirty="0">
                <a:solidFill>
                  <a:schemeClr val="bg1"/>
                </a:solidFill>
              </a:rPr>
              <a:t> frame</a:t>
            </a:r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DA2D8ECF-6F58-1B07-1B10-41E442327BAB}"/>
              </a:ext>
            </a:extLst>
          </p:cNvPr>
          <p:cNvGrpSpPr/>
          <p:nvPr/>
        </p:nvGrpSpPr>
        <p:grpSpPr>
          <a:xfrm rot="2446514">
            <a:off x="3953266" y="771931"/>
            <a:ext cx="302340" cy="597884"/>
            <a:chOff x="589467" y="2350307"/>
            <a:chExt cx="504722" cy="998100"/>
          </a:xfrm>
        </p:grpSpPr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44C9D9A9-2F1C-AF18-1AFE-82510C3FAAB0}"/>
                </a:ext>
              </a:extLst>
            </p:cNvPr>
            <p:cNvSpPr/>
            <p:nvPr/>
          </p:nvSpPr>
          <p:spPr>
            <a:xfrm>
              <a:off x="689429" y="2350307"/>
              <a:ext cx="252361" cy="25236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>
              <a:extLst>
                <a:ext uri="{FF2B5EF4-FFF2-40B4-BE49-F238E27FC236}">
                  <a16:creationId xmlns:a16="http://schemas.microsoft.com/office/drawing/2014/main" id="{2AB1D4AC-97B5-37D8-3FDF-1927878B2E76}"/>
                </a:ext>
              </a:extLst>
            </p:cNvPr>
            <p:cNvCxnSpPr>
              <a:cxnSpLocks/>
              <a:stCxn id="39" idx="4"/>
            </p:cNvCxnSpPr>
            <p:nvPr/>
          </p:nvCxnSpPr>
          <p:spPr>
            <a:xfrm>
              <a:off x="815610" y="2602668"/>
              <a:ext cx="0" cy="41979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>
              <a:extLst>
                <a:ext uri="{FF2B5EF4-FFF2-40B4-BE49-F238E27FC236}">
                  <a16:creationId xmlns:a16="http://schemas.microsoft.com/office/drawing/2014/main" id="{113E8634-8EE4-D19F-4340-7B6FA2ECCB16}"/>
                </a:ext>
              </a:extLst>
            </p:cNvPr>
            <p:cNvCxnSpPr>
              <a:cxnSpLocks/>
            </p:cNvCxnSpPr>
            <p:nvPr/>
          </p:nvCxnSpPr>
          <p:spPr>
            <a:xfrm>
              <a:off x="815610" y="3022467"/>
              <a:ext cx="252361" cy="32594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>
              <a:extLst>
                <a:ext uri="{FF2B5EF4-FFF2-40B4-BE49-F238E27FC236}">
                  <a16:creationId xmlns:a16="http://schemas.microsoft.com/office/drawing/2014/main" id="{43231807-4EEB-39F6-533F-23A2E25AD8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429" y="3022467"/>
              <a:ext cx="126181" cy="32594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to 42">
              <a:extLst>
                <a:ext uri="{FF2B5EF4-FFF2-40B4-BE49-F238E27FC236}">
                  <a16:creationId xmlns:a16="http://schemas.microsoft.com/office/drawing/2014/main" id="{0248A745-4ADB-1223-6C9F-BB155E4334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467" y="2676247"/>
              <a:ext cx="226142" cy="22206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to 43">
              <a:extLst>
                <a:ext uri="{FF2B5EF4-FFF2-40B4-BE49-F238E27FC236}">
                  <a16:creationId xmlns:a16="http://schemas.microsoft.com/office/drawing/2014/main" id="{EE46171A-E687-C39D-ED88-0ABA9F2DC3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070" y="2676247"/>
              <a:ext cx="271119" cy="22206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5DBC24DB-5626-4EB0-4674-2EF0BA7F6F8D}"/>
                  </a:ext>
                </a:extLst>
              </p:cNvPr>
              <p:cNvSpPr txBox="1"/>
              <p:nvPr/>
            </p:nvSpPr>
            <p:spPr>
              <a:xfrm>
                <a:off x="4383082" y="750231"/>
                <a:ext cx="305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5DBC24DB-5626-4EB0-4674-2EF0BA7F6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082" y="750231"/>
                <a:ext cx="305596" cy="276999"/>
              </a:xfrm>
              <a:prstGeom prst="rect">
                <a:avLst/>
              </a:prstGeom>
              <a:blipFill>
                <a:blip r:embed="rId4"/>
                <a:stretch>
                  <a:fillRect l="-18000" r="-6000"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CaixaDeTexto 51">
            <a:extLst>
              <a:ext uri="{FF2B5EF4-FFF2-40B4-BE49-F238E27FC236}">
                <a16:creationId xmlns:a16="http://schemas.microsoft.com/office/drawing/2014/main" id="{CA73553F-B252-22C5-368C-78ACEE0AA2A4}"/>
              </a:ext>
            </a:extLst>
          </p:cNvPr>
          <p:cNvSpPr txBox="1"/>
          <p:nvPr/>
        </p:nvSpPr>
        <p:spPr>
          <a:xfrm>
            <a:off x="4632338" y="711137"/>
            <a:ext cx="4167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: Observer in non-</a:t>
            </a:r>
            <a:r>
              <a:rPr lang="pt-BR" sz="1600" dirty="0" err="1">
                <a:solidFill>
                  <a:schemeClr val="bg1"/>
                </a:solidFill>
              </a:rPr>
              <a:t>inertial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  <a:r>
              <a:rPr lang="pt-BR" sz="1600" dirty="0" err="1">
                <a:solidFill>
                  <a:schemeClr val="bg1"/>
                </a:solidFill>
              </a:rPr>
              <a:t>reference</a:t>
            </a:r>
            <a:r>
              <a:rPr lang="pt-BR" sz="1600" dirty="0">
                <a:solidFill>
                  <a:schemeClr val="bg1"/>
                </a:solidFill>
              </a:rPr>
              <a:t> frame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39E017D-88D1-5367-92EB-B01DC5401258}"/>
              </a:ext>
            </a:extLst>
          </p:cNvPr>
          <p:cNvGrpSpPr/>
          <p:nvPr/>
        </p:nvGrpSpPr>
        <p:grpSpPr>
          <a:xfrm rot="2742964">
            <a:off x="2701300" y="479330"/>
            <a:ext cx="1440724" cy="1011355"/>
            <a:chOff x="3739078" y="522432"/>
            <a:chExt cx="1440724" cy="1011355"/>
          </a:xfrm>
        </p:grpSpPr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7E9D0D3A-7621-0226-94DA-17EB5FD7A962}"/>
                </a:ext>
              </a:extLst>
            </p:cNvPr>
            <p:cNvCxnSpPr>
              <a:cxnSpLocks/>
            </p:cNvCxnSpPr>
            <p:nvPr/>
          </p:nvCxnSpPr>
          <p:spPr>
            <a:xfrm>
              <a:off x="4165200" y="1287850"/>
              <a:ext cx="62216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B7BC1D05-ECDC-5226-71ED-4157EA26F39C}"/>
                    </a:ext>
                  </a:extLst>
                </p:cNvPr>
                <p:cNvSpPr txBox="1"/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C07D57A2-0A04-17E9-53F4-97B26FE3C1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BE06D989-6E72-E74F-FF8F-CE8D25F861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7157" y="673395"/>
              <a:ext cx="0" cy="59977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CA589693-A661-712F-FC0E-F7EF7223C7D5}"/>
                    </a:ext>
                  </a:extLst>
                </p:cNvPr>
                <p:cNvSpPr txBox="1"/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7AF5C8A5-206D-ED0E-D3F0-D6618328B1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980" b="-198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819D9B1-D892-E633-0548-13D5D4055754}"/>
              </a:ext>
            </a:extLst>
          </p:cNvPr>
          <p:cNvGrpSpPr/>
          <p:nvPr/>
        </p:nvGrpSpPr>
        <p:grpSpPr>
          <a:xfrm>
            <a:off x="-64857" y="3173943"/>
            <a:ext cx="1440724" cy="1011355"/>
            <a:chOff x="3739078" y="522432"/>
            <a:chExt cx="1440724" cy="1011355"/>
          </a:xfrm>
        </p:grpSpPr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B4248D63-B3AA-CF45-2ADD-564DE636841A}"/>
                </a:ext>
              </a:extLst>
            </p:cNvPr>
            <p:cNvCxnSpPr>
              <a:cxnSpLocks/>
            </p:cNvCxnSpPr>
            <p:nvPr/>
          </p:nvCxnSpPr>
          <p:spPr>
            <a:xfrm>
              <a:off x="4165200" y="1287850"/>
              <a:ext cx="62216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1832AA26-35EB-E74D-3872-5E2D576B346A}"/>
                    </a:ext>
                  </a:extLst>
                </p:cNvPr>
                <p:cNvSpPr txBox="1"/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BA02CA25-7410-7F16-3258-5B801DEF1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8920" y="1164455"/>
                  <a:ext cx="49088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19925B26-5CAA-CEA0-EBF6-43536AD3E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7157" y="673395"/>
              <a:ext cx="0" cy="59977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8991D653-CCEA-7289-77C9-94208B40BFC3}"/>
                    </a:ext>
                  </a:extLst>
                </p:cNvPr>
                <p:cNvSpPr txBox="1"/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5D7F30A6-2FDE-D2E3-BD15-37929DCFF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078" y="522432"/>
                  <a:ext cx="490882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1602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7000"/>
    </mc:Choice>
    <mc:Fallback xmlns="">
      <p:transition spd="slow" advClick="0" advTm="57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0963C-7EAA-D14B-5412-18EC5C27C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28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F16C9-386F-C0F3-3AC2-5AF4EC6A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5DFE6E5-7E5A-01C1-EE01-C50AA1F569B4}"/>
              </a:ext>
            </a:extLst>
          </p:cNvPr>
          <p:cNvSpPr/>
          <p:nvPr/>
        </p:nvSpPr>
        <p:spPr>
          <a:xfrm rot="2694760">
            <a:off x="5256060" y="2329219"/>
            <a:ext cx="455182" cy="4551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A771877-ED9B-2CBF-ACF8-04FADCEB6CD1}"/>
              </a:ext>
            </a:extLst>
          </p:cNvPr>
          <p:cNvGrpSpPr/>
          <p:nvPr/>
        </p:nvGrpSpPr>
        <p:grpSpPr>
          <a:xfrm>
            <a:off x="3838792" y="1248594"/>
            <a:ext cx="2834537" cy="2921731"/>
            <a:chOff x="2190308" y="949841"/>
            <a:chExt cx="3494568" cy="3602066"/>
          </a:xfrm>
        </p:grpSpPr>
        <p:sp>
          <p:nvSpPr>
            <p:cNvPr id="7" name="Triângulo Retângulo 6">
              <a:extLst>
                <a:ext uri="{FF2B5EF4-FFF2-40B4-BE49-F238E27FC236}">
                  <a16:creationId xmlns:a16="http://schemas.microsoft.com/office/drawing/2014/main" id="{D91C37C8-E999-0CE2-2D4C-7ECAE96D516E}"/>
                </a:ext>
              </a:extLst>
            </p:cNvPr>
            <p:cNvSpPr/>
            <p:nvPr/>
          </p:nvSpPr>
          <p:spPr>
            <a:xfrm>
              <a:off x="2190308" y="949841"/>
              <a:ext cx="3494568" cy="3494568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AA84DDA-1777-BB5C-BF29-65BEAB7B3F29}"/>
                </a:ext>
              </a:extLst>
            </p:cNvPr>
            <p:cNvSpPr txBox="1"/>
            <p:nvPr/>
          </p:nvSpPr>
          <p:spPr>
            <a:xfrm>
              <a:off x="5204754" y="3982742"/>
              <a:ext cx="248093" cy="56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DF4196A-036D-376D-759D-020AC1B53AE9}"/>
              </a:ext>
            </a:extLst>
          </p:cNvPr>
          <p:cNvCxnSpPr>
            <a:cxnSpLocks/>
          </p:cNvCxnSpPr>
          <p:nvPr/>
        </p:nvCxnSpPr>
        <p:spPr>
          <a:xfrm>
            <a:off x="2430147" y="4100379"/>
            <a:ext cx="54733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38DEA34D-E4C0-48AF-6E08-9600F93A0F01}"/>
              </a:ext>
            </a:extLst>
          </p:cNvPr>
          <p:cNvCxnSpPr>
            <a:cxnSpLocks/>
          </p:cNvCxnSpPr>
          <p:nvPr/>
        </p:nvCxnSpPr>
        <p:spPr>
          <a:xfrm>
            <a:off x="717504" y="4100880"/>
            <a:ext cx="7937398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34F5CF1A-2AFC-FF0B-4443-D43220D3867A}"/>
              </a:ext>
            </a:extLst>
          </p:cNvPr>
          <p:cNvCxnSpPr>
            <a:cxnSpLocks/>
          </p:cNvCxnSpPr>
          <p:nvPr/>
        </p:nvCxnSpPr>
        <p:spPr>
          <a:xfrm flipV="1">
            <a:off x="729461" y="836428"/>
            <a:ext cx="0" cy="324977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1838B8BB-4856-BCB6-747D-8BFE549FBDD9}"/>
              </a:ext>
            </a:extLst>
          </p:cNvPr>
          <p:cNvGrpSpPr/>
          <p:nvPr/>
        </p:nvGrpSpPr>
        <p:grpSpPr>
          <a:xfrm>
            <a:off x="4017283" y="1087176"/>
            <a:ext cx="1305192" cy="1308948"/>
            <a:chOff x="4017283" y="1087176"/>
            <a:chExt cx="1305192" cy="1308948"/>
          </a:xfrm>
        </p:grpSpPr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C4F4D107-A90A-7D65-99F9-11B3D5F19E0D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4017283" y="1087176"/>
              <a:ext cx="1305192" cy="130894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0507DCF8-F662-287D-4113-CC76B5D4F49F}"/>
                    </a:ext>
                  </a:extLst>
                </p:cNvPr>
                <p:cNvSpPr txBox="1"/>
                <p:nvPr/>
              </p:nvSpPr>
              <p:spPr>
                <a:xfrm>
                  <a:off x="4686203" y="1466925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0507DCF8-F662-287D-4113-CC76B5D4F4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203" y="1466925"/>
                  <a:ext cx="372876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62295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CD5171F7-4C4B-1DEC-B797-F8200B067A08}"/>
              </a:ext>
            </a:extLst>
          </p:cNvPr>
          <p:cNvGrpSpPr/>
          <p:nvPr/>
        </p:nvGrpSpPr>
        <p:grpSpPr>
          <a:xfrm>
            <a:off x="729461" y="3038328"/>
            <a:ext cx="3109331" cy="438776"/>
            <a:chOff x="729461" y="3038328"/>
            <a:chExt cx="3109331" cy="438776"/>
          </a:xfrm>
        </p:grpSpPr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D856E1C9-9621-8DCA-9E40-611783E7A06B}"/>
                </a:ext>
              </a:extLst>
            </p:cNvPr>
            <p:cNvCxnSpPr>
              <a:cxnSpLocks/>
            </p:cNvCxnSpPr>
            <p:nvPr/>
          </p:nvCxnSpPr>
          <p:spPr>
            <a:xfrm>
              <a:off x="729461" y="3477104"/>
              <a:ext cx="3109331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033A63B7-339A-DAE2-923A-F3B5A4ED58EA}"/>
                    </a:ext>
                  </a:extLst>
                </p:cNvPr>
                <p:cNvSpPr txBox="1"/>
                <p:nvPr/>
              </p:nvSpPr>
              <p:spPr>
                <a:xfrm>
                  <a:off x="2000496" y="3038328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033A63B7-339A-DAE2-923A-F3B5A4ED58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496" y="3038328"/>
                  <a:ext cx="37287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73770"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6ABC697C-9FB5-8118-386B-4114146246FB}"/>
              </a:ext>
            </a:extLst>
          </p:cNvPr>
          <p:cNvGrpSpPr/>
          <p:nvPr/>
        </p:nvGrpSpPr>
        <p:grpSpPr>
          <a:xfrm>
            <a:off x="717504" y="2234948"/>
            <a:ext cx="4538557" cy="430915"/>
            <a:chOff x="717504" y="2234948"/>
            <a:chExt cx="4538557" cy="430915"/>
          </a:xfrm>
        </p:grpSpPr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id="{CE6AAE4A-B5CF-61FA-ECB1-24CF1C174639}"/>
                </a:ext>
              </a:extLst>
            </p:cNvPr>
            <p:cNvCxnSpPr>
              <a:cxnSpLocks/>
              <a:endCxn id="7" idx="5"/>
            </p:cNvCxnSpPr>
            <p:nvPr/>
          </p:nvCxnSpPr>
          <p:spPr>
            <a:xfrm>
              <a:off x="717504" y="2665863"/>
              <a:ext cx="4538557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9D042782-727C-4CCE-1C3D-8A97959A9A31}"/>
                    </a:ext>
                  </a:extLst>
                </p:cNvPr>
                <p:cNvSpPr txBox="1"/>
                <p:nvPr/>
              </p:nvSpPr>
              <p:spPr>
                <a:xfrm>
                  <a:off x="1724813" y="2234948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9D042782-727C-4CCE-1C3D-8A97959A9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4813" y="2234948"/>
                  <a:ext cx="37287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67213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BF76EB8C-0DD2-213A-BD4E-3A47751B8715}"/>
              </a:ext>
            </a:extLst>
          </p:cNvPr>
          <p:cNvGrpSpPr/>
          <p:nvPr/>
        </p:nvGrpSpPr>
        <p:grpSpPr>
          <a:xfrm>
            <a:off x="5483651" y="1180132"/>
            <a:ext cx="372876" cy="1312250"/>
            <a:chOff x="5483651" y="1180132"/>
            <a:chExt cx="372876" cy="1312250"/>
          </a:xfrm>
        </p:grpSpPr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C6EF2B75-5BB9-2319-1030-00916895D08A}"/>
                </a:ext>
              </a:extLst>
            </p:cNvPr>
            <p:cNvCxnSpPr>
              <a:cxnSpLocks/>
            </p:cNvCxnSpPr>
            <p:nvPr/>
          </p:nvCxnSpPr>
          <p:spPr>
            <a:xfrm>
              <a:off x="5483651" y="1180132"/>
              <a:ext cx="0" cy="131225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9EE748B1-44C6-A3BF-7B28-0280F2290B30}"/>
                    </a:ext>
                  </a:extLst>
                </p:cNvPr>
                <p:cNvSpPr txBox="1"/>
                <p:nvPr/>
              </p:nvSpPr>
              <p:spPr>
                <a:xfrm>
                  <a:off x="5483651" y="1573879"/>
                  <a:ext cx="3728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9EE748B1-44C6-A3BF-7B28-0280F2290B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3651" y="1573879"/>
                  <a:ext cx="37287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67213"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924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0"/>
    </mc:Choice>
    <mc:Fallback xmlns="">
      <p:transition spd="slow" advClick="0" advTm="8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D21D-9285-D995-D166-91F30124F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78D8-4681-0E20-CA6B-2436C729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350ECEC-01C4-185A-EE36-97721814F611}"/>
              </a:ext>
            </a:extLst>
          </p:cNvPr>
          <p:cNvSpPr/>
          <p:nvPr/>
        </p:nvSpPr>
        <p:spPr>
          <a:xfrm rot="2694760">
            <a:off x="3138377" y="1753685"/>
            <a:ext cx="279690" cy="2796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94EA3A21-0DF4-AB13-CFC3-8F7F64909A1B}"/>
              </a:ext>
            </a:extLst>
          </p:cNvPr>
          <p:cNvGrpSpPr/>
          <p:nvPr/>
        </p:nvGrpSpPr>
        <p:grpSpPr>
          <a:xfrm>
            <a:off x="2267526" y="1089687"/>
            <a:ext cx="1741703" cy="1830990"/>
            <a:chOff x="2190308" y="949841"/>
            <a:chExt cx="3494568" cy="3673715"/>
          </a:xfrm>
        </p:grpSpPr>
        <p:sp>
          <p:nvSpPr>
            <p:cNvPr id="7" name="Triângulo Retângulo 6">
              <a:extLst>
                <a:ext uri="{FF2B5EF4-FFF2-40B4-BE49-F238E27FC236}">
                  <a16:creationId xmlns:a16="http://schemas.microsoft.com/office/drawing/2014/main" id="{471C94C3-A606-0C62-F929-3FD27E69093A}"/>
                </a:ext>
              </a:extLst>
            </p:cNvPr>
            <p:cNvSpPr/>
            <p:nvPr/>
          </p:nvSpPr>
          <p:spPr>
            <a:xfrm>
              <a:off x="2190308" y="949841"/>
              <a:ext cx="3494568" cy="3494568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7098E863-56CB-BC7A-2198-1BC83AE5E1F0}"/>
                </a:ext>
              </a:extLst>
            </p:cNvPr>
            <p:cNvSpPr txBox="1"/>
            <p:nvPr/>
          </p:nvSpPr>
          <p:spPr>
            <a:xfrm>
              <a:off x="4755327" y="3697267"/>
              <a:ext cx="393082" cy="926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5B50DE9-4D08-B334-031F-9445CEF10ABC}"/>
              </a:ext>
            </a:extLst>
          </p:cNvPr>
          <p:cNvCxnSpPr>
            <a:cxnSpLocks/>
          </p:cNvCxnSpPr>
          <p:nvPr/>
        </p:nvCxnSpPr>
        <p:spPr>
          <a:xfrm>
            <a:off x="1401973" y="2841988"/>
            <a:ext cx="336316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2C640BE7-6463-AF92-A508-F9CA2BE3A08E}"/>
              </a:ext>
            </a:extLst>
          </p:cNvPr>
          <p:cNvCxnSpPr>
            <a:cxnSpLocks/>
          </p:cNvCxnSpPr>
          <p:nvPr/>
        </p:nvCxnSpPr>
        <p:spPr>
          <a:xfrm>
            <a:off x="349627" y="2842296"/>
            <a:ext cx="4877194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2A9DB713-1757-14BE-97BF-62A70435D9A6}"/>
              </a:ext>
            </a:extLst>
          </p:cNvPr>
          <p:cNvCxnSpPr>
            <a:cxnSpLocks/>
          </p:cNvCxnSpPr>
          <p:nvPr/>
        </p:nvCxnSpPr>
        <p:spPr>
          <a:xfrm flipV="1">
            <a:off x="356974" y="198474"/>
            <a:ext cx="0" cy="263480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AC6CD7A3-69B3-186F-033F-A0757F39AB0C}"/>
              </a:ext>
            </a:extLst>
          </p:cNvPr>
          <p:cNvGrpSpPr/>
          <p:nvPr/>
        </p:nvGrpSpPr>
        <p:grpSpPr>
          <a:xfrm>
            <a:off x="2377201" y="990503"/>
            <a:ext cx="801985" cy="804293"/>
            <a:chOff x="4017283" y="1087176"/>
            <a:chExt cx="1305192" cy="1308948"/>
          </a:xfrm>
        </p:grpSpPr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58DD8379-F36A-B088-DE87-AFC6B758C19E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4017283" y="1087176"/>
              <a:ext cx="1305192" cy="130894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58FEA731-3E75-0C0E-E0A9-120B90793EB1}"/>
                    </a:ext>
                  </a:extLst>
                </p:cNvPr>
                <p:cNvSpPr txBox="1"/>
                <p:nvPr/>
              </p:nvSpPr>
              <p:spPr>
                <a:xfrm>
                  <a:off x="4445873" y="1140701"/>
                  <a:ext cx="728267" cy="6010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58FEA731-3E75-0C0E-E0A9-120B90793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5873" y="1140701"/>
                  <a:ext cx="728267" cy="601070"/>
                </a:xfrm>
                <a:prstGeom prst="rect">
                  <a:avLst/>
                </a:prstGeom>
                <a:blipFill>
                  <a:blip r:embed="rId3"/>
                  <a:stretch>
                    <a:fillRect r="-33784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69539DF6-38FC-F4A6-C21A-BE93A20F5541}"/>
              </a:ext>
            </a:extLst>
          </p:cNvPr>
          <p:cNvGrpSpPr/>
          <p:nvPr/>
        </p:nvGrpSpPr>
        <p:grpSpPr>
          <a:xfrm>
            <a:off x="356974" y="2083310"/>
            <a:ext cx="1910552" cy="375702"/>
            <a:chOff x="729461" y="2865667"/>
            <a:chExt cx="3109331" cy="611437"/>
          </a:xfrm>
        </p:grpSpPr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AAADCD15-98C9-B136-D03E-FCA4CA96D6BE}"/>
                </a:ext>
              </a:extLst>
            </p:cNvPr>
            <p:cNvCxnSpPr>
              <a:cxnSpLocks/>
            </p:cNvCxnSpPr>
            <p:nvPr/>
          </p:nvCxnSpPr>
          <p:spPr>
            <a:xfrm>
              <a:off x="729461" y="3477104"/>
              <a:ext cx="3109331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1E7FC3EF-83FA-2E53-6265-60F337D8F94E}"/>
                    </a:ext>
                  </a:extLst>
                </p:cNvPr>
                <p:cNvSpPr txBox="1"/>
                <p:nvPr/>
              </p:nvSpPr>
              <p:spPr>
                <a:xfrm>
                  <a:off x="1732694" y="2865667"/>
                  <a:ext cx="697453" cy="6010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1E7FC3EF-83FA-2E53-6265-60F337D8F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2694" y="2865667"/>
                  <a:ext cx="697453" cy="601071"/>
                </a:xfrm>
                <a:prstGeom prst="rect">
                  <a:avLst/>
                </a:prstGeom>
                <a:blipFill>
                  <a:blip r:embed="rId4"/>
                  <a:stretch>
                    <a:fillRect r="-51429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1FDD0D44-491B-9FAF-386C-2CB5F6F299D6}"/>
              </a:ext>
            </a:extLst>
          </p:cNvPr>
          <p:cNvGrpSpPr/>
          <p:nvPr/>
        </p:nvGrpSpPr>
        <p:grpSpPr>
          <a:xfrm>
            <a:off x="349627" y="1577460"/>
            <a:ext cx="2788751" cy="383079"/>
            <a:chOff x="717504" y="2042420"/>
            <a:chExt cx="4538557" cy="623443"/>
          </a:xfrm>
        </p:grpSpPr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id="{86DCDA93-F849-1997-9E31-D65473447B41}"/>
                </a:ext>
              </a:extLst>
            </p:cNvPr>
            <p:cNvCxnSpPr>
              <a:cxnSpLocks/>
              <a:endCxn id="7" idx="5"/>
            </p:cNvCxnSpPr>
            <p:nvPr/>
          </p:nvCxnSpPr>
          <p:spPr>
            <a:xfrm>
              <a:off x="717504" y="2665863"/>
              <a:ext cx="4538557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BBA69F41-270B-CB0D-1D21-A3F5B53273D0}"/>
                    </a:ext>
                  </a:extLst>
                </p:cNvPr>
                <p:cNvSpPr txBox="1"/>
                <p:nvPr/>
              </p:nvSpPr>
              <p:spPr>
                <a:xfrm>
                  <a:off x="1724813" y="2042420"/>
                  <a:ext cx="705333" cy="6010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BBA69F41-270B-CB0D-1D21-A3F5B5327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4813" y="2042420"/>
                  <a:ext cx="705333" cy="601070"/>
                </a:xfrm>
                <a:prstGeom prst="rect">
                  <a:avLst/>
                </a:prstGeom>
                <a:blipFill>
                  <a:blip r:embed="rId5"/>
                  <a:stretch>
                    <a:fillRect r="-43662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DE8B8A8C-382C-CDF2-819B-4B66D76B1C01}"/>
              </a:ext>
            </a:extLst>
          </p:cNvPr>
          <p:cNvGrpSpPr/>
          <p:nvPr/>
        </p:nvGrpSpPr>
        <p:grpSpPr>
          <a:xfrm>
            <a:off x="3278222" y="198475"/>
            <a:ext cx="499532" cy="1655467"/>
            <a:chOff x="5483651" y="-201812"/>
            <a:chExt cx="812964" cy="2694194"/>
          </a:xfrm>
        </p:grpSpPr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A3CAAC1C-62F1-428E-49D1-B9F8AD0D93C4}"/>
                </a:ext>
              </a:extLst>
            </p:cNvPr>
            <p:cNvCxnSpPr>
              <a:cxnSpLocks/>
            </p:cNvCxnSpPr>
            <p:nvPr/>
          </p:nvCxnSpPr>
          <p:spPr>
            <a:xfrm>
              <a:off x="5483651" y="-201812"/>
              <a:ext cx="0" cy="2694194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0CC0E025-BC1A-3A51-2F67-11234257D254}"/>
                    </a:ext>
                  </a:extLst>
                </p:cNvPr>
                <p:cNvSpPr txBox="1"/>
                <p:nvPr/>
              </p:nvSpPr>
              <p:spPr>
                <a:xfrm>
                  <a:off x="5542078" y="678627"/>
                  <a:ext cx="754537" cy="6010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0CC0E025-BC1A-3A51-2F67-11234257D2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078" y="678627"/>
                  <a:ext cx="754537" cy="601070"/>
                </a:xfrm>
                <a:prstGeom prst="rect">
                  <a:avLst/>
                </a:prstGeom>
                <a:blipFill>
                  <a:blip r:embed="rId6"/>
                  <a:stretch>
                    <a:fillRect r="-34211"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2068E53-B366-18F5-CB20-B61D91E8AFEC}"/>
                  </a:ext>
                </a:extLst>
              </p:cNvPr>
              <p:cNvSpPr txBox="1"/>
              <p:nvPr/>
            </p:nvSpPr>
            <p:spPr>
              <a:xfrm>
                <a:off x="2640551" y="3812271"/>
                <a:ext cx="30078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2068E53-B366-18F5-CB20-B61D91E8A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551" y="3812271"/>
                <a:ext cx="300785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riângulo Retângulo 12">
            <a:extLst>
              <a:ext uri="{FF2B5EF4-FFF2-40B4-BE49-F238E27FC236}">
                <a16:creationId xmlns:a16="http://schemas.microsoft.com/office/drawing/2014/main" id="{EDF23C91-D572-F649-CF6B-40BC4116C6B4}"/>
              </a:ext>
            </a:extLst>
          </p:cNvPr>
          <p:cNvSpPr/>
          <p:nvPr/>
        </p:nvSpPr>
        <p:spPr>
          <a:xfrm>
            <a:off x="7161785" y="1137120"/>
            <a:ext cx="1741703" cy="1741703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F0B00DA-0FC4-C845-D93D-6273E834E874}"/>
                  </a:ext>
                </a:extLst>
              </p:cNvPr>
              <p:cNvSpPr txBox="1"/>
              <p:nvPr/>
            </p:nvSpPr>
            <p:spPr>
              <a:xfrm>
                <a:off x="7818212" y="1638639"/>
                <a:ext cx="7030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F0B00DA-0FC4-C845-D93D-6273E834E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212" y="1638639"/>
                <a:ext cx="7030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45C34C2-163E-CAC3-9DB4-414EEBC536D8}"/>
              </a:ext>
            </a:extLst>
          </p:cNvPr>
          <p:cNvCxnSpPr>
            <a:cxnSpLocks/>
          </p:cNvCxnSpPr>
          <p:nvPr/>
        </p:nvCxnSpPr>
        <p:spPr>
          <a:xfrm>
            <a:off x="8286623" y="1940325"/>
            <a:ext cx="801985" cy="80429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53960C6-6E02-2537-2B30-FDE0C9CA164A}"/>
              </a:ext>
            </a:extLst>
          </p:cNvPr>
          <p:cNvCxnSpPr>
            <a:cxnSpLocks/>
          </p:cNvCxnSpPr>
          <p:nvPr/>
        </p:nvCxnSpPr>
        <p:spPr>
          <a:xfrm flipH="1" flipV="1">
            <a:off x="7260822" y="952121"/>
            <a:ext cx="771814" cy="75412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7824A58-22E7-434C-A2BA-979DE30B9A85}"/>
              </a:ext>
            </a:extLst>
          </p:cNvPr>
          <p:cNvSpPr txBox="1"/>
          <p:nvPr/>
        </p:nvSpPr>
        <p:spPr>
          <a:xfrm>
            <a:off x="8399458" y="2509490"/>
            <a:ext cx="288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chemeClr val="bg1"/>
                </a:solidFill>
              </a:rPr>
              <a:t>α</a:t>
            </a:r>
            <a:endParaRPr lang="pt-BR" sz="2400" dirty="0">
              <a:solidFill>
                <a:schemeClr val="bg1"/>
              </a:solidFill>
            </a:endParaRPr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A2251F18-1EA3-F3F1-E8FE-C2CAAED212C3}"/>
              </a:ext>
            </a:extLst>
          </p:cNvPr>
          <p:cNvCxnSpPr>
            <a:cxnSpLocks/>
          </p:cNvCxnSpPr>
          <p:nvPr/>
        </p:nvCxnSpPr>
        <p:spPr>
          <a:xfrm>
            <a:off x="6956237" y="1137120"/>
            <a:ext cx="0" cy="174170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5F72D69D-1B63-8A2F-7349-4AD086A8D70B}"/>
                  </a:ext>
                </a:extLst>
              </p:cNvPr>
              <p:cNvSpPr txBox="1"/>
              <p:nvPr/>
            </p:nvSpPr>
            <p:spPr>
              <a:xfrm>
                <a:off x="6310262" y="1806649"/>
                <a:ext cx="57282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5F72D69D-1B63-8A2F-7349-4AD086A8D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262" y="1806649"/>
                <a:ext cx="572828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0C204303-A3FE-4F0D-952E-8F05048C8331}"/>
              </a:ext>
            </a:extLst>
          </p:cNvPr>
          <p:cNvCxnSpPr>
            <a:cxnSpLocks/>
          </p:cNvCxnSpPr>
          <p:nvPr/>
        </p:nvCxnSpPr>
        <p:spPr>
          <a:xfrm>
            <a:off x="7143827" y="3056215"/>
            <a:ext cx="1759661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9E004255-A8BD-1235-4BB6-3F97EAA0ECCC}"/>
                  </a:ext>
                </a:extLst>
              </p:cNvPr>
              <p:cNvSpPr txBox="1"/>
              <p:nvPr/>
            </p:nvSpPr>
            <p:spPr>
              <a:xfrm>
                <a:off x="7582906" y="3145882"/>
                <a:ext cx="88150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9E004255-A8BD-1235-4BB6-3F97EAA0E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906" y="3145882"/>
                <a:ext cx="88150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4DD4EC8C-24DB-146D-0311-DC6AD1773F0B}"/>
                  </a:ext>
                </a:extLst>
              </p:cNvPr>
              <p:cNvSpPr txBox="1"/>
              <p:nvPr/>
            </p:nvSpPr>
            <p:spPr>
              <a:xfrm>
                <a:off x="2640551" y="4321409"/>
                <a:ext cx="30078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4DD4EC8C-24DB-146D-0311-DC6AD1773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551" y="4321409"/>
                <a:ext cx="3007851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aixaDeTexto 19">
            <a:extLst>
              <a:ext uri="{FF2B5EF4-FFF2-40B4-BE49-F238E27FC236}">
                <a16:creationId xmlns:a16="http://schemas.microsoft.com/office/drawing/2014/main" id="{4283FFF4-ADED-A38E-F6E1-63C39281EAE2}"/>
              </a:ext>
            </a:extLst>
          </p:cNvPr>
          <p:cNvSpPr txBox="1"/>
          <p:nvPr/>
        </p:nvSpPr>
        <p:spPr>
          <a:xfrm>
            <a:off x="6296098" y="3812271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590F89E-1156-D72E-FC29-8DC5B64730FF}"/>
              </a:ext>
            </a:extLst>
          </p:cNvPr>
          <p:cNvSpPr txBox="1"/>
          <p:nvPr/>
        </p:nvSpPr>
        <p:spPr>
          <a:xfrm>
            <a:off x="6296098" y="4321409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(02)</a:t>
            </a:r>
          </a:p>
        </p:txBody>
      </p:sp>
    </p:spTree>
    <p:extLst>
      <p:ext uri="{BB962C8B-B14F-4D97-AF65-F5344CB8AC3E}">
        <p14:creationId xmlns:p14="http://schemas.microsoft.com/office/powerpoint/2010/main" val="8953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9000"/>
    </mc:Choice>
    <mc:Fallback xmlns="">
      <p:transition spd="slow" advClick="0" advTm="79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887AD-7FCD-1D15-6A3F-CD019026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39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70F6F-9610-EF77-2902-659656C24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ângulo Retângulo 1">
            <a:extLst>
              <a:ext uri="{FF2B5EF4-FFF2-40B4-BE49-F238E27FC236}">
                <a16:creationId xmlns:a16="http://schemas.microsoft.com/office/drawing/2014/main" id="{0E7128B7-064A-876D-7F0E-27B4D6013960}"/>
              </a:ext>
            </a:extLst>
          </p:cNvPr>
          <p:cNvSpPr/>
          <p:nvPr/>
        </p:nvSpPr>
        <p:spPr>
          <a:xfrm>
            <a:off x="1039230" y="1480191"/>
            <a:ext cx="2320252" cy="2320252"/>
          </a:xfrm>
          <a:prstGeom prst="rt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779482-3AF5-E502-1CBC-4B3ED2F305A2}"/>
              </a:ext>
            </a:extLst>
          </p:cNvPr>
          <p:cNvSpPr txBox="1"/>
          <p:nvPr/>
        </p:nvSpPr>
        <p:spPr>
          <a:xfrm>
            <a:off x="2868824" y="3406271"/>
            <a:ext cx="235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chemeClr val="bg1"/>
                </a:solidFill>
              </a:rPr>
              <a:t>α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FE85E96-7C3B-36B5-8ECE-F9B8E1116B71}"/>
              </a:ext>
            </a:extLst>
          </p:cNvPr>
          <p:cNvSpPr/>
          <p:nvPr/>
        </p:nvSpPr>
        <p:spPr>
          <a:xfrm rot="2694760">
            <a:off x="1789829" y="1961073"/>
            <a:ext cx="372596" cy="3725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9135D9C1-D61C-7CF8-CCF6-3E7EE5852416}"/>
                  </a:ext>
                </a:extLst>
              </p:cNvPr>
              <p:cNvSpPr txBox="1"/>
              <p:nvPr/>
            </p:nvSpPr>
            <p:spPr>
              <a:xfrm>
                <a:off x="2438700" y="1349324"/>
                <a:ext cx="368547" cy="414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9135D9C1-D61C-7CF8-CCF6-3E7EE5852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700" y="1349324"/>
                <a:ext cx="368547" cy="414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B933C60-B642-60A9-A3A2-C58AF617F4F9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107658" y="1679314"/>
            <a:ext cx="331041" cy="336124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9603564-8E17-5D20-60FF-B281F75FF51F}"/>
              </a:ext>
            </a:extLst>
          </p:cNvPr>
          <p:cNvCxnSpPr>
            <a:cxnSpLocks/>
          </p:cNvCxnSpPr>
          <p:nvPr/>
        </p:nvCxnSpPr>
        <p:spPr>
          <a:xfrm flipH="1">
            <a:off x="753888" y="2860747"/>
            <a:ext cx="366883" cy="32997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79758634-2466-FBDE-E097-87075B5728C3}"/>
                  </a:ext>
                </a:extLst>
              </p:cNvPr>
              <p:cNvSpPr txBox="1"/>
              <p:nvPr/>
            </p:nvSpPr>
            <p:spPr>
              <a:xfrm>
                <a:off x="304295" y="3067047"/>
                <a:ext cx="368547" cy="414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79758634-2466-FBDE-E097-87075B572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95" y="3067047"/>
                <a:ext cx="368547" cy="414538"/>
              </a:xfrm>
              <a:prstGeom prst="rect">
                <a:avLst/>
              </a:prstGeom>
              <a:blipFill>
                <a:blip r:embed="rId4"/>
                <a:stretch>
                  <a:fillRect l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B310765A-B683-63D3-2A30-783E295D6C1A}"/>
              </a:ext>
            </a:extLst>
          </p:cNvPr>
          <p:cNvCxnSpPr>
            <a:cxnSpLocks/>
          </p:cNvCxnSpPr>
          <p:nvPr/>
        </p:nvCxnSpPr>
        <p:spPr>
          <a:xfrm>
            <a:off x="1967265" y="2167061"/>
            <a:ext cx="0" cy="54650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EF605B34-65D9-F35C-74FF-24FAEC7FF0C8}"/>
                  </a:ext>
                </a:extLst>
              </p:cNvPr>
              <p:cNvSpPr txBox="1"/>
              <p:nvPr/>
            </p:nvSpPr>
            <p:spPr>
              <a:xfrm>
                <a:off x="1785883" y="2625600"/>
                <a:ext cx="453708" cy="377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EF605B34-65D9-F35C-74FF-24FAEC7FF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83" y="2625600"/>
                <a:ext cx="453708" cy="377903"/>
              </a:xfrm>
              <a:prstGeom prst="rect">
                <a:avLst/>
              </a:prstGeom>
              <a:blipFill>
                <a:blip r:embed="rId5"/>
                <a:stretch>
                  <a:fillRect l="-31081" r="-16216" b="-338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2B17357-C5E1-5BFD-E2B0-1AE956C4C184}"/>
              </a:ext>
            </a:extLst>
          </p:cNvPr>
          <p:cNvCxnSpPr/>
          <p:nvPr/>
        </p:nvCxnSpPr>
        <p:spPr>
          <a:xfrm>
            <a:off x="2060101" y="3448798"/>
            <a:ext cx="0" cy="103861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3F0165F-4E20-2304-763A-26ED8A76B256}"/>
                  </a:ext>
                </a:extLst>
              </p:cNvPr>
              <p:cNvSpPr txBox="1"/>
              <p:nvPr/>
            </p:nvSpPr>
            <p:spPr>
              <a:xfrm>
                <a:off x="2096692" y="4397095"/>
                <a:ext cx="453708" cy="377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3F0165F-4E20-2304-763A-26ED8A76B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692" y="4397095"/>
                <a:ext cx="453708" cy="377903"/>
              </a:xfrm>
              <a:prstGeom prst="rect">
                <a:avLst/>
              </a:prstGeom>
              <a:blipFill>
                <a:blip r:embed="rId6"/>
                <a:stretch>
                  <a:fillRect l="-37838" r="-24324" b="-435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EAC0048-7487-2491-3B44-67D3B910B3FF}"/>
                  </a:ext>
                </a:extLst>
              </p:cNvPr>
              <p:cNvSpPr txBox="1"/>
              <p:nvPr/>
            </p:nvSpPr>
            <p:spPr>
              <a:xfrm>
                <a:off x="3928925" y="1249358"/>
                <a:ext cx="2973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4AC4A6C-2CC1-5BCF-69AE-EA7ADC4C3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925" y="1249358"/>
                <a:ext cx="2973272" cy="461665"/>
              </a:xfrm>
              <a:prstGeom prst="rect">
                <a:avLst/>
              </a:prstGeom>
              <a:blipFill>
                <a:blip r:embed="rId7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9D0E1744-5AB0-6A9E-014E-BFEAA2120A62}"/>
                  </a:ext>
                </a:extLst>
              </p:cNvPr>
              <p:cNvSpPr txBox="1"/>
              <p:nvPr/>
            </p:nvSpPr>
            <p:spPr>
              <a:xfrm>
                <a:off x="3928925" y="2065187"/>
                <a:ext cx="2895300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ABF2D84-79D3-1A33-2D61-F7BAD5B2E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925" y="2065187"/>
                <a:ext cx="2895300" cy="490840"/>
              </a:xfrm>
              <a:prstGeom prst="rect">
                <a:avLst/>
              </a:prstGeom>
              <a:blipFill>
                <a:blip r:embed="rId8"/>
                <a:stretch>
                  <a:fillRect l="-633" b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BA0EC17-17CB-1286-5909-41DB87E6C4C8}"/>
                  </a:ext>
                </a:extLst>
              </p:cNvPr>
              <p:cNvSpPr txBox="1"/>
              <p:nvPr/>
            </p:nvSpPr>
            <p:spPr>
              <a:xfrm>
                <a:off x="3928925" y="2910191"/>
                <a:ext cx="2973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0AE15E9-D6CF-BFDC-5678-A372B4614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925" y="2910191"/>
                <a:ext cx="2973272" cy="461665"/>
              </a:xfrm>
              <a:prstGeom prst="rect">
                <a:avLst/>
              </a:prstGeom>
              <a:blipFill>
                <a:blip r:embed="rId9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12D509B1-64CB-2DCA-5DE7-E71939178551}"/>
              </a:ext>
            </a:extLst>
          </p:cNvPr>
          <p:cNvSpPr txBox="1"/>
          <p:nvPr/>
        </p:nvSpPr>
        <p:spPr>
          <a:xfrm>
            <a:off x="7775944" y="1269344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(03)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23DAC38-44B8-5B32-30C0-B7779F73BFD1}"/>
              </a:ext>
            </a:extLst>
          </p:cNvPr>
          <p:cNvSpPr txBox="1"/>
          <p:nvPr/>
        </p:nvSpPr>
        <p:spPr>
          <a:xfrm>
            <a:off x="7775944" y="216758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(04)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E38FE0-2B16-F376-DA88-8658BCA8B9B0}"/>
              </a:ext>
            </a:extLst>
          </p:cNvPr>
          <p:cNvSpPr txBox="1"/>
          <p:nvPr/>
        </p:nvSpPr>
        <p:spPr>
          <a:xfrm>
            <a:off x="7775944" y="300605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(05)</a:t>
            </a:r>
          </a:p>
        </p:txBody>
      </p:sp>
    </p:spTree>
    <p:extLst>
      <p:ext uri="{BB962C8B-B14F-4D97-AF65-F5344CB8AC3E}">
        <p14:creationId xmlns:p14="http://schemas.microsoft.com/office/powerpoint/2010/main" val="25174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2000"/>
    </mc:Choice>
    <mc:Fallback xmlns="">
      <p:transition spd="slow" advClick="0" advTm="9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DF8BE-0618-0599-BF2B-AF0CCE3BB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25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8E25-1B83-8319-4399-AE3E29DA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F03640F-61E9-6C26-DF4E-6358A9CF48A7}"/>
                  </a:ext>
                </a:extLst>
              </p:cNvPr>
              <p:cNvSpPr txBox="1"/>
              <p:nvPr/>
            </p:nvSpPr>
            <p:spPr>
              <a:xfrm>
                <a:off x="861538" y="3752353"/>
                <a:ext cx="285756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F03640F-61E9-6C26-DF4E-6358A9CF4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38" y="3752353"/>
                <a:ext cx="285756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964D572-3B22-C3E8-6893-32792E342726}"/>
                  </a:ext>
                </a:extLst>
              </p:cNvPr>
              <p:cNvSpPr txBox="1"/>
              <p:nvPr/>
            </p:nvSpPr>
            <p:spPr>
              <a:xfrm>
                <a:off x="861538" y="4490063"/>
                <a:ext cx="35782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964D572-3B22-C3E8-6893-32792E342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38" y="4490063"/>
                <a:ext cx="3578293" cy="400110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Agrupar 33">
            <a:extLst>
              <a:ext uri="{FF2B5EF4-FFF2-40B4-BE49-F238E27FC236}">
                <a16:creationId xmlns:a16="http://schemas.microsoft.com/office/drawing/2014/main" id="{9BF3F0CB-C378-86A2-DF8A-3ADE5362BC8A}"/>
              </a:ext>
            </a:extLst>
          </p:cNvPr>
          <p:cNvGrpSpPr/>
          <p:nvPr/>
        </p:nvGrpSpPr>
        <p:grpSpPr>
          <a:xfrm>
            <a:off x="3909750" y="3752353"/>
            <a:ext cx="4372712" cy="411747"/>
            <a:chOff x="3141918" y="1625836"/>
            <a:chExt cx="4372712" cy="4117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1B184668-37B5-0F59-485F-00667025D930}"/>
                    </a:ext>
                  </a:extLst>
                </p:cNvPr>
                <p:cNvSpPr txBox="1"/>
                <p:nvPr/>
              </p:nvSpPr>
              <p:spPr>
                <a:xfrm>
                  <a:off x="3794570" y="1625836"/>
                  <a:ext cx="372006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38321173-525E-8F4E-1FFD-5A40A41ED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4570" y="1625836"/>
                  <a:ext cx="372006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B15E9947-1765-50B2-CD8F-736C727A924D}"/>
                    </a:ext>
                  </a:extLst>
                </p:cNvPr>
                <p:cNvSpPr txBox="1"/>
                <p:nvPr/>
              </p:nvSpPr>
              <p:spPr>
                <a:xfrm>
                  <a:off x="3141918" y="1668251"/>
                  <a:ext cx="6025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39FC210B-4D24-367F-D335-062677F8D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918" y="1668251"/>
                  <a:ext cx="60251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66B5D3D-4A57-F10D-E913-1DEEBA94A0CB}"/>
              </a:ext>
            </a:extLst>
          </p:cNvPr>
          <p:cNvGrpSpPr/>
          <p:nvPr/>
        </p:nvGrpSpPr>
        <p:grpSpPr>
          <a:xfrm>
            <a:off x="3909750" y="4453803"/>
            <a:ext cx="4230945" cy="436370"/>
            <a:chOff x="3141918" y="2263076"/>
            <a:chExt cx="4230945" cy="4363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F344976A-33AC-FD81-FB56-9C558F78AB19}"/>
                    </a:ext>
                  </a:extLst>
                </p:cNvPr>
                <p:cNvSpPr txBox="1"/>
                <p:nvPr/>
              </p:nvSpPr>
              <p:spPr>
                <a:xfrm>
                  <a:off x="3794570" y="2263076"/>
                  <a:ext cx="3578293" cy="4242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pt-B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8A84B9F3-8EE0-0BF1-D852-A21819EAA1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4570" y="2263076"/>
                  <a:ext cx="3578293" cy="424283"/>
                </a:xfrm>
                <a:prstGeom prst="rect">
                  <a:avLst/>
                </a:prstGeom>
                <a:blipFill>
                  <a:blip r:embed="rId8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aixaDeTexto 32">
                  <a:extLst>
                    <a:ext uri="{FF2B5EF4-FFF2-40B4-BE49-F238E27FC236}">
                      <a16:creationId xmlns:a16="http://schemas.microsoft.com/office/drawing/2014/main" id="{2E67FA7F-BFB7-4C3A-9153-6FA0ADDEEC06}"/>
                    </a:ext>
                  </a:extLst>
                </p:cNvPr>
                <p:cNvSpPr txBox="1"/>
                <p:nvPr/>
              </p:nvSpPr>
              <p:spPr>
                <a:xfrm>
                  <a:off x="3141918" y="2330114"/>
                  <a:ext cx="6025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3" name="CaixaDeTexto 32">
                  <a:extLst>
                    <a:ext uri="{FF2B5EF4-FFF2-40B4-BE49-F238E27FC236}">
                      <a16:creationId xmlns:a16="http://schemas.microsoft.com/office/drawing/2014/main" id="{D483EA88-B270-8D95-7EFA-B6BDF9980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918" y="2330114"/>
                  <a:ext cx="60251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7D4E417-C97C-4AC4-9138-854CE635EDDE}"/>
                  </a:ext>
                </a:extLst>
              </p:cNvPr>
              <p:cNvSpPr txBox="1"/>
              <p:nvPr/>
            </p:nvSpPr>
            <p:spPr>
              <a:xfrm>
                <a:off x="2175545" y="3038922"/>
                <a:ext cx="8918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pt-BR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1800" dirty="0">
                    <a:solidFill>
                      <a:schemeClr val="bg1"/>
                    </a:solidFill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7D4E417-C97C-4AC4-9138-854CE635E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545" y="3038922"/>
                <a:ext cx="89180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91EE45A-6E7D-08DB-92AC-65EA5D8F4B07}"/>
                  </a:ext>
                </a:extLst>
              </p:cNvPr>
              <p:cNvSpPr txBox="1"/>
              <p:nvPr/>
            </p:nvSpPr>
            <p:spPr>
              <a:xfrm>
                <a:off x="6549361" y="3059818"/>
                <a:ext cx="9179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1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pt-BR" sz="1800" dirty="0">
                    <a:solidFill>
                      <a:schemeClr val="bg1"/>
                    </a:solidFill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91EE45A-6E7D-08DB-92AC-65EA5D8F4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361" y="3059818"/>
                <a:ext cx="91794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8CE50A4-6937-F53D-C0E7-3FECF37221AE}"/>
                  </a:ext>
                </a:extLst>
              </p:cNvPr>
              <p:cNvSpPr txBox="1"/>
              <p:nvPr/>
            </p:nvSpPr>
            <p:spPr>
              <a:xfrm>
                <a:off x="4217432" y="3048854"/>
                <a:ext cx="1038447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pt-BR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8CE50A4-6937-F53D-C0E7-3FECF3722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432" y="3048854"/>
                <a:ext cx="1038447" cy="391261"/>
              </a:xfrm>
              <a:prstGeom prst="rect">
                <a:avLst/>
              </a:prstGeom>
              <a:blipFill>
                <a:blip r:embed="rId12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tângulo 50">
            <a:extLst>
              <a:ext uri="{FF2B5EF4-FFF2-40B4-BE49-F238E27FC236}">
                <a16:creationId xmlns:a16="http://schemas.microsoft.com/office/drawing/2014/main" id="{AC0EFFCC-BC3B-FB16-AFD2-EE35054F9110}"/>
              </a:ext>
            </a:extLst>
          </p:cNvPr>
          <p:cNvSpPr/>
          <p:nvPr/>
        </p:nvSpPr>
        <p:spPr>
          <a:xfrm rot="2694760">
            <a:off x="3138377" y="1602445"/>
            <a:ext cx="279690" cy="2796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E5186075-DFCE-C162-D8B4-7D00D20D3603}"/>
              </a:ext>
            </a:extLst>
          </p:cNvPr>
          <p:cNvGrpSpPr/>
          <p:nvPr/>
        </p:nvGrpSpPr>
        <p:grpSpPr>
          <a:xfrm>
            <a:off x="2267526" y="938447"/>
            <a:ext cx="1741703" cy="1830990"/>
            <a:chOff x="2190308" y="949841"/>
            <a:chExt cx="3494568" cy="3673715"/>
          </a:xfrm>
        </p:grpSpPr>
        <p:sp>
          <p:nvSpPr>
            <p:cNvPr id="53" name="Triângulo Retângulo 52">
              <a:extLst>
                <a:ext uri="{FF2B5EF4-FFF2-40B4-BE49-F238E27FC236}">
                  <a16:creationId xmlns:a16="http://schemas.microsoft.com/office/drawing/2014/main" id="{0AAA6A2D-DADC-5481-C31D-99D3F04F701A}"/>
                </a:ext>
              </a:extLst>
            </p:cNvPr>
            <p:cNvSpPr/>
            <p:nvPr/>
          </p:nvSpPr>
          <p:spPr>
            <a:xfrm>
              <a:off x="2190308" y="949841"/>
              <a:ext cx="3494568" cy="3494568"/>
            </a:xfrm>
            <a:prstGeom prst="rtTriangl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A1543C26-3EE8-D86B-FAF4-5DC2F70ED808}"/>
                </a:ext>
              </a:extLst>
            </p:cNvPr>
            <p:cNvSpPr txBox="1"/>
            <p:nvPr/>
          </p:nvSpPr>
          <p:spPr>
            <a:xfrm>
              <a:off x="4755327" y="3697267"/>
              <a:ext cx="393082" cy="926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bg1"/>
                  </a:solidFill>
                </a:rPr>
                <a:t>α</a:t>
              </a:r>
              <a:endParaRPr lang="pt-BR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3541CAC6-619E-D9EF-014B-DAB62411F9D4}"/>
              </a:ext>
            </a:extLst>
          </p:cNvPr>
          <p:cNvCxnSpPr>
            <a:cxnSpLocks/>
          </p:cNvCxnSpPr>
          <p:nvPr/>
        </p:nvCxnSpPr>
        <p:spPr>
          <a:xfrm>
            <a:off x="1401973" y="2690748"/>
            <a:ext cx="336316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79368411-23AC-9D30-033D-E0207060F601}"/>
              </a:ext>
            </a:extLst>
          </p:cNvPr>
          <p:cNvCxnSpPr>
            <a:cxnSpLocks/>
          </p:cNvCxnSpPr>
          <p:nvPr/>
        </p:nvCxnSpPr>
        <p:spPr>
          <a:xfrm>
            <a:off x="349627" y="2691056"/>
            <a:ext cx="4877194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46A01700-EC9A-C005-633A-E45A16DE2ADA}"/>
              </a:ext>
            </a:extLst>
          </p:cNvPr>
          <p:cNvCxnSpPr>
            <a:cxnSpLocks/>
          </p:cNvCxnSpPr>
          <p:nvPr/>
        </p:nvCxnSpPr>
        <p:spPr>
          <a:xfrm flipV="1">
            <a:off x="356974" y="47234"/>
            <a:ext cx="0" cy="263480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56B64F1-353E-1F33-F9FC-A8B54BBF62B4}"/>
              </a:ext>
            </a:extLst>
          </p:cNvPr>
          <p:cNvGrpSpPr/>
          <p:nvPr/>
        </p:nvGrpSpPr>
        <p:grpSpPr>
          <a:xfrm>
            <a:off x="2377201" y="839263"/>
            <a:ext cx="801985" cy="804293"/>
            <a:chOff x="4017283" y="841040"/>
            <a:chExt cx="1305192" cy="1308948"/>
          </a:xfrm>
        </p:grpSpPr>
        <p:cxnSp>
          <p:nvCxnSpPr>
            <p:cNvPr id="59" name="Conector de Seta Reta 58">
              <a:extLst>
                <a:ext uri="{FF2B5EF4-FFF2-40B4-BE49-F238E27FC236}">
                  <a16:creationId xmlns:a16="http://schemas.microsoft.com/office/drawing/2014/main" id="{7005E9A9-78C6-D2BE-6A34-3D065699481C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>
              <a:off x="4017283" y="841040"/>
              <a:ext cx="1305192" cy="130894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CaixaDeTexto 59">
                  <a:extLst>
                    <a:ext uri="{FF2B5EF4-FFF2-40B4-BE49-F238E27FC236}">
                      <a16:creationId xmlns:a16="http://schemas.microsoft.com/office/drawing/2014/main" id="{CDD47ADA-5970-D023-5E71-4091E033BB0A}"/>
                    </a:ext>
                  </a:extLst>
                </p:cNvPr>
                <p:cNvSpPr txBox="1"/>
                <p:nvPr/>
              </p:nvSpPr>
              <p:spPr>
                <a:xfrm>
                  <a:off x="4445872" y="897792"/>
                  <a:ext cx="728267" cy="6010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0" name="CaixaDeTexto 59">
                  <a:extLst>
                    <a:ext uri="{FF2B5EF4-FFF2-40B4-BE49-F238E27FC236}">
                      <a16:creationId xmlns:a16="http://schemas.microsoft.com/office/drawing/2014/main" id="{CDD47ADA-5970-D023-5E71-4091E033B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5872" y="897792"/>
                  <a:ext cx="728267" cy="601070"/>
                </a:xfrm>
                <a:prstGeom prst="rect">
                  <a:avLst/>
                </a:prstGeom>
                <a:blipFill>
                  <a:blip r:embed="rId13"/>
                  <a:stretch>
                    <a:fillRect r="-33784"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D24673C1-6149-AB28-F428-5FF095648A91}"/>
              </a:ext>
            </a:extLst>
          </p:cNvPr>
          <p:cNvGrpSpPr/>
          <p:nvPr/>
        </p:nvGrpSpPr>
        <p:grpSpPr>
          <a:xfrm>
            <a:off x="356974" y="1932070"/>
            <a:ext cx="1910552" cy="375702"/>
            <a:chOff x="729461" y="2865667"/>
            <a:chExt cx="3109331" cy="611437"/>
          </a:xfrm>
        </p:grpSpPr>
        <p:cxnSp>
          <p:nvCxnSpPr>
            <p:cNvPr id="62" name="Conector de Seta Reta 61">
              <a:extLst>
                <a:ext uri="{FF2B5EF4-FFF2-40B4-BE49-F238E27FC236}">
                  <a16:creationId xmlns:a16="http://schemas.microsoft.com/office/drawing/2014/main" id="{F7F2BF48-4F37-7D11-FAEB-80B311C972EA}"/>
                </a:ext>
              </a:extLst>
            </p:cNvPr>
            <p:cNvCxnSpPr>
              <a:cxnSpLocks/>
            </p:cNvCxnSpPr>
            <p:nvPr/>
          </p:nvCxnSpPr>
          <p:spPr>
            <a:xfrm>
              <a:off x="729461" y="3477104"/>
              <a:ext cx="3109331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aixaDeTexto 62">
                  <a:extLst>
                    <a:ext uri="{FF2B5EF4-FFF2-40B4-BE49-F238E27FC236}">
                      <a16:creationId xmlns:a16="http://schemas.microsoft.com/office/drawing/2014/main" id="{B3446E7C-8F5F-A636-336F-6880589441E0}"/>
                    </a:ext>
                  </a:extLst>
                </p:cNvPr>
                <p:cNvSpPr txBox="1"/>
                <p:nvPr/>
              </p:nvSpPr>
              <p:spPr>
                <a:xfrm>
                  <a:off x="1732694" y="2865667"/>
                  <a:ext cx="697453" cy="6010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1E7FC3EF-83FA-2E53-6265-60F337D8F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2694" y="2865667"/>
                  <a:ext cx="697453" cy="601071"/>
                </a:xfrm>
                <a:prstGeom prst="rect">
                  <a:avLst/>
                </a:prstGeom>
                <a:blipFill>
                  <a:blip r:embed="rId14"/>
                  <a:stretch>
                    <a:fillRect r="-51429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EBB0DEC3-5FB3-1EB9-CB57-F39F0361F652}"/>
              </a:ext>
            </a:extLst>
          </p:cNvPr>
          <p:cNvGrpSpPr/>
          <p:nvPr/>
        </p:nvGrpSpPr>
        <p:grpSpPr>
          <a:xfrm>
            <a:off x="349627" y="1289858"/>
            <a:ext cx="2788751" cy="369332"/>
            <a:chOff x="717504" y="1820497"/>
            <a:chExt cx="4538557" cy="601070"/>
          </a:xfrm>
        </p:grpSpPr>
        <p:cxnSp>
          <p:nvCxnSpPr>
            <p:cNvPr id="65" name="Conector de Seta Reta 64">
              <a:extLst>
                <a:ext uri="{FF2B5EF4-FFF2-40B4-BE49-F238E27FC236}">
                  <a16:creationId xmlns:a16="http://schemas.microsoft.com/office/drawing/2014/main" id="{60598C54-9219-A42B-060D-FAE79083959A}"/>
                </a:ext>
              </a:extLst>
            </p:cNvPr>
            <p:cNvCxnSpPr>
              <a:cxnSpLocks/>
              <a:endCxn id="53" idx="5"/>
            </p:cNvCxnSpPr>
            <p:nvPr/>
          </p:nvCxnSpPr>
          <p:spPr>
            <a:xfrm>
              <a:off x="717504" y="2419727"/>
              <a:ext cx="4538557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aixaDeTexto 65">
                  <a:extLst>
                    <a:ext uri="{FF2B5EF4-FFF2-40B4-BE49-F238E27FC236}">
                      <a16:creationId xmlns:a16="http://schemas.microsoft.com/office/drawing/2014/main" id="{44FE7D59-7FAC-3472-0496-B3344C4EF00B}"/>
                    </a:ext>
                  </a:extLst>
                </p:cNvPr>
                <p:cNvSpPr txBox="1"/>
                <p:nvPr/>
              </p:nvSpPr>
              <p:spPr>
                <a:xfrm>
                  <a:off x="1732694" y="1820497"/>
                  <a:ext cx="705333" cy="6010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6" name="CaixaDeTexto 65">
                  <a:extLst>
                    <a:ext uri="{FF2B5EF4-FFF2-40B4-BE49-F238E27FC236}">
                      <a16:creationId xmlns:a16="http://schemas.microsoft.com/office/drawing/2014/main" id="{44FE7D59-7FAC-3472-0496-B3344C4EF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2694" y="1820497"/>
                  <a:ext cx="705333" cy="601070"/>
                </a:xfrm>
                <a:prstGeom prst="rect">
                  <a:avLst/>
                </a:prstGeom>
                <a:blipFill>
                  <a:blip r:embed="rId15"/>
                  <a:stretch>
                    <a:fillRect r="-43662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97463EB9-A4F4-0F5B-134E-1E715525FA23}"/>
              </a:ext>
            </a:extLst>
          </p:cNvPr>
          <p:cNvGrpSpPr/>
          <p:nvPr/>
        </p:nvGrpSpPr>
        <p:grpSpPr>
          <a:xfrm>
            <a:off x="3278222" y="47235"/>
            <a:ext cx="499532" cy="1655467"/>
            <a:chOff x="5483651" y="-201812"/>
            <a:chExt cx="812964" cy="2694194"/>
          </a:xfrm>
        </p:grpSpPr>
        <p:cxnSp>
          <p:nvCxnSpPr>
            <p:cNvPr id="68" name="Conector de Seta Reta 67">
              <a:extLst>
                <a:ext uri="{FF2B5EF4-FFF2-40B4-BE49-F238E27FC236}">
                  <a16:creationId xmlns:a16="http://schemas.microsoft.com/office/drawing/2014/main" id="{AFC3DB3C-9BC7-5537-C994-39478FBFDA19}"/>
                </a:ext>
              </a:extLst>
            </p:cNvPr>
            <p:cNvCxnSpPr>
              <a:cxnSpLocks/>
            </p:cNvCxnSpPr>
            <p:nvPr/>
          </p:nvCxnSpPr>
          <p:spPr>
            <a:xfrm>
              <a:off x="5483651" y="-201812"/>
              <a:ext cx="0" cy="2694194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aixaDeTexto 68">
                  <a:extLst>
                    <a:ext uri="{FF2B5EF4-FFF2-40B4-BE49-F238E27FC236}">
                      <a16:creationId xmlns:a16="http://schemas.microsoft.com/office/drawing/2014/main" id="{2B8F7702-CE4C-22E1-133C-B910C933BC5D}"/>
                    </a:ext>
                  </a:extLst>
                </p:cNvPr>
                <p:cNvSpPr txBox="1"/>
                <p:nvPr/>
              </p:nvSpPr>
              <p:spPr>
                <a:xfrm>
                  <a:off x="5542078" y="678627"/>
                  <a:ext cx="754537" cy="6010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8" name="CaixaDeTexto 37">
                  <a:extLst>
                    <a:ext uri="{FF2B5EF4-FFF2-40B4-BE49-F238E27FC236}">
                      <a16:creationId xmlns:a16="http://schemas.microsoft.com/office/drawing/2014/main" id="{0CC0E025-BC1A-3A51-2F67-11234257D2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078" y="678627"/>
                  <a:ext cx="754537" cy="601070"/>
                </a:xfrm>
                <a:prstGeom prst="rect">
                  <a:avLst/>
                </a:prstGeom>
                <a:blipFill>
                  <a:blip r:embed="rId16"/>
                  <a:stretch>
                    <a:fillRect r="-34211"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FCA1B1BC-31BF-23F8-EB5A-CC5352DEA134}"/>
              </a:ext>
            </a:extLst>
          </p:cNvPr>
          <p:cNvSpPr txBox="1"/>
          <p:nvPr/>
        </p:nvSpPr>
        <p:spPr>
          <a:xfrm>
            <a:off x="8140695" y="3055674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(06)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53075F02-97CF-8C19-5BDC-C245E774931C}"/>
              </a:ext>
            </a:extLst>
          </p:cNvPr>
          <p:cNvSpPr txBox="1"/>
          <p:nvPr/>
        </p:nvSpPr>
        <p:spPr>
          <a:xfrm>
            <a:off x="8140695" y="3781447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(07)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B2BA2BFC-EDDE-DDDA-BF8E-24F5603B4709}"/>
              </a:ext>
            </a:extLst>
          </p:cNvPr>
          <p:cNvSpPr txBox="1"/>
          <p:nvPr/>
        </p:nvSpPr>
        <p:spPr>
          <a:xfrm>
            <a:off x="8140695" y="4457982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(08)</a:t>
            </a:r>
          </a:p>
        </p:txBody>
      </p:sp>
    </p:spTree>
    <p:extLst>
      <p:ext uri="{BB962C8B-B14F-4D97-AF65-F5344CB8AC3E}">
        <p14:creationId xmlns:p14="http://schemas.microsoft.com/office/powerpoint/2010/main" val="3093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2000"/>
    </mc:Choice>
    <mc:Fallback xmlns="">
      <p:transition spd="slow" advClick="0" advTm="5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26FA6-F9C3-8E43-DF57-7EF6ECF0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93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A7CDD-BC95-33E1-DD86-E6C1AC36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9F7FFBA-CF02-F9A3-66AA-D03CC9427E37}"/>
                  </a:ext>
                </a:extLst>
              </p:cNvPr>
              <p:cNvSpPr txBox="1"/>
              <p:nvPr/>
            </p:nvSpPr>
            <p:spPr>
              <a:xfrm>
                <a:off x="131268" y="84912"/>
                <a:ext cx="34270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9F7FFBA-CF02-F9A3-66AA-D03CC9427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68" y="84912"/>
                <a:ext cx="342709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A50C147-778B-86EF-DC6A-41C406B6F49A}"/>
                  </a:ext>
                </a:extLst>
              </p:cNvPr>
              <p:cNvSpPr txBox="1"/>
              <p:nvPr/>
            </p:nvSpPr>
            <p:spPr>
              <a:xfrm>
                <a:off x="131268" y="649774"/>
                <a:ext cx="34270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A50C147-778B-86EF-DC6A-41C406B6F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68" y="649774"/>
                <a:ext cx="3427095" cy="461665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22F5213E-2EB9-8A70-7866-ACC4E8C5F177}"/>
              </a:ext>
            </a:extLst>
          </p:cNvPr>
          <p:cNvSpPr txBox="1"/>
          <p:nvPr/>
        </p:nvSpPr>
        <p:spPr>
          <a:xfrm>
            <a:off x="8242022" y="13107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1AC565-E249-6A3A-1087-21E0B3558297}"/>
              </a:ext>
            </a:extLst>
          </p:cNvPr>
          <p:cNvSpPr txBox="1"/>
          <p:nvPr/>
        </p:nvSpPr>
        <p:spPr>
          <a:xfrm>
            <a:off x="8242022" y="69594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FFF4A744-B3FA-E51F-1DCB-5C15202ED39D}"/>
                  </a:ext>
                </a:extLst>
              </p:cNvPr>
              <p:cNvSpPr txBox="1"/>
              <p:nvPr/>
            </p:nvSpPr>
            <p:spPr>
              <a:xfrm>
                <a:off x="131268" y="1249506"/>
                <a:ext cx="2973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FFF4A744-B3FA-E51F-1DCB-5C15202ED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68" y="1249506"/>
                <a:ext cx="2973272" cy="461665"/>
              </a:xfrm>
              <a:prstGeom prst="rect">
                <a:avLst/>
              </a:prstGeom>
              <a:blipFill>
                <a:blip r:embed="rId4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15C7FC5-0E7C-9C46-EAEE-C62EDB531E8F}"/>
                  </a:ext>
                </a:extLst>
              </p:cNvPr>
              <p:cNvSpPr txBox="1"/>
              <p:nvPr/>
            </p:nvSpPr>
            <p:spPr>
              <a:xfrm>
                <a:off x="131268" y="1947166"/>
                <a:ext cx="2895300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15C7FC5-0E7C-9C46-EAEE-C62EDB531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68" y="1947166"/>
                <a:ext cx="2895300" cy="490840"/>
              </a:xfrm>
              <a:prstGeom prst="rect">
                <a:avLst/>
              </a:prstGeom>
              <a:blipFill>
                <a:blip r:embed="rId5"/>
                <a:stretch>
                  <a:fillRect l="-633" b="-61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B0311DF-C965-8D97-43DA-B66AAB2061B2}"/>
                  </a:ext>
                </a:extLst>
              </p:cNvPr>
              <p:cNvSpPr txBox="1"/>
              <p:nvPr/>
            </p:nvSpPr>
            <p:spPr>
              <a:xfrm>
                <a:off x="131268" y="2656102"/>
                <a:ext cx="2973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B0311DF-C965-8D97-43DA-B66AAB206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68" y="2656102"/>
                <a:ext cx="2973272" cy="461665"/>
              </a:xfrm>
              <a:prstGeom prst="rect">
                <a:avLst/>
              </a:prstGeom>
              <a:blipFill>
                <a:blip r:embed="rId6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0DD5B877-13B0-0D01-2483-74081DEFADE8}"/>
              </a:ext>
            </a:extLst>
          </p:cNvPr>
          <p:cNvSpPr txBox="1"/>
          <p:nvPr/>
        </p:nvSpPr>
        <p:spPr>
          <a:xfrm>
            <a:off x="8242022" y="1295672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(03)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80CA7EB-DBCF-1A4A-46CF-0D1BB66539F5}"/>
              </a:ext>
            </a:extLst>
          </p:cNvPr>
          <p:cNvSpPr txBox="1"/>
          <p:nvPr/>
        </p:nvSpPr>
        <p:spPr>
          <a:xfrm>
            <a:off x="8242022" y="200792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(04)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8DABEA0-125A-FE91-D1AE-4A3F9A1469A6}"/>
              </a:ext>
            </a:extLst>
          </p:cNvPr>
          <p:cNvSpPr txBox="1"/>
          <p:nvPr/>
        </p:nvSpPr>
        <p:spPr>
          <a:xfrm>
            <a:off x="8242022" y="270226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20370C6D-30B6-4166-E1B2-08958172AB67}"/>
                  </a:ext>
                </a:extLst>
              </p:cNvPr>
              <p:cNvSpPr txBox="1"/>
              <p:nvPr/>
            </p:nvSpPr>
            <p:spPr>
              <a:xfrm>
                <a:off x="131267" y="3317385"/>
                <a:ext cx="11517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pt-B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bg1"/>
                    </a:solidFill>
                  </a:rPr>
                  <a:t> </a:t>
                </a:r>
                <a:endParaRPr lang="pt-BR" sz="24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20370C6D-30B6-4166-E1B2-08958172A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67" y="3317385"/>
                <a:ext cx="115172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C5BF508-383C-D2FF-A51D-F4912ACD2FD7}"/>
                  </a:ext>
                </a:extLst>
              </p:cNvPr>
              <p:cNvSpPr txBox="1"/>
              <p:nvPr/>
            </p:nvSpPr>
            <p:spPr>
              <a:xfrm>
                <a:off x="4505084" y="3317385"/>
                <a:ext cx="11854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pt-B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pt-BR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bg1"/>
                    </a:solidFill>
                  </a:rPr>
                  <a:t> </a:t>
                </a:r>
                <a:endParaRPr lang="pt-BR" sz="24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C5BF508-383C-D2FF-A51D-F4912ACD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084" y="3317385"/>
                <a:ext cx="118548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7F37402-E447-BAEC-957C-3880133B4C51}"/>
                  </a:ext>
                </a:extLst>
              </p:cNvPr>
              <p:cNvSpPr txBox="1"/>
              <p:nvPr/>
            </p:nvSpPr>
            <p:spPr>
              <a:xfrm>
                <a:off x="2173155" y="3302797"/>
                <a:ext cx="1341113" cy="490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pt-BR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7F37402-E447-BAEC-957C-3880133B4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155" y="3302797"/>
                <a:ext cx="1341113" cy="490840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B8517EE6-BCCE-7FA8-1589-1DD98C425EEE}"/>
              </a:ext>
            </a:extLst>
          </p:cNvPr>
          <p:cNvSpPr txBox="1"/>
          <p:nvPr/>
        </p:nvSpPr>
        <p:spPr>
          <a:xfrm>
            <a:off x="8242022" y="3363551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11318AD-9961-D296-212A-689A4782FB31}"/>
                  </a:ext>
                </a:extLst>
              </p:cNvPr>
              <p:cNvSpPr txBox="1"/>
              <p:nvPr/>
            </p:nvSpPr>
            <p:spPr>
              <a:xfrm>
                <a:off x="131266" y="4011731"/>
                <a:ext cx="338300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11318AD-9961-D296-212A-689A4782F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66" y="4011731"/>
                <a:ext cx="3383001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C145A5B-C6C0-DF8A-BE51-E96464DB652B}"/>
                  </a:ext>
                </a:extLst>
              </p:cNvPr>
              <p:cNvSpPr txBox="1"/>
              <p:nvPr/>
            </p:nvSpPr>
            <p:spPr>
              <a:xfrm>
                <a:off x="131267" y="4688933"/>
                <a:ext cx="35782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C145A5B-C6C0-DF8A-BE51-E96464DB6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67" y="4688933"/>
                <a:ext cx="3578293" cy="400110"/>
              </a:xfrm>
              <a:prstGeom prst="rect">
                <a:avLst/>
              </a:prstGeom>
              <a:blipFill>
                <a:blip r:embed="rId11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0EE87A1-C31F-91E4-BEE8-01C2069A691A}"/>
                  </a:ext>
                </a:extLst>
              </p:cNvPr>
              <p:cNvSpPr txBox="1"/>
              <p:nvPr/>
            </p:nvSpPr>
            <p:spPr>
              <a:xfrm>
                <a:off x="4345978" y="4011731"/>
                <a:ext cx="37200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0EE87A1-C31F-91E4-BEE8-01C2069A6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978" y="4011731"/>
                <a:ext cx="3720060" cy="461665"/>
              </a:xfrm>
              <a:prstGeom prst="rect">
                <a:avLst/>
              </a:prstGeom>
              <a:blipFill>
                <a:blip r:embed="rId1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16C115F9-42EB-80DD-DD90-9A84FD1DEFEF}"/>
                  </a:ext>
                </a:extLst>
              </p:cNvPr>
              <p:cNvSpPr txBox="1"/>
              <p:nvPr/>
            </p:nvSpPr>
            <p:spPr>
              <a:xfrm>
                <a:off x="3583052" y="4011731"/>
                <a:ext cx="6025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16C115F9-42EB-80DD-DD90-9A84FD1DE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052" y="4011731"/>
                <a:ext cx="602513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F3A7338C-7ACF-5AD1-D7DE-60234166BDDA}"/>
                  </a:ext>
                </a:extLst>
              </p:cNvPr>
              <p:cNvSpPr txBox="1"/>
              <p:nvPr/>
            </p:nvSpPr>
            <p:spPr>
              <a:xfrm>
                <a:off x="4345978" y="4643568"/>
                <a:ext cx="3578293" cy="490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F3A7338C-7ACF-5AD1-D7DE-60234166B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978" y="4643568"/>
                <a:ext cx="3578293" cy="490840"/>
              </a:xfrm>
              <a:prstGeom prst="rect">
                <a:avLst/>
              </a:prstGeom>
              <a:blipFill>
                <a:blip r:embed="rId1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141BD0C-7C1A-6AA3-C687-B6D17F62D228}"/>
                  </a:ext>
                </a:extLst>
              </p:cNvPr>
              <p:cNvSpPr txBox="1"/>
              <p:nvPr/>
            </p:nvSpPr>
            <p:spPr>
              <a:xfrm>
                <a:off x="3583052" y="4658156"/>
                <a:ext cx="6025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141BD0C-7C1A-6AA3-C687-B6D17F62D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052" y="4658156"/>
                <a:ext cx="602513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aixaDeTexto 23">
            <a:extLst>
              <a:ext uri="{FF2B5EF4-FFF2-40B4-BE49-F238E27FC236}">
                <a16:creationId xmlns:a16="http://schemas.microsoft.com/office/drawing/2014/main" id="{0A22FEF7-E237-4191-D2FC-3CE79F737BC3}"/>
              </a:ext>
            </a:extLst>
          </p:cNvPr>
          <p:cNvSpPr txBox="1"/>
          <p:nvPr/>
        </p:nvSpPr>
        <p:spPr>
          <a:xfrm>
            <a:off x="8245097" y="4057897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(07)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1C92042-E727-1054-C5C1-517AB9F57A48}"/>
              </a:ext>
            </a:extLst>
          </p:cNvPr>
          <p:cNvSpPr txBox="1"/>
          <p:nvPr/>
        </p:nvSpPr>
        <p:spPr>
          <a:xfrm>
            <a:off x="8245097" y="4704322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(08)</a:t>
            </a:r>
          </a:p>
        </p:txBody>
      </p:sp>
    </p:spTree>
    <p:extLst>
      <p:ext uri="{BB962C8B-B14F-4D97-AF65-F5344CB8AC3E}">
        <p14:creationId xmlns:p14="http://schemas.microsoft.com/office/powerpoint/2010/main" val="366103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1000"/>
    </mc:Choice>
    <mc:Fallback xmlns="">
      <p:transition spd="slow" advClick="0" advTm="41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988A8-BDEB-9257-2483-01ACAF369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04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EF18-DD20-05E8-C5B1-42C5062C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BE22A4E3-4128-D498-9F40-417E544EBBE1}"/>
                  </a:ext>
                </a:extLst>
              </p:cNvPr>
              <p:cNvSpPr txBox="1"/>
              <p:nvPr/>
            </p:nvSpPr>
            <p:spPr>
              <a:xfrm>
                <a:off x="1257820" y="140422"/>
                <a:ext cx="22024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BE22A4E3-4128-D498-9F40-417E544EB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820" y="140422"/>
                <a:ext cx="220244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F29A0F58-EC97-DBC4-7AAC-4DA279EF3462}"/>
                  </a:ext>
                </a:extLst>
              </p:cNvPr>
              <p:cNvSpPr txBox="1"/>
              <p:nvPr/>
            </p:nvSpPr>
            <p:spPr>
              <a:xfrm>
                <a:off x="4204359" y="521725"/>
                <a:ext cx="49977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F29A0F58-EC97-DBC4-7AAC-4DA279EF3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359" y="521725"/>
                <a:ext cx="49977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CC70D4D5-30C3-F388-A8D1-FC9723C5952C}"/>
                  </a:ext>
                </a:extLst>
              </p:cNvPr>
              <p:cNvSpPr txBox="1"/>
              <p:nvPr/>
            </p:nvSpPr>
            <p:spPr>
              <a:xfrm>
                <a:off x="4965518" y="362380"/>
                <a:ext cx="2025852" cy="724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CC70D4D5-30C3-F388-A8D1-FC9723C59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18" y="362380"/>
                <a:ext cx="2025852" cy="7248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6044207-63FC-84C7-6C7D-404979AA9C80}"/>
                  </a:ext>
                </a:extLst>
              </p:cNvPr>
              <p:cNvSpPr txBox="1"/>
              <p:nvPr/>
            </p:nvSpPr>
            <p:spPr>
              <a:xfrm>
                <a:off x="1257820" y="808242"/>
                <a:ext cx="23826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6044207-63FC-84C7-6C7D-404979AA9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820" y="808242"/>
                <a:ext cx="2382647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BB62A07A-4FCD-7DB5-F88F-386C128C40F5}"/>
              </a:ext>
            </a:extLst>
          </p:cNvPr>
          <p:cNvSpPr txBox="1"/>
          <p:nvPr/>
        </p:nvSpPr>
        <p:spPr>
          <a:xfrm>
            <a:off x="343073" y="19585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658749-C3B8-445A-2AFA-756A8613CC33}"/>
              </a:ext>
            </a:extLst>
          </p:cNvPr>
          <p:cNvSpPr txBox="1"/>
          <p:nvPr/>
        </p:nvSpPr>
        <p:spPr>
          <a:xfrm>
            <a:off x="343073" y="85440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B18E8DE-D032-9615-D802-1896D2177097}"/>
                  </a:ext>
                </a:extLst>
              </p:cNvPr>
              <p:cNvSpPr txBox="1"/>
              <p:nvPr/>
            </p:nvSpPr>
            <p:spPr>
              <a:xfrm>
                <a:off x="1257820" y="1986933"/>
                <a:ext cx="26851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B18E8DE-D032-9615-D802-1896D2177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820" y="1986933"/>
                <a:ext cx="268515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BE4B9CE-2677-56F8-EB50-91D6B204C3BC}"/>
                  </a:ext>
                </a:extLst>
              </p:cNvPr>
              <p:cNvSpPr txBox="1"/>
              <p:nvPr/>
            </p:nvSpPr>
            <p:spPr>
              <a:xfrm>
                <a:off x="1288699" y="2748385"/>
                <a:ext cx="2140690" cy="490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BE4B9CE-2677-56F8-EB50-91D6B204C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699" y="2748385"/>
                <a:ext cx="2140690" cy="490840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3D2389F9-256B-A7DC-61C1-D9DA05D22D64}"/>
              </a:ext>
            </a:extLst>
          </p:cNvPr>
          <p:cNvSpPr txBox="1"/>
          <p:nvPr/>
        </p:nvSpPr>
        <p:spPr>
          <a:xfrm>
            <a:off x="343073" y="207926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(07)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8984A2D-2EF0-A024-B0B3-83DC1AE7AC9F}"/>
              </a:ext>
            </a:extLst>
          </p:cNvPr>
          <p:cNvSpPr txBox="1"/>
          <p:nvPr/>
        </p:nvSpPr>
        <p:spPr>
          <a:xfrm>
            <a:off x="343073" y="2803664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2E25E95-B4A5-A5D7-7FF1-8D46C2816471}"/>
                  </a:ext>
                </a:extLst>
              </p:cNvPr>
              <p:cNvSpPr txBox="1"/>
              <p:nvPr/>
            </p:nvSpPr>
            <p:spPr>
              <a:xfrm>
                <a:off x="4965518" y="2263932"/>
                <a:ext cx="3031420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2E25E95-B4A5-A5D7-7FF1-8D46C2816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18" y="2263932"/>
                <a:ext cx="3031420" cy="490840"/>
              </a:xfrm>
              <a:prstGeom prst="rect">
                <a:avLst/>
              </a:prstGeom>
              <a:blipFill>
                <a:blip r:embed="rId9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88A953-0A18-09C5-0393-93B109E6D308}"/>
                  </a:ext>
                </a:extLst>
              </p:cNvPr>
              <p:cNvSpPr txBox="1"/>
              <p:nvPr/>
            </p:nvSpPr>
            <p:spPr>
              <a:xfrm>
                <a:off x="4204359" y="2300298"/>
                <a:ext cx="6025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88A953-0A18-09C5-0393-93B109E6D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359" y="2300298"/>
                <a:ext cx="602513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4E88B26-0FA5-68A6-16F8-56B435FAF9F6}"/>
                  </a:ext>
                </a:extLst>
              </p:cNvPr>
              <p:cNvSpPr txBox="1"/>
              <p:nvPr/>
            </p:nvSpPr>
            <p:spPr>
              <a:xfrm>
                <a:off x="1403537" y="3886781"/>
                <a:ext cx="2025852" cy="724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4E88B26-0FA5-68A6-16F8-56B435FAF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537" y="3886781"/>
                <a:ext cx="2025852" cy="72487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7293840-AC83-63E5-A9E8-8D54AA05334F}"/>
                  </a:ext>
                </a:extLst>
              </p:cNvPr>
              <p:cNvSpPr txBox="1"/>
              <p:nvPr/>
            </p:nvSpPr>
            <p:spPr>
              <a:xfrm>
                <a:off x="4204359" y="4018387"/>
                <a:ext cx="6025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7293840-AC83-63E5-A9E8-8D54AA053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359" y="4018387"/>
                <a:ext cx="60251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1C88E49-4228-B264-B0E8-3AC385FF6972}"/>
                  </a:ext>
                </a:extLst>
              </p:cNvPr>
              <p:cNvSpPr txBox="1"/>
              <p:nvPr/>
            </p:nvSpPr>
            <p:spPr>
              <a:xfrm>
                <a:off x="4965518" y="3764340"/>
                <a:ext cx="3496384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1C88E49-4228-B264-B0E8-3AC385FF6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18" y="3764340"/>
                <a:ext cx="3496384" cy="79162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71BB4E31-2EAD-C19A-CA31-E1D86F4BD79B}"/>
              </a:ext>
            </a:extLst>
          </p:cNvPr>
          <p:cNvSpPr txBox="1"/>
          <p:nvPr/>
        </p:nvSpPr>
        <p:spPr>
          <a:xfrm>
            <a:off x="8474464" y="4001853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(11)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825EC37-5C48-36B8-0F11-ECFBBC4C3BA2}"/>
              </a:ext>
            </a:extLst>
          </p:cNvPr>
          <p:cNvSpPr txBox="1"/>
          <p:nvPr/>
        </p:nvSpPr>
        <p:spPr>
          <a:xfrm>
            <a:off x="8474464" y="49617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(09)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6580806-E068-B14D-733E-8DD7A3590D76}"/>
              </a:ext>
            </a:extLst>
          </p:cNvPr>
          <p:cNvSpPr txBox="1"/>
          <p:nvPr/>
        </p:nvSpPr>
        <p:spPr>
          <a:xfrm>
            <a:off x="355588" y="411072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(09)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3B0209A-BE36-62C5-738B-66E668B0AC6A}"/>
              </a:ext>
            </a:extLst>
          </p:cNvPr>
          <p:cNvSpPr txBox="1"/>
          <p:nvPr/>
        </p:nvSpPr>
        <p:spPr>
          <a:xfrm>
            <a:off x="8474464" y="232468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(10)</a:t>
            </a:r>
          </a:p>
        </p:txBody>
      </p:sp>
    </p:spTree>
    <p:extLst>
      <p:ext uri="{BB962C8B-B14F-4D97-AF65-F5344CB8AC3E}">
        <p14:creationId xmlns:p14="http://schemas.microsoft.com/office/powerpoint/2010/main" val="2001477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3000"/>
    </mc:Choice>
    <mc:Fallback xmlns="">
      <p:transition spd="slow" advClick="0" advTm="3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BD7D2-4011-9095-FF0D-EBA6BCAD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28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3465A-0FED-62AB-03F1-7FD939C2B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14DE815-2AA7-9BA1-26C4-C11436110680}"/>
                  </a:ext>
                </a:extLst>
              </p:cNvPr>
              <p:cNvSpPr txBox="1"/>
              <p:nvPr/>
            </p:nvSpPr>
            <p:spPr>
              <a:xfrm>
                <a:off x="804643" y="2031242"/>
                <a:ext cx="3496384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14DE815-2AA7-9BA1-26C4-C11436110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43" y="2031242"/>
                <a:ext cx="3496384" cy="7916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CC80789A-0E1C-6D05-FE8F-B328F2C6E905}"/>
              </a:ext>
            </a:extLst>
          </p:cNvPr>
          <p:cNvSpPr txBox="1"/>
          <p:nvPr/>
        </p:nvSpPr>
        <p:spPr>
          <a:xfrm>
            <a:off x="7971189" y="3527527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6424036D-C718-7739-DEBD-DFE8619F5CB5}"/>
                  </a:ext>
                </a:extLst>
              </p:cNvPr>
              <p:cNvSpPr txBox="1"/>
              <p:nvPr/>
            </p:nvSpPr>
            <p:spPr>
              <a:xfrm>
                <a:off x="804643" y="1112822"/>
                <a:ext cx="2895300" cy="49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6424036D-C718-7739-DEBD-DFE8619F5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43" y="1112822"/>
                <a:ext cx="2895300" cy="490840"/>
              </a:xfrm>
              <a:prstGeom prst="rect">
                <a:avLst/>
              </a:prstGeom>
              <a:blipFill>
                <a:blip r:embed="rId3"/>
                <a:stretch>
                  <a:fillRect l="-632" b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4FA42588-6D0D-E110-E300-1DF3F270B7AE}"/>
              </a:ext>
            </a:extLst>
          </p:cNvPr>
          <p:cNvSpPr txBox="1"/>
          <p:nvPr/>
        </p:nvSpPr>
        <p:spPr>
          <a:xfrm>
            <a:off x="159803" y="117357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901D8CA-886A-6CB8-6A58-7CFC76104FC9}"/>
                  </a:ext>
                </a:extLst>
              </p:cNvPr>
              <p:cNvSpPr txBox="1"/>
              <p:nvPr/>
            </p:nvSpPr>
            <p:spPr>
              <a:xfrm>
                <a:off x="804643" y="464533"/>
                <a:ext cx="2973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901D8CA-886A-6CB8-6A58-7CFC76104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43" y="464533"/>
                <a:ext cx="2973272" cy="461665"/>
              </a:xfrm>
              <a:prstGeom prst="rect">
                <a:avLst/>
              </a:prstGeom>
              <a:blipFill>
                <a:blip r:embed="rId4"/>
                <a:stretch>
                  <a:fillRect l="-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ED56562-9A9D-6174-A102-29549C720037}"/>
              </a:ext>
            </a:extLst>
          </p:cNvPr>
          <p:cNvSpPr txBox="1"/>
          <p:nvPr/>
        </p:nvSpPr>
        <p:spPr>
          <a:xfrm>
            <a:off x="159803" y="51070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EF2F3F0-76CA-CBDB-A0B2-A64048B206AE}"/>
                  </a:ext>
                </a:extLst>
              </p:cNvPr>
              <p:cNvSpPr txBox="1"/>
              <p:nvPr/>
            </p:nvSpPr>
            <p:spPr>
              <a:xfrm>
                <a:off x="3999770" y="867597"/>
                <a:ext cx="6025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EF2F3F0-76CA-CBDB-A0B2-A64048B20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770" y="867597"/>
                <a:ext cx="60251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1483DC8-AC9C-6CEC-6210-A09B164717D7}"/>
                  </a:ext>
                </a:extLst>
              </p:cNvPr>
              <p:cNvSpPr txBox="1"/>
              <p:nvPr/>
            </p:nvSpPr>
            <p:spPr>
              <a:xfrm>
                <a:off x="4745676" y="735990"/>
                <a:ext cx="2895300" cy="724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1483DC8-AC9C-6CEC-6210-A09B16471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676" y="735990"/>
                <a:ext cx="2895300" cy="7248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57669E7-C730-3B2A-D80B-A8AF20EEB2C8}"/>
                  </a:ext>
                </a:extLst>
              </p:cNvPr>
              <p:cNvSpPr txBox="1"/>
              <p:nvPr/>
            </p:nvSpPr>
            <p:spPr>
              <a:xfrm>
                <a:off x="1615861" y="3316380"/>
                <a:ext cx="5959696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57669E7-C730-3B2A-D80B-A8AF20EEB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861" y="3316380"/>
                <a:ext cx="5959696" cy="7916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>
            <a:extLst>
              <a:ext uri="{FF2B5EF4-FFF2-40B4-BE49-F238E27FC236}">
                <a16:creationId xmlns:a16="http://schemas.microsoft.com/office/drawing/2014/main" id="{08F480D0-8CCC-D46F-DC40-BFE3116323E0}"/>
              </a:ext>
            </a:extLst>
          </p:cNvPr>
          <p:cNvSpPr txBox="1"/>
          <p:nvPr/>
        </p:nvSpPr>
        <p:spPr>
          <a:xfrm>
            <a:off x="159803" y="229909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(11)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E1D9CF6-411C-7C25-1759-B661F3CD5ECD}"/>
              </a:ext>
            </a:extLst>
          </p:cNvPr>
          <p:cNvSpPr txBox="1"/>
          <p:nvPr/>
        </p:nvSpPr>
        <p:spPr>
          <a:xfrm>
            <a:off x="7971189" y="89172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(12)</a:t>
            </a:r>
          </a:p>
        </p:txBody>
      </p:sp>
    </p:spTree>
    <p:extLst>
      <p:ext uri="{BB962C8B-B14F-4D97-AF65-F5344CB8AC3E}">
        <p14:creationId xmlns:p14="http://schemas.microsoft.com/office/powerpoint/2010/main" val="181417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3000"/>
    </mc:Choice>
    <mc:Fallback xmlns="">
      <p:transition spd="slow" advClick="0" advTm="3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75F50-0265-D103-23C6-84F7B159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03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0DEE-E1F3-DE5B-0E39-5E96BBAF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1641B24-56D1-EEB1-CC68-AEAE1D6ED453}"/>
                  </a:ext>
                </a:extLst>
              </p:cNvPr>
              <p:cNvSpPr txBox="1"/>
              <p:nvPr/>
            </p:nvSpPr>
            <p:spPr>
              <a:xfrm>
                <a:off x="703081" y="254888"/>
                <a:ext cx="7268107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1641B24-56D1-EEB1-CC68-AEAE1D6E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81" y="254888"/>
                <a:ext cx="7268107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7E7C7CF-2955-4F0A-3231-E01CDD7495E7}"/>
                  </a:ext>
                </a:extLst>
              </p:cNvPr>
              <p:cNvSpPr txBox="1"/>
              <p:nvPr/>
            </p:nvSpPr>
            <p:spPr>
              <a:xfrm>
                <a:off x="742367" y="1592746"/>
                <a:ext cx="5881436" cy="745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7E7C7CF-2955-4F0A-3231-E01CDD749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67" y="1592746"/>
                <a:ext cx="5881436" cy="745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607E442F-E34A-C0B7-0819-582EC3A8C177}"/>
                  </a:ext>
                </a:extLst>
              </p:cNvPr>
              <p:cNvSpPr txBox="1"/>
              <p:nvPr/>
            </p:nvSpPr>
            <p:spPr>
              <a:xfrm>
                <a:off x="664106" y="2759126"/>
                <a:ext cx="7181319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607E442F-E34A-C0B7-0819-582EC3A8C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06" y="2759126"/>
                <a:ext cx="7181319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BF5EB15-B667-EF28-C8B5-B341CE9C9E56}"/>
                  </a:ext>
                </a:extLst>
              </p:cNvPr>
              <p:cNvSpPr txBox="1"/>
              <p:nvPr/>
            </p:nvSpPr>
            <p:spPr>
              <a:xfrm>
                <a:off x="650217" y="3853717"/>
                <a:ext cx="5649433" cy="791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BF5EB15-B667-EF28-C8B5-B341CE9C9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17" y="3853717"/>
                <a:ext cx="5649433" cy="7916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CC5BD101-1EE9-D6A6-DF4A-5E9055C429CB}"/>
              </a:ext>
            </a:extLst>
          </p:cNvPr>
          <p:cNvSpPr txBox="1"/>
          <p:nvPr/>
        </p:nvSpPr>
        <p:spPr>
          <a:xfrm>
            <a:off x="7971189" y="466035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(14)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BBA74F-F426-CAEB-E12F-4CFEA0751C3A}"/>
              </a:ext>
            </a:extLst>
          </p:cNvPr>
          <p:cNvSpPr txBox="1"/>
          <p:nvPr/>
        </p:nvSpPr>
        <p:spPr>
          <a:xfrm>
            <a:off x="7971189" y="1803893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(15)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DF19379-4E10-3D48-2711-65DAC2B22DD5}"/>
              </a:ext>
            </a:extLst>
          </p:cNvPr>
          <p:cNvSpPr txBox="1"/>
          <p:nvPr/>
        </p:nvSpPr>
        <p:spPr>
          <a:xfrm>
            <a:off x="7971189" y="2970273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(16)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9883A9A-2F2C-38F6-47E8-F68A09290E5F}"/>
              </a:ext>
            </a:extLst>
          </p:cNvPr>
          <p:cNvSpPr txBox="1"/>
          <p:nvPr/>
        </p:nvSpPr>
        <p:spPr>
          <a:xfrm>
            <a:off x="7971189" y="4064864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(17)</a:t>
            </a:r>
          </a:p>
        </p:txBody>
      </p:sp>
    </p:spTree>
    <p:extLst>
      <p:ext uri="{BB962C8B-B14F-4D97-AF65-F5344CB8AC3E}">
        <p14:creationId xmlns:p14="http://schemas.microsoft.com/office/powerpoint/2010/main" val="224770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5000"/>
    </mc:Choice>
    <mc:Fallback xmlns="">
      <p:transition spd="slow" advClick="0" advTm="85000"/>
    </mc:Fallback>
  </mc:AlternateContent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2828</TotalTime>
  <Words>558</Words>
  <Application>Microsoft Office PowerPoint</Application>
  <PresentationFormat>Apresentação na tela (16:9)</PresentationFormat>
  <Paragraphs>143</Paragraphs>
  <Slides>21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Calibri Light</vt:lpstr>
      <vt:lpstr>Cambria Math</vt:lpstr>
      <vt:lpstr>Calibri</vt:lpstr>
      <vt:lpstr>Arial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2026-04-21T00:53:21Z</dcterms:modified>
</cp:coreProperties>
</file>