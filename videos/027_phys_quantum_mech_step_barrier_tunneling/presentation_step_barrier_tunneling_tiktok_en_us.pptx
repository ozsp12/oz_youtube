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handoutMasterIdLst>
    <p:handoutMasterId r:id="rId6"/>
  </p:handoutMasterIdLst>
  <p:sldIdLst>
    <p:sldId id="258" r:id="rId2"/>
    <p:sldId id="259" r:id="rId3"/>
    <p:sldId id="260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27667-7440-4B0E-8C93-AE90B18623B3}" v="5" dt="2025-07-15T20:22:47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35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BBA27667-7440-4B0E-8C93-AE90B18623B3}"/>
    <pc:docChg chg="custSel addSld delSld modSld">
      <pc:chgData name="Osvaldo Luiz Santos Pereira" userId="c308351cf5a860c7" providerId="LiveId" clId="{BBA27667-7440-4B0E-8C93-AE90B18623B3}" dt="2025-07-15T20:22:47.543" v="31"/>
      <pc:docMkLst>
        <pc:docMk/>
      </pc:docMkLst>
      <pc:sldChg chg="del">
        <pc:chgData name="Osvaldo Luiz Santos Pereira" userId="c308351cf5a860c7" providerId="LiveId" clId="{BBA27667-7440-4B0E-8C93-AE90B18623B3}" dt="2025-07-15T20:21:59" v="10" actId="47"/>
        <pc:sldMkLst>
          <pc:docMk/>
          <pc:sldMk cId="2916060264" sldId="256"/>
        </pc:sldMkLst>
      </pc:sldChg>
      <pc:sldChg chg="del">
        <pc:chgData name="Osvaldo Luiz Santos Pereira" userId="c308351cf5a860c7" providerId="LiveId" clId="{BBA27667-7440-4B0E-8C93-AE90B18623B3}" dt="2025-07-15T20:21:59.664" v="11" actId="47"/>
        <pc:sldMkLst>
          <pc:docMk/>
          <pc:sldMk cId="3254951453" sldId="257"/>
        </pc:sldMkLst>
      </pc:sldChg>
      <pc:sldChg chg="addSp delSp modSp mod">
        <pc:chgData name="Osvaldo Luiz Santos Pereira" userId="c308351cf5a860c7" providerId="LiveId" clId="{BBA27667-7440-4B0E-8C93-AE90B18623B3}" dt="2025-07-15T20:22:42.249" v="29" actId="478"/>
        <pc:sldMkLst>
          <pc:docMk/>
          <pc:sldMk cId="2309980692" sldId="258"/>
        </pc:sldMkLst>
        <pc:spChg chg="add del mod">
          <ac:chgData name="Osvaldo Luiz Santos Pereira" userId="c308351cf5a860c7" providerId="LiveId" clId="{BBA27667-7440-4B0E-8C93-AE90B18623B3}" dt="2025-07-15T20:22:42.249" v="29" actId="478"/>
          <ac:spMkLst>
            <pc:docMk/>
            <pc:sldMk cId="2309980692" sldId="258"/>
            <ac:spMk id="3" creationId="{A05EFDCB-175E-2667-ED00-1C98EE376C80}"/>
          </ac:spMkLst>
        </pc:spChg>
        <pc:spChg chg="mod">
          <ac:chgData name="Osvaldo Luiz Santos Pereira" userId="c308351cf5a860c7" providerId="LiveId" clId="{BBA27667-7440-4B0E-8C93-AE90B18623B3}" dt="2025-07-15T20:22:31.738" v="27" actId="20577"/>
          <ac:spMkLst>
            <pc:docMk/>
            <pc:sldMk cId="2309980692" sldId="258"/>
            <ac:spMk id="7" creationId="{F84AC400-52CE-A560-61B1-365A7636F9F9}"/>
          </ac:spMkLst>
        </pc:spChg>
        <pc:spChg chg="del">
          <ac:chgData name="Osvaldo Luiz Santos Pereira" userId="c308351cf5a860c7" providerId="LiveId" clId="{BBA27667-7440-4B0E-8C93-AE90B18623B3}" dt="2025-07-15T20:22:15.519" v="14" actId="478"/>
          <ac:spMkLst>
            <pc:docMk/>
            <pc:sldMk cId="2309980692" sldId="258"/>
            <ac:spMk id="8" creationId="{997CF31D-34C0-3F97-384D-09C642C462BA}"/>
          </ac:spMkLst>
        </pc:spChg>
        <pc:cxnChg chg="add mod">
          <ac:chgData name="Osvaldo Luiz Santos Pereira" userId="c308351cf5a860c7" providerId="LiveId" clId="{BBA27667-7440-4B0E-8C93-AE90B18623B3}" dt="2025-07-15T20:22:39.365" v="28" actId="571"/>
          <ac:cxnSpMkLst>
            <pc:docMk/>
            <pc:sldMk cId="2309980692" sldId="258"/>
            <ac:cxnSpMk id="2" creationId="{6852457B-C8AC-9278-FA75-8E53F3A0CAEA}"/>
          </ac:cxnSpMkLst>
        </pc:cxnChg>
      </pc:sldChg>
      <pc:sldChg chg="add">
        <pc:chgData name="Osvaldo Luiz Santos Pereira" userId="c308351cf5a860c7" providerId="LiveId" clId="{BBA27667-7440-4B0E-8C93-AE90B18623B3}" dt="2025-07-15T20:22:46.775" v="30"/>
        <pc:sldMkLst>
          <pc:docMk/>
          <pc:sldMk cId="1104323111" sldId="259"/>
        </pc:sldMkLst>
      </pc:sldChg>
      <pc:sldChg chg="add del">
        <pc:chgData name="Osvaldo Luiz Santos Pereira" userId="c308351cf5a860c7" providerId="LiveId" clId="{BBA27667-7440-4B0E-8C93-AE90B18623B3}" dt="2025-07-15T20:22:17.726" v="15" actId="47"/>
        <pc:sldMkLst>
          <pc:docMk/>
          <pc:sldMk cId="3446593673" sldId="259"/>
        </pc:sldMkLst>
      </pc:sldChg>
      <pc:sldChg chg="add">
        <pc:chgData name="Osvaldo Luiz Santos Pereira" userId="c308351cf5a860c7" providerId="LiveId" clId="{BBA27667-7440-4B0E-8C93-AE90B18623B3}" dt="2025-07-15T20:22:47.543" v="31"/>
        <pc:sldMkLst>
          <pc:docMk/>
          <pc:sldMk cId="1401949889" sldId="260"/>
        </pc:sldMkLst>
      </pc:sldChg>
      <pc:sldChg chg="add del">
        <pc:chgData name="Osvaldo Luiz Santos Pereira" userId="c308351cf5a860c7" providerId="LiveId" clId="{BBA27667-7440-4B0E-8C93-AE90B18623B3}" dt="2025-07-15T20:22:19.729" v="16" actId="47"/>
        <pc:sldMkLst>
          <pc:docMk/>
          <pc:sldMk cId="4091761007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6F9F8F2-A92B-4AF2-0EA4-0FDA2FC49E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teste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A6939A-601E-E504-687E-F0A7FC6A90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809C6-787D-4ADD-877D-286414505BED}" type="datetime1">
              <a:rPr lang="pt-BR" smtClean="0"/>
              <a:t>15/07/2025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C50A31-4EFE-D190-20C0-CA9117B23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CA6FBD-2143-84BF-B026-E9C801FED0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CD715-A523-40A1-B8A0-48384378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5530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teste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E8DCD-D7E2-441F-992F-2679500AFD4D}" type="datetime1">
              <a:rPr lang="pt-BR" smtClean="0"/>
              <a:t>15/07/2025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51BCD-7B47-49C6-88CA-2D995EC688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4862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4137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9A77-049C-81C7-018A-0F8D1408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2B1ED4-C0E0-7AC4-7CFA-77041340A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B5F94F-BBFD-41BA-803B-5547C5987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103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A84F-2153-CA7F-8C20-D9F5C207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A16E81-F130-A2A1-891E-C7CD37D3B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389491-B798-3ECD-3FCD-019B959D6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597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5196-E59B-4F4C-BDA6-D17F9514E401}" type="datetime1">
              <a:rPr lang="pt-BR" smtClean="0"/>
              <a:t>15/07/2025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52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83E4-ECEE-44FA-ABA5-8FD8C20617F5}" type="datetime1">
              <a:rPr lang="pt-BR" smtClean="0"/>
              <a:t>15/07/2025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83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AFA9-95BB-4A0A-8DE5-DF64478036FF}" type="datetime1">
              <a:rPr lang="pt-BR" smtClean="0"/>
              <a:t>15/07/2025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76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1E28-BE33-47FC-8EEA-D2D7A2C318C6}" type="datetime1">
              <a:rPr lang="pt-BR" smtClean="0"/>
              <a:t>15/07/2025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2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54F49-C9E7-4C74-B861-D92DEBE678BF}" type="datetime1">
              <a:rPr lang="pt-BR" smtClean="0"/>
              <a:t>15/07/2025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29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4260-B3A1-42A2-86BC-CA3232DB24FF}" type="datetime1">
              <a:rPr lang="pt-BR" smtClean="0"/>
              <a:t>15/07/2025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55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B3E7-FDEF-4274-BA39-04CBB1C3381F}" type="datetime1">
              <a:rPr lang="pt-BR" smtClean="0"/>
              <a:t>15/07/2025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7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423E9-A847-40D5-AE67-2B7A44B802DE}" type="datetime1">
              <a:rPr lang="pt-BR" smtClean="0"/>
              <a:t>15/07/2025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94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43B0C-F646-4A80-8C79-577E4EAFFA9F}" type="datetime1">
              <a:rPr lang="pt-BR" smtClean="0"/>
              <a:t>15/07/2025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79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CC3B-F737-4C9B-A8C0-B41BBD60425F}" type="datetime1">
              <a:rPr lang="pt-BR" smtClean="0"/>
              <a:t>15/07/2025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046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66E3-912E-4DF4-B15A-5CBD80C7F5FB}" type="datetime1">
              <a:rPr lang="pt-BR" smtClean="0"/>
              <a:t>15/07/2025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Osvaldo Luiz dos Santos Pereira (osvald23@gmail.com)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44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6321A-C30C-4B99-A615-EA85C2C1D570}" type="datetime1">
              <a:rPr lang="pt-BR" smtClean="0"/>
              <a:t>15/07/2025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Osvaldo Luiz dos Santos Pereira (osvald23@gmail.com)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7AC0B-0C28-48E2-BEEB-F5683F1BB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69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BE68154-A07D-EB33-C913-A23AA1A0D991}"/>
              </a:ext>
            </a:extLst>
          </p:cNvPr>
          <p:cNvCxnSpPr>
            <a:cxnSpLocks/>
          </p:cNvCxnSpPr>
          <p:nvPr/>
        </p:nvCxnSpPr>
        <p:spPr>
          <a:xfrm>
            <a:off x="544032" y="567070"/>
            <a:ext cx="5769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F84AC400-52CE-A560-61B1-365A7636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436565"/>
            <a:ext cx="2314575" cy="527403"/>
          </a:xfrm>
        </p:spPr>
        <p:txBody>
          <a:bodyPr/>
          <a:lstStyle/>
          <a:p>
            <a:r>
              <a:rPr lang="pt-BR" sz="1200" dirty="0">
                <a:solidFill>
                  <a:schemeClr val="tx1"/>
                </a:solidFill>
              </a:rPr>
              <a:t>Osvaldo L. Santos-Pereira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464009-1D2F-51EF-0EF5-7CBADC56F179}"/>
              </a:ext>
            </a:extLst>
          </p:cNvPr>
          <p:cNvSpPr txBox="1"/>
          <p:nvPr/>
        </p:nvSpPr>
        <p:spPr>
          <a:xfrm>
            <a:off x="870497" y="80505"/>
            <a:ext cx="5117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Slide </a:t>
            </a:r>
            <a:r>
              <a:rPr lang="pt-BR" sz="2800" dirty="0" err="1"/>
              <a:t>title</a:t>
            </a:r>
            <a:endParaRPr lang="pt-BR" sz="2800" dirty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6852457B-C8AC-9278-FA75-8E53F3A0CAEA}"/>
              </a:ext>
            </a:extLst>
          </p:cNvPr>
          <p:cNvCxnSpPr>
            <a:cxnSpLocks/>
          </p:cNvCxnSpPr>
          <p:nvPr/>
        </p:nvCxnSpPr>
        <p:spPr>
          <a:xfrm>
            <a:off x="544032" y="9563885"/>
            <a:ext cx="5769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98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85A7-985F-FB93-B272-842ABBFF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E917FA7-B94F-7DD6-428C-FC70265D8372}"/>
              </a:ext>
            </a:extLst>
          </p:cNvPr>
          <p:cNvCxnSpPr>
            <a:cxnSpLocks/>
          </p:cNvCxnSpPr>
          <p:nvPr/>
        </p:nvCxnSpPr>
        <p:spPr>
          <a:xfrm>
            <a:off x="544032" y="567070"/>
            <a:ext cx="5769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D246D6FF-3FC4-FCD8-268C-AC9B8EF7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436565"/>
            <a:ext cx="2314575" cy="527403"/>
          </a:xfrm>
        </p:spPr>
        <p:txBody>
          <a:bodyPr/>
          <a:lstStyle/>
          <a:p>
            <a:r>
              <a:rPr lang="pt-BR" sz="1200" dirty="0">
                <a:solidFill>
                  <a:schemeClr val="tx1"/>
                </a:solidFill>
              </a:rPr>
              <a:t>Osvaldo L. Santos-Pereira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E054DB-B5D5-3E62-C710-D0176E6CC182}"/>
              </a:ext>
            </a:extLst>
          </p:cNvPr>
          <p:cNvSpPr txBox="1"/>
          <p:nvPr/>
        </p:nvSpPr>
        <p:spPr>
          <a:xfrm>
            <a:off x="870497" y="80505"/>
            <a:ext cx="5117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Slide </a:t>
            </a:r>
            <a:r>
              <a:rPr lang="pt-BR" sz="2800" dirty="0" err="1"/>
              <a:t>title</a:t>
            </a:r>
            <a:endParaRPr lang="pt-BR" sz="2800" dirty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8D0E775A-D53A-2257-A1FB-86170E1DE3B2}"/>
              </a:ext>
            </a:extLst>
          </p:cNvPr>
          <p:cNvCxnSpPr>
            <a:cxnSpLocks/>
          </p:cNvCxnSpPr>
          <p:nvPr/>
        </p:nvCxnSpPr>
        <p:spPr>
          <a:xfrm>
            <a:off x="544032" y="9563885"/>
            <a:ext cx="5769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32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A58E6-3553-3851-483E-09598887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B28ACE1-C7E2-15D5-34FD-4ECBE94D4039}"/>
              </a:ext>
            </a:extLst>
          </p:cNvPr>
          <p:cNvCxnSpPr>
            <a:cxnSpLocks/>
          </p:cNvCxnSpPr>
          <p:nvPr/>
        </p:nvCxnSpPr>
        <p:spPr>
          <a:xfrm>
            <a:off x="544032" y="567070"/>
            <a:ext cx="5769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2157C88A-8BB3-A529-60D6-CAD8FDBE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436565"/>
            <a:ext cx="2314575" cy="527403"/>
          </a:xfrm>
        </p:spPr>
        <p:txBody>
          <a:bodyPr/>
          <a:lstStyle/>
          <a:p>
            <a:r>
              <a:rPr lang="pt-BR" sz="1200" dirty="0">
                <a:solidFill>
                  <a:schemeClr val="tx1"/>
                </a:solidFill>
              </a:rPr>
              <a:t>Osvaldo L. Santos-Pereira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32C54D-8E71-013B-DC6D-85726165B936}"/>
              </a:ext>
            </a:extLst>
          </p:cNvPr>
          <p:cNvSpPr txBox="1"/>
          <p:nvPr/>
        </p:nvSpPr>
        <p:spPr>
          <a:xfrm>
            <a:off x="870497" y="80505"/>
            <a:ext cx="5117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Slide </a:t>
            </a:r>
            <a:r>
              <a:rPr lang="pt-BR" sz="2800" dirty="0" err="1"/>
              <a:t>title</a:t>
            </a:r>
            <a:endParaRPr lang="pt-BR" sz="2800" dirty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D08F0C1A-E79D-9306-30CD-42B8AE2AC2DA}"/>
              </a:ext>
            </a:extLst>
          </p:cNvPr>
          <p:cNvCxnSpPr>
            <a:cxnSpLocks/>
          </p:cNvCxnSpPr>
          <p:nvPr/>
        </p:nvCxnSpPr>
        <p:spPr>
          <a:xfrm>
            <a:off x="544032" y="9563885"/>
            <a:ext cx="5769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949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46</TotalTime>
  <Words>18</Words>
  <Application>Microsoft Office PowerPoint</Application>
  <PresentationFormat>Papel A4 (210 x 297 mm)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Osvaldo Luiz Santos Pereira</dc:creator>
  <cp:lastModifiedBy>Osvaldo Luiz Santos Pereira</cp:lastModifiedBy>
  <cp:revision>2</cp:revision>
  <dcterms:created xsi:type="dcterms:W3CDTF">2023-06-03T15:46:08Z</dcterms:created>
  <dcterms:modified xsi:type="dcterms:W3CDTF">2025-07-15T20:22:48Z</dcterms:modified>
</cp:coreProperties>
</file>