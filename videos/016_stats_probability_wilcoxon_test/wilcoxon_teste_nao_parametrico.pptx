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74" r:id="rId3"/>
    <p:sldId id="273" r:id="rId4"/>
    <p:sldId id="271" r:id="rId5"/>
    <p:sldId id="272" r:id="rId6"/>
    <p:sldId id="275" r:id="rId7"/>
    <p:sldId id="276" r:id="rId8"/>
    <p:sldId id="265" r:id="rId9"/>
    <p:sldId id="266" r:id="rId10"/>
    <p:sldId id="267" r:id="rId11"/>
    <p:sldId id="268" r:id="rId12"/>
    <p:sldId id="261" r:id="rId13"/>
    <p:sldId id="278" r:id="rId14"/>
    <p:sldId id="279" r:id="rId15"/>
    <p:sldId id="270" r:id="rId16"/>
    <p:sldId id="280" r:id="rId17"/>
    <p:sldId id="281" r:id="rId18"/>
    <p:sldId id="282" r:id="rId1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D12AD7-3A21-483C-A205-7CAA7918DCF1}" v="2512" dt="2025-11-26T01:18:50.0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valdo Luiz Santos Pereira" userId="c308351cf5a860c7" providerId="LiveId" clId="{30D4B243-E56E-4CD9-9C49-7B140616515F}"/>
    <pc:docChg chg="undo custSel addSld delSld modSld sldOrd">
      <pc:chgData name="Osvaldo Luiz Santos Pereira" userId="c308351cf5a860c7" providerId="LiveId" clId="{30D4B243-E56E-4CD9-9C49-7B140616515F}" dt="2025-11-26T01:32:37.732" v="5342" actId="478"/>
      <pc:docMkLst>
        <pc:docMk/>
      </pc:docMkLst>
      <pc:sldChg chg="addSp delSp modSp add mod ord">
        <pc:chgData name="Osvaldo Luiz Santos Pereira" userId="c308351cf5a860c7" providerId="LiveId" clId="{30D4B243-E56E-4CD9-9C49-7B140616515F}" dt="2025-11-23T14:46:10.492" v="3323"/>
        <pc:sldMkLst>
          <pc:docMk/>
          <pc:sldMk cId="1644717641" sldId="260"/>
        </pc:sldMkLst>
        <pc:spChg chg="mod">
          <ac:chgData name="Osvaldo Luiz Santos Pereira" userId="c308351cf5a860c7" providerId="LiveId" clId="{30D4B243-E56E-4CD9-9C49-7B140616515F}" dt="2025-11-22T20:19:54.921" v="408" actId="20577"/>
          <ac:spMkLst>
            <pc:docMk/>
            <pc:sldMk cId="1644717641" sldId="260"/>
            <ac:spMk id="4" creationId="{0F7B5EB4-BB80-749F-9465-FB99762874E1}"/>
          </ac:spMkLst>
        </pc:spChg>
        <pc:spChg chg="add del mod">
          <ac:chgData name="Osvaldo Luiz Santos Pereira" userId="c308351cf5a860c7" providerId="LiveId" clId="{30D4B243-E56E-4CD9-9C49-7B140616515F}" dt="2025-11-23T00:05:35.737" v="2346" actId="14100"/>
          <ac:spMkLst>
            <pc:docMk/>
            <pc:sldMk cId="1644717641" sldId="260"/>
            <ac:spMk id="5" creationId="{84220485-E603-0C34-4B8F-5E41C038B4DD}"/>
          </ac:spMkLst>
        </pc:spChg>
        <pc:picChg chg="add mod">
          <ac:chgData name="Osvaldo Luiz Santos Pereira" userId="c308351cf5a860c7" providerId="LiveId" clId="{30D4B243-E56E-4CD9-9C49-7B140616515F}" dt="2025-11-22T20:21:45.439" v="411" actId="14100"/>
          <ac:picMkLst>
            <pc:docMk/>
            <pc:sldMk cId="1644717641" sldId="260"/>
            <ac:picMk id="1026" creationId="{05CE1DC3-E639-5635-0CF3-C86CBF5CA136}"/>
          </ac:picMkLst>
        </pc:picChg>
      </pc:sldChg>
      <pc:sldChg chg="addSp delSp modSp add mod">
        <pc:chgData name="Osvaldo Luiz Santos Pereira" userId="c308351cf5a860c7" providerId="LiveId" clId="{30D4B243-E56E-4CD9-9C49-7B140616515F}" dt="2025-11-23T19:20:19.936" v="4835" actId="14100"/>
        <pc:sldMkLst>
          <pc:docMk/>
          <pc:sldMk cId="2687265066" sldId="261"/>
        </pc:sldMkLst>
        <pc:spChg chg="add mod">
          <ac:chgData name="Osvaldo Luiz Santos Pereira" userId="c308351cf5a860c7" providerId="LiveId" clId="{30D4B243-E56E-4CD9-9C49-7B140616515F}" dt="2025-11-23T19:18:15.545" v="4658" actId="20577"/>
          <ac:spMkLst>
            <pc:docMk/>
            <pc:sldMk cId="2687265066" sldId="261"/>
            <ac:spMk id="3" creationId="{E662F263-B8D9-1045-EEF7-7378B54C8239}"/>
          </ac:spMkLst>
        </pc:spChg>
        <pc:spChg chg="mod">
          <ac:chgData name="Osvaldo Luiz Santos Pereira" userId="c308351cf5a860c7" providerId="LiveId" clId="{30D4B243-E56E-4CD9-9C49-7B140616515F}" dt="2025-11-22T20:29:17.341" v="493" actId="20577"/>
          <ac:spMkLst>
            <pc:docMk/>
            <pc:sldMk cId="2687265066" sldId="261"/>
            <ac:spMk id="4" creationId="{3D6FFE30-5F18-C017-B8AA-FAB1759B6FCA}"/>
          </ac:spMkLst>
        </pc:spChg>
        <pc:spChg chg="add mod">
          <ac:chgData name="Osvaldo Luiz Santos Pereira" userId="c308351cf5a860c7" providerId="LiveId" clId="{30D4B243-E56E-4CD9-9C49-7B140616515F}" dt="2025-11-23T19:13:54.628" v="4293" actId="20577"/>
          <ac:spMkLst>
            <pc:docMk/>
            <pc:sldMk cId="2687265066" sldId="261"/>
            <ac:spMk id="10" creationId="{39C5DE02-82C0-AB24-9873-983662FC3253}"/>
          </ac:spMkLst>
        </pc:spChg>
        <pc:spChg chg="add mod">
          <ac:chgData name="Osvaldo Luiz Santos Pereira" userId="c308351cf5a860c7" providerId="LiveId" clId="{30D4B243-E56E-4CD9-9C49-7B140616515F}" dt="2025-11-23T19:17:26.580" v="4645" actId="1076"/>
          <ac:spMkLst>
            <pc:docMk/>
            <pc:sldMk cId="2687265066" sldId="261"/>
            <ac:spMk id="12" creationId="{74A6538C-103B-842A-DAFD-91E168F1D42A}"/>
          </ac:spMkLst>
        </pc:spChg>
        <pc:spChg chg="add mod">
          <ac:chgData name="Osvaldo Luiz Santos Pereira" userId="c308351cf5a860c7" providerId="LiveId" clId="{30D4B243-E56E-4CD9-9C49-7B140616515F}" dt="2025-11-23T19:17:26.580" v="4645" actId="1076"/>
          <ac:spMkLst>
            <pc:docMk/>
            <pc:sldMk cId="2687265066" sldId="261"/>
            <ac:spMk id="13" creationId="{7D8BAC21-257A-507F-3628-DF7725F18449}"/>
          </ac:spMkLst>
        </pc:spChg>
        <pc:spChg chg="add mod">
          <ac:chgData name="Osvaldo Luiz Santos Pereira" userId="c308351cf5a860c7" providerId="LiveId" clId="{30D4B243-E56E-4CD9-9C49-7B140616515F}" dt="2025-11-23T19:20:19.936" v="4835" actId="14100"/>
          <ac:spMkLst>
            <pc:docMk/>
            <pc:sldMk cId="2687265066" sldId="261"/>
            <ac:spMk id="14" creationId="{57E1ECE6-CF0E-2422-3AB0-3BEA9842FB20}"/>
          </ac:spMkLst>
        </pc:spChg>
        <pc:spChg chg="add mod">
          <ac:chgData name="Osvaldo Luiz Santos Pereira" userId="c308351cf5a860c7" providerId="LiveId" clId="{30D4B243-E56E-4CD9-9C49-7B140616515F}" dt="2025-11-23T19:20:07.614" v="4822" actId="122"/>
          <ac:spMkLst>
            <pc:docMk/>
            <pc:sldMk cId="2687265066" sldId="261"/>
            <ac:spMk id="15" creationId="{A5C9C5FA-BED7-B42E-E624-31725ECA792C}"/>
          </ac:spMkLst>
        </pc:spChg>
      </pc:sldChg>
      <pc:sldChg chg="addSp delSp modSp add mod ord modAnim">
        <pc:chgData name="Osvaldo Luiz Santos Pereira" userId="c308351cf5a860c7" providerId="LiveId" clId="{30D4B243-E56E-4CD9-9C49-7B140616515F}" dt="2025-11-23T19:05:25.427" v="3904" actId="20577"/>
        <pc:sldMkLst>
          <pc:docMk/>
          <pc:sldMk cId="4246156469" sldId="265"/>
        </pc:sldMkLst>
        <pc:spChg chg="add mod">
          <ac:chgData name="Osvaldo Luiz Santos Pereira" userId="c308351cf5a860c7" providerId="LiveId" clId="{30D4B243-E56E-4CD9-9C49-7B140616515F}" dt="2025-11-23T18:36:40.863" v="3558" actId="1076"/>
          <ac:spMkLst>
            <pc:docMk/>
            <pc:sldMk cId="4246156469" sldId="265"/>
            <ac:spMk id="3" creationId="{72F2955E-110C-BAE7-6EF7-2492FC87C64C}"/>
          </ac:spMkLst>
        </pc:spChg>
        <pc:spChg chg="mod">
          <ac:chgData name="Osvaldo Luiz Santos Pereira" userId="c308351cf5a860c7" providerId="LiveId" clId="{30D4B243-E56E-4CD9-9C49-7B140616515F}" dt="2025-11-22T23:49:08.257" v="2336"/>
          <ac:spMkLst>
            <pc:docMk/>
            <pc:sldMk cId="4246156469" sldId="265"/>
            <ac:spMk id="4" creationId="{20D5AD10-9579-51A0-79E8-D9F91FAC5EA2}"/>
          </ac:spMkLst>
        </pc:spChg>
        <pc:spChg chg="add mod">
          <ac:chgData name="Osvaldo Luiz Santos Pereira" userId="c308351cf5a860c7" providerId="LiveId" clId="{30D4B243-E56E-4CD9-9C49-7B140616515F}" dt="2025-11-23T19:01:07.075" v="3868" actId="403"/>
          <ac:spMkLst>
            <pc:docMk/>
            <pc:sldMk cId="4246156469" sldId="265"/>
            <ac:spMk id="11" creationId="{2629B4EF-0082-FACD-F24B-0A8A64FDF922}"/>
          </ac:spMkLst>
        </pc:spChg>
        <pc:graphicFrameChg chg="mod modGraphic">
          <ac:chgData name="Osvaldo Luiz Santos Pereira" userId="c308351cf5a860c7" providerId="LiveId" clId="{30D4B243-E56E-4CD9-9C49-7B140616515F}" dt="2025-11-23T19:04:50.189" v="3896"/>
          <ac:graphicFrameMkLst>
            <pc:docMk/>
            <pc:sldMk cId="4246156469" sldId="265"/>
            <ac:graphicFrameMk id="2" creationId="{CB24FE04-06BC-D690-A5FD-35DCE7C8ABD2}"/>
          </ac:graphicFrameMkLst>
        </pc:graphicFrameChg>
        <pc:graphicFrameChg chg="mod modGraphic">
          <ac:chgData name="Osvaldo Luiz Santos Pereira" userId="c308351cf5a860c7" providerId="LiveId" clId="{30D4B243-E56E-4CD9-9C49-7B140616515F}" dt="2025-11-23T19:05:25.427" v="3904" actId="20577"/>
          <ac:graphicFrameMkLst>
            <pc:docMk/>
            <pc:sldMk cId="4246156469" sldId="265"/>
            <ac:graphicFrameMk id="8" creationId="{A2395474-276B-DF2C-A421-43D0F062FDC5}"/>
          </ac:graphicFrameMkLst>
        </pc:graphicFrameChg>
      </pc:sldChg>
      <pc:sldChg chg="addSp delSp modSp add mod ord modAnim">
        <pc:chgData name="Osvaldo Luiz Santos Pereira" userId="c308351cf5a860c7" providerId="LiveId" clId="{30D4B243-E56E-4CD9-9C49-7B140616515F}" dt="2025-11-23T19:05:18.930" v="3902"/>
        <pc:sldMkLst>
          <pc:docMk/>
          <pc:sldMk cId="3067342257" sldId="266"/>
        </pc:sldMkLst>
        <pc:spChg chg="add mod">
          <ac:chgData name="Osvaldo Luiz Santos Pereira" userId="c308351cf5a860c7" providerId="LiveId" clId="{30D4B243-E56E-4CD9-9C49-7B140616515F}" dt="2025-11-23T19:02:34.201" v="3886" actId="1076"/>
          <ac:spMkLst>
            <pc:docMk/>
            <pc:sldMk cId="3067342257" sldId="266"/>
            <ac:spMk id="3" creationId="{94BFC609-D917-27B8-381F-D47C1110C71E}"/>
          </ac:spMkLst>
        </pc:spChg>
        <pc:spChg chg="add mod">
          <ac:chgData name="Osvaldo Luiz Santos Pereira" userId="c308351cf5a860c7" providerId="LiveId" clId="{30D4B243-E56E-4CD9-9C49-7B140616515F}" dt="2025-11-23T19:02:27.807" v="3885" actId="403"/>
          <ac:spMkLst>
            <pc:docMk/>
            <pc:sldMk cId="3067342257" sldId="266"/>
            <ac:spMk id="10" creationId="{587A9C0C-1861-9BD6-5C0B-921C157EBE9D}"/>
          </ac:spMkLst>
        </pc:spChg>
        <pc:graphicFrameChg chg="mod">
          <ac:chgData name="Osvaldo Luiz Santos Pereira" userId="c308351cf5a860c7" providerId="LiveId" clId="{30D4B243-E56E-4CD9-9C49-7B140616515F}" dt="2025-11-23T19:04:53.588" v="3897"/>
          <ac:graphicFrameMkLst>
            <pc:docMk/>
            <pc:sldMk cId="3067342257" sldId="266"/>
            <ac:graphicFrameMk id="2" creationId="{C88BC616-0AF6-0A2B-F5E5-531E09D39D3B}"/>
          </ac:graphicFrameMkLst>
        </pc:graphicFrameChg>
        <pc:graphicFrameChg chg="mod modGraphic">
          <ac:chgData name="Osvaldo Luiz Santos Pereira" userId="c308351cf5a860c7" providerId="LiveId" clId="{30D4B243-E56E-4CD9-9C49-7B140616515F}" dt="2025-11-23T19:05:18.930" v="3902"/>
          <ac:graphicFrameMkLst>
            <pc:docMk/>
            <pc:sldMk cId="3067342257" sldId="266"/>
            <ac:graphicFrameMk id="8" creationId="{5F3C8214-1C76-AAE5-E60C-F6E15BFA44CC}"/>
          </ac:graphicFrameMkLst>
        </pc:graphicFrameChg>
      </pc:sldChg>
      <pc:sldChg chg="addSp delSp modSp add mod ord addAnim delAnim modAnim">
        <pc:chgData name="Osvaldo Luiz Santos Pereira" userId="c308351cf5a860c7" providerId="LiveId" clId="{30D4B243-E56E-4CD9-9C49-7B140616515F}" dt="2025-11-26T01:14:53.115" v="5305"/>
        <pc:sldMkLst>
          <pc:docMk/>
          <pc:sldMk cId="14399906" sldId="267"/>
        </pc:sldMkLst>
        <pc:spChg chg="add mod">
          <ac:chgData name="Osvaldo Luiz Santos Pereira" userId="c308351cf5a860c7" providerId="LiveId" clId="{30D4B243-E56E-4CD9-9C49-7B140616515F}" dt="2025-11-23T19:07:34.020" v="3982" actId="14100"/>
          <ac:spMkLst>
            <pc:docMk/>
            <pc:sldMk cId="14399906" sldId="267"/>
            <ac:spMk id="3" creationId="{0DF29D0A-38AB-AC95-900B-54D37DA2599F}"/>
          </ac:spMkLst>
        </pc:spChg>
        <pc:spChg chg="add mod">
          <ac:chgData name="Osvaldo Luiz Santos Pereira" userId="c308351cf5a860c7" providerId="LiveId" clId="{30D4B243-E56E-4CD9-9C49-7B140616515F}" dt="2025-11-23T19:09:26.938" v="4150" actId="20577"/>
          <ac:spMkLst>
            <pc:docMk/>
            <pc:sldMk cId="14399906" sldId="267"/>
            <ac:spMk id="5" creationId="{FD8A4633-3FB3-C3C5-F9AC-D6D51795C54A}"/>
          </ac:spMkLst>
        </pc:spChg>
        <pc:spChg chg="add mod">
          <ac:chgData name="Osvaldo Luiz Santos Pereira" userId="c308351cf5a860c7" providerId="LiveId" clId="{30D4B243-E56E-4CD9-9C49-7B140616515F}" dt="2025-11-23T19:23:36.082" v="4863" actId="208"/>
          <ac:spMkLst>
            <pc:docMk/>
            <pc:sldMk cId="14399906" sldId="267"/>
            <ac:spMk id="10" creationId="{579E9F76-4CED-57CB-905E-956D6256CEF4}"/>
          </ac:spMkLst>
        </pc:spChg>
        <pc:spChg chg="add mod">
          <ac:chgData name="Osvaldo Luiz Santos Pereira" userId="c308351cf5a860c7" providerId="LiveId" clId="{30D4B243-E56E-4CD9-9C49-7B140616515F}" dt="2025-11-23T19:23:41.610" v="4864" actId="571"/>
          <ac:spMkLst>
            <pc:docMk/>
            <pc:sldMk cId="14399906" sldId="267"/>
            <ac:spMk id="11" creationId="{F5504A3D-0A7F-5862-1968-4CD42D276733}"/>
          </ac:spMkLst>
        </pc:spChg>
        <pc:graphicFrameChg chg="mod modGraphic">
          <ac:chgData name="Osvaldo Luiz Santos Pereira" userId="c308351cf5a860c7" providerId="LiveId" clId="{30D4B243-E56E-4CD9-9C49-7B140616515F}" dt="2025-11-23T19:05:00.302" v="3898"/>
          <ac:graphicFrameMkLst>
            <pc:docMk/>
            <pc:sldMk cId="14399906" sldId="267"/>
            <ac:graphicFrameMk id="2" creationId="{81230B31-0826-1CA7-5205-FC7891194359}"/>
          </ac:graphicFrameMkLst>
        </pc:graphicFrameChg>
        <pc:graphicFrameChg chg="mod modGraphic">
          <ac:chgData name="Osvaldo Luiz Santos Pereira" userId="c308351cf5a860c7" providerId="LiveId" clId="{30D4B243-E56E-4CD9-9C49-7B140616515F}" dt="2025-11-26T01:14:53.115" v="5305"/>
          <ac:graphicFrameMkLst>
            <pc:docMk/>
            <pc:sldMk cId="14399906" sldId="267"/>
            <ac:graphicFrameMk id="8" creationId="{11B203D4-4B09-BBA7-D05F-BD3F0F03FFCE}"/>
          </ac:graphicFrameMkLst>
        </pc:graphicFrameChg>
      </pc:sldChg>
      <pc:sldChg chg="addSp delSp modSp add mod ord modAnim">
        <pc:chgData name="Osvaldo Luiz Santos Pereira" userId="c308351cf5a860c7" providerId="LiveId" clId="{30D4B243-E56E-4CD9-9C49-7B140616515F}" dt="2025-11-26T01:14:41.743" v="5304"/>
        <pc:sldMkLst>
          <pc:docMk/>
          <pc:sldMk cId="3947226307" sldId="268"/>
        </pc:sldMkLst>
        <pc:spChg chg="add mod">
          <ac:chgData name="Osvaldo Luiz Santos Pereira" userId="c308351cf5a860c7" providerId="LiveId" clId="{30D4B243-E56E-4CD9-9C49-7B140616515F}" dt="2025-11-23T19:26:04.686" v="4925" actId="122"/>
          <ac:spMkLst>
            <pc:docMk/>
            <pc:sldMk cId="3947226307" sldId="268"/>
            <ac:spMk id="3" creationId="{D1D36249-E602-2E9C-00A5-663A0050C3F2}"/>
          </ac:spMkLst>
        </pc:spChg>
        <pc:graphicFrameChg chg="mod">
          <ac:chgData name="Osvaldo Luiz Santos Pereira" userId="c308351cf5a860c7" providerId="LiveId" clId="{30D4B243-E56E-4CD9-9C49-7B140616515F}" dt="2025-11-23T19:05:04.568" v="3899"/>
          <ac:graphicFrameMkLst>
            <pc:docMk/>
            <pc:sldMk cId="3947226307" sldId="268"/>
            <ac:graphicFrameMk id="2" creationId="{8407ABFA-F0C9-D8B0-8B47-8766BE25C6F8}"/>
          </ac:graphicFrameMkLst>
        </pc:graphicFrameChg>
        <pc:graphicFrameChg chg="mod modGraphic">
          <ac:chgData name="Osvaldo Luiz Santos Pereira" userId="c308351cf5a860c7" providerId="LiveId" clId="{30D4B243-E56E-4CD9-9C49-7B140616515F}" dt="2025-11-26T01:14:41.743" v="5304"/>
          <ac:graphicFrameMkLst>
            <pc:docMk/>
            <pc:sldMk cId="3947226307" sldId="268"/>
            <ac:graphicFrameMk id="8" creationId="{5B3E30A2-C808-AA69-BADE-D42D9443AA14}"/>
          </ac:graphicFrameMkLst>
        </pc:graphicFrameChg>
      </pc:sldChg>
      <pc:sldChg chg="addSp delSp modSp add mod ord modAnim">
        <pc:chgData name="Osvaldo Luiz Santos Pereira" userId="c308351cf5a860c7" providerId="LiveId" clId="{30D4B243-E56E-4CD9-9C49-7B140616515F}" dt="2025-11-23T19:41:18.134" v="5125" actId="14100"/>
        <pc:sldMkLst>
          <pc:docMk/>
          <pc:sldMk cId="4026862911" sldId="270"/>
        </pc:sldMkLst>
        <pc:spChg chg="add mod">
          <ac:chgData name="Osvaldo Luiz Santos Pereira" userId="c308351cf5a860c7" providerId="LiveId" clId="{30D4B243-E56E-4CD9-9C49-7B140616515F}" dt="2025-11-23T19:41:18.134" v="5125" actId="14100"/>
          <ac:spMkLst>
            <pc:docMk/>
            <pc:sldMk cId="4026862911" sldId="270"/>
            <ac:spMk id="2" creationId="{13201D7C-AD65-2078-1F4A-C545DC0A1D3A}"/>
          </ac:spMkLst>
        </pc:spChg>
        <pc:spChg chg="mod">
          <ac:chgData name="Osvaldo Luiz Santos Pereira" userId="c308351cf5a860c7" providerId="LiveId" clId="{30D4B243-E56E-4CD9-9C49-7B140616515F}" dt="2025-11-23T00:31:34.667" v="2392" actId="20577"/>
          <ac:spMkLst>
            <pc:docMk/>
            <pc:sldMk cId="4026862911" sldId="270"/>
            <ac:spMk id="4" creationId="{B944C7D6-C95F-4942-0F15-F0B87C71BF8D}"/>
          </ac:spMkLst>
        </pc:spChg>
        <pc:graphicFrameChg chg="add mod modGraphic">
          <ac:chgData name="Osvaldo Luiz Santos Pereira" userId="c308351cf5a860c7" providerId="LiveId" clId="{30D4B243-E56E-4CD9-9C49-7B140616515F}" dt="2025-11-23T00:34:33.030" v="2450" actId="20577"/>
          <ac:graphicFrameMkLst>
            <pc:docMk/>
            <pc:sldMk cId="4026862911" sldId="270"/>
            <ac:graphicFrameMk id="11" creationId="{572F2EF4-E89F-FAF4-E701-69DC9E452088}"/>
          </ac:graphicFrameMkLst>
        </pc:graphicFrameChg>
      </pc:sldChg>
      <pc:sldChg chg="addSp delSp modSp add mod delAnim modAnim">
        <pc:chgData name="Osvaldo Luiz Santos Pereira" userId="c308351cf5a860c7" providerId="LiveId" clId="{30D4B243-E56E-4CD9-9C49-7B140616515F}" dt="2025-11-26T01:32:37.732" v="5342" actId="478"/>
        <pc:sldMkLst>
          <pc:docMk/>
          <pc:sldMk cId="117239344" sldId="271"/>
        </pc:sldMkLst>
        <pc:spChg chg="add del mod">
          <ac:chgData name="Osvaldo Luiz Santos Pereira" userId="c308351cf5a860c7" providerId="LiveId" clId="{30D4B243-E56E-4CD9-9C49-7B140616515F}" dt="2025-11-26T01:32:37.732" v="5342" actId="478"/>
          <ac:spMkLst>
            <pc:docMk/>
            <pc:sldMk cId="117239344" sldId="271"/>
            <ac:spMk id="2" creationId="{402184E3-524C-E65B-61F4-3041AFF08838}"/>
          </ac:spMkLst>
        </pc:spChg>
        <pc:spChg chg="mod">
          <ac:chgData name="Osvaldo Luiz Santos Pereira" userId="c308351cf5a860c7" providerId="LiveId" clId="{30D4B243-E56E-4CD9-9C49-7B140616515F}" dt="2025-11-23T01:18:37.263" v="2597" actId="20577"/>
          <ac:spMkLst>
            <pc:docMk/>
            <pc:sldMk cId="117239344" sldId="271"/>
            <ac:spMk id="4" creationId="{934675D0-6E43-B021-7C7E-4FAD90BBDE7A}"/>
          </ac:spMkLst>
        </pc:spChg>
        <pc:picChg chg="add mod">
          <ac:chgData name="Osvaldo Luiz Santos Pereira" userId="c308351cf5a860c7" providerId="LiveId" clId="{30D4B243-E56E-4CD9-9C49-7B140616515F}" dt="2025-11-23T01:19:22.423" v="2605" actId="1076"/>
          <ac:picMkLst>
            <pc:docMk/>
            <pc:sldMk cId="117239344" sldId="271"/>
            <ac:picMk id="10244" creationId="{C60F1A22-1A49-B902-4EBB-E0F60D8FD434}"/>
          </ac:picMkLst>
        </pc:picChg>
      </pc:sldChg>
      <pc:sldChg chg="addSp delSp modSp add mod">
        <pc:chgData name="Osvaldo Luiz Santos Pereira" userId="c308351cf5a860c7" providerId="LiveId" clId="{30D4B243-E56E-4CD9-9C49-7B140616515F}" dt="2025-11-23T01:27:46.445" v="2630" actId="1076"/>
        <pc:sldMkLst>
          <pc:docMk/>
          <pc:sldMk cId="2148415416" sldId="272"/>
        </pc:sldMkLst>
        <pc:spChg chg="mod">
          <ac:chgData name="Osvaldo Luiz Santos Pereira" userId="c308351cf5a860c7" providerId="LiveId" clId="{30D4B243-E56E-4CD9-9C49-7B140616515F}" dt="2025-11-23T01:25:06.456" v="2623" actId="20577"/>
          <ac:spMkLst>
            <pc:docMk/>
            <pc:sldMk cId="2148415416" sldId="272"/>
            <ac:spMk id="4" creationId="{48A98787-8450-0BAE-5E79-B2FDB63A90B1}"/>
          </ac:spMkLst>
        </pc:spChg>
        <pc:picChg chg="add mod">
          <ac:chgData name="Osvaldo Luiz Santos Pereira" userId="c308351cf5a860c7" providerId="LiveId" clId="{30D4B243-E56E-4CD9-9C49-7B140616515F}" dt="2025-11-23T01:27:46.445" v="2630" actId="1076"/>
          <ac:picMkLst>
            <pc:docMk/>
            <pc:sldMk cId="2148415416" sldId="272"/>
            <ac:picMk id="11266" creationId="{DB872E0C-032F-A055-7CDA-07EC9EEC1E38}"/>
          </ac:picMkLst>
        </pc:picChg>
      </pc:sldChg>
      <pc:sldChg chg="addSp delSp modSp add mod">
        <pc:chgData name="Osvaldo Luiz Santos Pereira" userId="c308351cf5a860c7" providerId="LiveId" clId="{30D4B243-E56E-4CD9-9C49-7B140616515F}" dt="2025-11-23T15:08:28.332" v="3348" actId="113"/>
        <pc:sldMkLst>
          <pc:docMk/>
          <pc:sldMk cId="2877738156" sldId="273"/>
        </pc:sldMkLst>
        <pc:spChg chg="mod">
          <ac:chgData name="Osvaldo Luiz Santos Pereira" userId="c308351cf5a860c7" providerId="LiveId" clId="{30D4B243-E56E-4CD9-9C49-7B140616515F}" dt="2025-11-23T13:37:54.813" v="2675" actId="6549"/>
          <ac:spMkLst>
            <pc:docMk/>
            <pc:sldMk cId="2877738156" sldId="273"/>
            <ac:spMk id="4" creationId="{5C4E5FE9-FFED-989C-A677-6D50BE4B3668}"/>
          </ac:spMkLst>
        </pc:spChg>
        <pc:spChg chg="add mod">
          <ac:chgData name="Osvaldo Luiz Santos Pereira" userId="c308351cf5a860c7" providerId="LiveId" clId="{30D4B243-E56E-4CD9-9C49-7B140616515F}" dt="2025-11-23T15:08:28.332" v="3348" actId="113"/>
          <ac:spMkLst>
            <pc:docMk/>
            <pc:sldMk cId="2877738156" sldId="273"/>
            <ac:spMk id="5" creationId="{B3A2B2FA-DAC0-6A50-DFAC-6E92A596B552}"/>
          </ac:spMkLst>
        </pc:spChg>
      </pc:sldChg>
      <pc:sldChg chg="modSp add mod">
        <pc:chgData name="Osvaldo Luiz Santos Pereira" userId="c308351cf5a860c7" providerId="LiveId" clId="{30D4B243-E56E-4CD9-9C49-7B140616515F}" dt="2025-11-23T15:08:10.656" v="3345" actId="113"/>
        <pc:sldMkLst>
          <pc:docMk/>
          <pc:sldMk cId="3593420224" sldId="274"/>
        </pc:sldMkLst>
        <pc:spChg chg="mod">
          <ac:chgData name="Osvaldo Luiz Santos Pereira" userId="c308351cf5a860c7" providerId="LiveId" clId="{30D4B243-E56E-4CD9-9C49-7B140616515F}" dt="2025-11-23T15:08:10.656" v="3345" actId="113"/>
          <ac:spMkLst>
            <pc:docMk/>
            <pc:sldMk cId="3593420224" sldId="274"/>
            <ac:spMk id="11" creationId="{F5CE6352-E56D-5521-DED6-9655660F04AE}"/>
          </ac:spMkLst>
        </pc:spChg>
      </pc:sldChg>
      <pc:sldChg chg="addSp delSp modSp add mod modAnim">
        <pc:chgData name="Osvaldo Luiz Santos Pereira" userId="c308351cf5a860c7" providerId="LiveId" clId="{30D4B243-E56E-4CD9-9C49-7B140616515F}" dt="2025-11-26T01:03:56.138" v="5242" actId="20577"/>
        <pc:sldMkLst>
          <pc:docMk/>
          <pc:sldMk cId="3195504026" sldId="275"/>
        </pc:sldMkLst>
        <pc:spChg chg="add mod">
          <ac:chgData name="Osvaldo Luiz Santos Pereira" userId="c308351cf5a860c7" providerId="LiveId" clId="{30D4B243-E56E-4CD9-9C49-7B140616515F}" dt="2025-11-26T01:03:56.138" v="5242" actId="20577"/>
          <ac:spMkLst>
            <pc:docMk/>
            <pc:sldMk cId="3195504026" sldId="275"/>
            <ac:spMk id="17" creationId="{920FEB82-632E-1BD0-51B6-743EBC66D3D8}"/>
          </ac:spMkLst>
        </pc:spChg>
        <pc:graphicFrameChg chg="mod modGraphic">
          <ac:chgData name="Osvaldo Luiz Santos Pereira" userId="c308351cf5a860c7" providerId="LiveId" clId="{30D4B243-E56E-4CD9-9C49-7B140616515F}" dt="2025-11-23T19:04:44.717" v="3894"/>
          <ac:graphicFrameMkLst>
            <pc:docMk/>
            <pc:sldMk cId="3195504026" sldId="275"/>
            <ac:graphicFrameMk id="2" creationId="{0379E00E-EDFA-3AA0-9CD2-D7630D200FA6}"/>
          </ac:graphicFrameMkLst>
        </pc:graphicFrameChg>
      </pc:sldChg>
      <pc:sldChg chg="modSp add mod modAnim">
        <pc:chgData name="Osvaldo Luiz Santos Pereira" userId="c308351cf5a860c7" providerId="LiveId" clId="{30D4B243-E56E-4CD9-9C49-7B140616515F}" dt="2025-11-26T01:02:59.928" v="5217" actId="113"/>
        <pc:sldMkLst>
          <pc:docMk/>
          <pc:sldMk cId="2386163598" sldId="276"/>
        </pc:sldMkLst>
        <pc:spChg chg="mod">
          <ac:chgData name="Osvaldo Luiz Santos Pereira" userId="c308351cf5a860c7" providerId="LiveId" clId="{30D4B243-E56E-4CD9-9C49-7B140616515F}" dt="2025-11-26T01:02:59.928" v="5217" actId="113"/>
          <ac:spMkLst>
            <pc:docMk/>
            <pc:sldMk cId="2386163598" sldId="276"/>
            <ac:spMk id="17" creationId="{5D8B89F6-925B-7B00-7DB0-3D364D8322FE}"/>
          </ac:spMkLst>
        </pc:spChg>
        <pc:graphicFrameChg chg="mod">
          <ac:chgData name="Osvaldo Luiz Santos Pereira" userId="c308351cf5a860c7" providerId="LiveId" clId="{30D4B243-E56E-4CD9-9C49-7B140616515F}" dt="2025-11-23T19:04:47.440" v="3895"/>
          <ac:graphicFrameMkLst>
            <pc:docMk/>
            <pc:sldMk cId="2386163598" sldId="276"/>
            <ac:graphicFrameMk id="2" creationId="{0BBBC851-3ACE-64D3-8B3C-70BD5A233127}"/>
          </ac:graphicFrameMkLst>
        </pc:graphicFrameChg>
      </pc:sldChg>
      <pc:sldChg chg="addSp modSp add mod">
        <pc:chgData name="Osvaldo Luiz Santos Pereira" userId="c308351cf5a860c7" providerId="LiveId" clId="{30D4B243-E56E-4CD9-9C49-7B140616515F}" dt="2025-11-26T01:17:32.574" v="5330" actId="20577"/>
        <pc:sldMkLst>
          <pc:docMk/>
          <pc:sldMk cId="2784357081" sldId="278"/>
        </pc:sldMkLst>
        <pc:spChg chg="add mod">
          <ac:chgData name="Osvaldo Luiz Santos Pereira" userId="c308351cf5a860c7" providerId="LiveId" clId="{30D4B243-E56E-4CD9-9C49-7B140616515F}" dt="2025-11-26T01:16:03.285" v="5322" actId="20577"/>
          <ac:spMkLst>
            <pc:docMk/>
            <pc:sldMk cId="2784357081" sldId="278"/>
            <ac:spMk id="3" creationId="{F4DB58A7-41A0-B3C8-3AEC-C51C56563AC6}"/>
          </ac:spMkLst>
        </pc:spChg>
        <pc:spChg chg="add mod">
          <ac:chgData name="Osvaldo Luiz Santos Pereira" userId="c308351cf5a860c7" providerId="LiveId" clId="{30D4B243-E56E-4CD9-9C49-7B140616515F}" dt="2025-11-26T01:17:13.093" v="5326" actId="20577"/>
          <ac:spMkLst>
            <pc:docMk/>
            <pc:sldMk cId="2784357081" sldId="278"/>
            <ac:spMk id="5" creationId="{12567CCC-CEE4-B152-6CCF-9A007E32676A}"/>
          </ac:spMkLst>
        </pc:spChg>
        <pc:spChg chg="add mod">
          <ac:chgData name="Osvaldo Luiz Santos Pereira" userId="c308351cf5a860c7" providerId="LiveId" clId="{30D4B243-E56E-4CD9-9C49-7B140616515F}" dt="2025-11-26T01:17:32.574" v="5330" actId="20577"/>
          <ac:spMkLst>
            <pc:docMk/>
            <pc:sldMk cId="2784357081" sldId="278"/>
            <ac:spMk id="10" creationId="{A3A6861B-6297-62EA-68F4-2D3CBDA74161}"/>
          </ac:spMkLst>
        </pc:spChg>
        <pc:graphicFrameChg chg="mod modGraphic">
          <ac:chgData name="Osvaldo Luiz Santos Pereira" userId="c308351cf5a860c7" providerId="LiveId" clId="{30D4B243-E56E-4CD9-9C49-7B140616515F}" dt="2025-11-26T01:14:30.132" v="5303" actId="20577"/>
          <ac:graphicFrameMkLst>
            <pc:docMk/>
            <pc:sldMk cId="2784357081" sldId="278"/>
            <ac:graphicFrameMk id="8" creationId="{A2E63068-1E21-C520-8EE2-C83D6DE373AD}"/>
          </ac:graphicFrameMkLst>
        </pc:graphicFrameChg>
      </pc:sldChg>
      <pc:sldChg chg="addSp modSp add mod modAnim">
        <pc:chgData name="Osvaldo Luiz Santos Pereira" userId="c308351cf5a860c7" providerId="LiveId" clId="{30D4B243-E56E-4CD9-9C49-7B140616515F}" dt="2025-11-26T01:18:21.407" v="5337" actId="20577"/>
        <pc:sldMkLst>
          <pc:docMk/>
          <pc:sldMk cId="1060592022" sldId="279"/>
        </pc:sldMkLst>
        <pc:spChg chg="mod">
          <ac:chgData name="Osvaldo Luiz Santos Pereira" userId="c308351cf5a860c7" providerId="LiveId" clId="{30D4B243-E56E-4CD9-9C49-7B140616515F}" dt="2025-11-26T01:17:46.991" v="5333" actId="20577"/>
          <ac:spMkLst>
            <pc:docMk/>
            <pc:sldMk cId="1060592022" sldId="279"/>
            <ac:spMk id="3" creationId="{26A6C1AE-34F9-61F5-30BE-7162D39B4279}"/>
          </ac:spMkLst>
        </pc:spChg>
        <pc:spChg chg="mod">
          <ac:chgData name="Osvaldo Luiz Santos Pereira" userId="c308351cf5a860c7" providerId="LiveId" clId="{30D4B243-E56E-4CD9-9C49-7B140616515F}" dt="2025-11-26T01:18:02.788" v="5335" actId="20577"/>
          <ac:spMkLst>
            <pc:docMk/>
            <pc:sldMk cId="1060592022" sldId="279"/>
            <ac:spMk id="5" creationId="{AA962D2D-7749-3866-6057-AFB3192FF4BB}"/>
          </ac:spMkLst>
        </pc:spChg>
        <pc:spChg chg="mod">
          <ac:chgData name="Osvaldo Luiz Santos Pereira" userId="c308351cf5a860c7" providerId="LiveId" clId="{30D4B243-E56E-4CD9-9C49-7B140616515F}" dt="2025-11-26T01:18:17.824" v="5336" actId="20577"/>
          <ac:spMkLst>
            <pc:docMk/>
            <pc:sldMk cId="1060592022" sldId="279"/>
            <ac:spMk id="10" creationId="{76E2D80F-2743-6C38-6E18-B263B81CD07C}"/>
          </ac:spMkLst>
        </pc:spChg>
        <pc:spChg chg="add mod">
          <ac:chgData name="Osvaldo Luiz Santos Pereira" userId="c308351cf5a860c7" providerId="LiveId" clId="{30D4B243-E56E-4CD9-9C49-7B140616515F}" dt="2025-11-26T01:18:21.407" v="5337" actId="20577"/>
          <ac:spMkLst>
            <pc:docMk/>
            <pc:sldMk cId="1060592022" sldId="279"/>
            <ac:spMk id="11" creationId="{764741B0-DCB4-910A-BC84-7693275F94EF}"/>
          </ac:spMkLst>
        </pc:spChg>
        <pc:spChg chg="add mod">
          <ac:chgData name="Osvaldo Luiz Santos Pereira" userId="c308351cf5a860c7" providerId="LiveId" clId="{30D4B243-E56E-4CD9-9C49-7B140616515F}" dt="2025-11-23T19:34:11.994" v="5070" actId="14100"/>
          <ac:spMkLst>
            <pc:docMk/>
            <pc:sldMk cId="1060592022" sldId="279"/>
            <ac:spMk id="12" creationId="{39E95EDE-0E33-9EE3-9300-65FE06B5749C}"/>
          </ac:spMkLst>
        </pc:spChg>
        <pc:spChg chg="add mod">
          <ac:chgData name="Osvaldo Luiz Santos Pereira" userId="c308351cf5a860c7" providerId="LiveId" clId="{30D4B243-E56E-4CD9-9C49-7B140616515F}" dt="2025-11-23T19:34:38.634" v="5087" actId="1035"/>
          <ac:spMkLst>
            <pc:docMk/>
            <pc:sldMk cId="1060592022" sldId="279"/>
            <ac:spMk id="13" creationId="{0B814AB2-41E8-96E9-868C-38BD8CD6CCAF}"/>
          </ac:spMkLst>
        </pc:spChg>
        <pc:graphicFrameChg chg="modGraphic">
          <ac:chgData name="Osvaldo Luiz Santos Pereira" userId="c308351cf5a860c7" providerId="LiveId" clId="{30D4B243-E56E-4CD9-9C49-7B140616515F}" dt="2025-11-23T19:32:43.926" v="5040" actId="2166"/>
          <ac:graphicFrameMkLst>
            <pc:docMk/>
            <pc:sldMk cId="1060592022" sldId="279"/>
            <ac:graphicFrameMk id="8" creationId="{B8D95E9F-3AFA-9D7E-1F84-8B481FD4B6E6}"/>
          </ac:graphicFrameMkLst>
        </pc:graphicFrameChg>
      </pc:sldChg>
      <pc:sldChg chg="addSp delSp modSp add mod addAnim delAnim">
        <pc:chgData name="Osvaldo Luiz Santos Pereira" userId="c308351cf5a860c7" providerId="LiveId" clId="{30D4B243-E56E-4CD9-9C49-7B140616515F}" dt="2025-11-26T01:18:50.068" v="5341" actId="20577"/>
        <pc:sldMkLst>
          <pc:docMk/>
          <pc:sldMk cId="4037229065" sldId="280"/>
        </pc:sldMkLst>
        <pc:spChg chg="mod">
          <ac:chgData name="Osvaldo Luiz Santos Pereira" userId="c308351cf5a860c7" providerId="LiveId" clId="{30D4B243-E56E-4CD9-9C49-7B140616515F}" dt="2025-11-26T01:18:35.256" v="5338"/>
          <ac:spMkLst>
            <pc:docMk/>
            <pc:sldMk cId="4037229065" sldId="280"/>
            <ac:spMk id="3" creationId="{682825A7-3BA1-34C1-8515-C2565AE84D20}"/>
          </ac:spMkLst>
        </pc:spChg>
        <pc:spChg chg="mod">
          <ac:chgData name="Osvaldo Luiz Santos Pereira" userId="c308351cf5a860c7" providerId="LiveId" clId="{30D4B243-E56E-4CD9-9C49-7B140616515F}" dt="2025-11-26T01:18:44.319" v="5339"/>
          <ac:spMkLst>
            <pc:docMk/>
            <pc:sldMk cId="4037229065" sldId="280"/>
            <ac:spMk id="5" creationId="{781B8F91-80F3-E7D3-1A0E-1F752D341B60}"/>
          </ac:spMkLst>
        </pc:spChg>
        <pc:spChg chg="mod">
          <ac:chgData name="Osvaldo Luiz Santos Pereira" userId="c308351cf5a860c7" providerId="LiveId" clId="{30D4B243-E56E-4CD9-9C49-7B140616515F}" dt="2025-11-26T01:18:47.369" v="5340" actId="20577"/>
          <ac:spMkLst>
            <pc:docMk/>
            <pc:sldMk cId="4037229065" sldId="280"/>
            <ac:spMk id="10" creationId="{7648875E-B42B-4A49-170F-F2488CF35D69}"/>
          </ac:spMkLst>
        </pc:spChg>
        <pc:spChg chg="mod">
          <ac:chgData name="Osvaldo Luiz Santos Pereira" userId="c308351cf5a860c7" providerId="LiveId" clId="{30D4B243-E56E-4CD9-9C49-7B140616515F}" dt="2025-11-26T01:18:50.068" v="5341" actId="20577"/>
          <ac:spMkLst>
            <pc:docMk/>
            <pc:sldMk cId="4037229065" sldId="280"/>
            <ac:spMk id="11" creationId="{5F97E9B0-F561-A2B7-9D8C-261FC387105F}"/>
          </ac:spMkLst>
        </pc:spChg>
        <pc:spChg chg="mod">
          <ac:chgData name="Osvaldo Luiz Santos Pereira" userId="c308351cf5a860c7" providerId="LiveId" clId="{30D4B243-E56E-4CD9-9C49-7B140616515F}" dt="2025-11-23T19:41:54.185" v="5155" actId="14100"/>
          <ac:spMkLst>
            <pc:docMk/>
            <pc:sldMk cId="4037229065" sldId="280"/>
            <ac:spMk id="13" creationId="{AE076843-61BF-C955-2D13-EB9286F8889B}"/>
          </ac:spMkLst>
        </pc:spChg>
        <pc:spChg chg="add mod">
          <ac:chgData name="Osvaldo Luiz Santos Pereira" userId="c308351cf5a860c7" providerId="LiveId" clId="{30D4B243-E56E-4CD9-9C49-7B140616515F}" dt="2025-11-23T19:41:47.813" v="5154" actId="14100"/>
          <ac:spMkLst>
            <pc:docMk/>
            <pc:sldMk cId="4037229065" sldId="280"/>
            <ac:spMk id="14" creationId="{6C46B1A7-8FDB-AF6A-C072-CD91D76E36B8}"/>
          </ac:spMkLst>
        </pc:spChg>
      </pc:sldChg>
      <pc:sldChg chg="addSp delSp modSp add mod delAnim">
        <pc:chgData name="Osvaldo Luiz Santos Pereira" userId="c308351cf5a860c7" providerId="LiveId" clId="{30D4B243-E56E-4CD9-9C49-7B140616515F}" dt="2025-11-23T20:13:57.362" v="5193" actId="14100"/>
        <pc:sldMkLst>
          <pc:docMk/>
          <pc:sldMk cId="3416499170" sldId="281"/>
        </pc:sldMkLst>
        <pc:spChg chg="mod">
          <ac:chgData name="Osvaldo Luiz Santos Pereira" userId="c308351cf5a860c7" providerId="LiveId" clId="{30D4B243-E56E-4CD9-9C49-7B140616515F}" dt="2025-11-23T19:54:56.408" v="5183" actId="20577"/>
          <ac:spMkLst>
            <pc:docMk/>
            <pc:sldMk cId="3416499170" sldId="281"/>
            <ac:spMk id="4" creationId="{29322E18-75CD-9BD8-E7F3-97CFAE77752B}"/>
          </ac:spMkLst>
        </pc:spChg>
        <pc:picChg chg="add mod">
          <ac:chgData name="Osvaldo Luiz Santos Pereira" userId="c308351cf5a860c7" providerId="LiveId" clId="{30D4B243-E56E-4CD9-9C49-7B140616515F}" dt="2025-11-23T20:13:57.362" v="5193" actId="14100"/>
          <ac:picMkLst>
            <pc:docMk/>
            <pc:sldMk cId="3416499170" sldId="281"/>
            <ac:picMk id="1026" creationId="{05E37163-EEAD-EDA6-A1A6-6883D07CEA9E}"/>
          </ac:picMkLst>
        </pc:picChg>
      </pc:sldChg>
      <pc:sldChg chg="addSp delSp modSp add">
        <pc:chgData name="Osvaldo Luiz Santos Pereira" userId="c308351cf5a860c7" providerId="LiveId" clId="{30D4B243-E56E-4CD9-9C49-7B140616515F}" dt="2025-11-23T19:55:27.158" v="5191" actId="14100"/>
        <pc:sldMkLst>
          <pc:docMk/>
          <pc:sldMk cId="55765986" sldId="282"/>
        </pc:sldMkLst>
        <pc:picChg chg="add mod">
          <ac:chgData name="Osvaldo Luiz Santos Pereira" userId="c308351cf5a860c7" providerId="LiveId" clId="{30D4B243-E56E-4CD9-9C49-7B140616515F}" dt="2025-11-23T19:55:27.158" v="5191" actId="14100"/>
          <ac:picMkLst>
            <pc:docMk/>
            <pc:sldMk cId="55765986" sldId="282"/>
            <ac:picMk id="2050" creationId="{5952A7E8-AF4B-9580-F58B-CD36742795C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7F6A60-98B8-1EC7-2031-ED0511F908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51EAB7C-C1AD-23D1-6C22-B266351D6C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D6C1347-61C4-72AB-5C4E-9640232FE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5EABF-DEAE-411F-A921-85A2A2DC1F43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92A06D-1A88-BBC4-7ABF-576E311E4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996CB3A-9C75-549B-F93D-17EA9B7A2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EF25-5D5D-44A0-8EA4-16483AB93F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2818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69BF91-605E-B1C3-4394-27715E4CB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597CBC-8812-820D-C91F-F9E41C6FF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91F758-09D9-FB98-B5C9-AF9C8EA35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5EABF-DEAE-411F-A921-85A2A2DC1F43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988143C-38D6-BFC4-C115-5CEE95EFB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87A9BC-3C22-9C95-2A43-E4847CBE8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EF25-5D5D-44A0-8EA4-16483AB93F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9252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0AA500-4FEA-1BE2-7D19-5A3002981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B4E689E-8179-D3CA-E74D-3D6F96F97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A11F6D3-F5BF-29C5-1A10-12286D1EA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5EABF-DEAE-411F-A921-85A2A2DC1F43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7CA6E8-80F7-4689-2F8B-2AAAA3838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277320D-9154-8896-A959-AB70DE235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EF25-5D5D-44A0-8EA4-16483AB93F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063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9FB1C1-BA87-5DCC-9E3D-34547CBDB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6CB0645-011C-EA27-56F9-E922D0415B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510E8FE-F7EC-E482-F175-D690E89308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59FD08F-5640-DCF8-C8E7-FDCC0A485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5EABF-DEAE-411F-A921-85A2A2DC1F43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8895535-1445-A859-37FF-A44472D4D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E72C46A-EC2A-4614-A65C-4611DE104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EF25-5D5D-44A0-8EA4-16483AB93F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423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364A63-BA9C-DAA0-C0E0-FF518EBB5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0BF9C36-8C31-9A60-E893-97B128251A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00AB8AB-6A08-79E4-087E-FC3E517F84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E958F8B-C812-3E88-05DF-85AF385E90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FBA94E9-A86A-F289-6C68-0F04AACD1E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6EF9851-4F6C-9334-ADCC-56A05C1E8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5EABF-DEAE-411F-A921-85A2A2DC1F43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AA659C3-E73A-B09F-27E6-401A3C89E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85511E1-AABC-4B3A-AD1A-B2C8DC362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EF25-5D5D-44A0-8EA4-16483AB93F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3805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6E4734-60B6-5665-B00C-891AB4E3F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8F991FA-6D72-946C-DD42-0F7356723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5EABF-DEAE-411F-A921-85A2A2DC1F43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674E4AB-ABB7-EB08-9612-DAF58083B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FF7B8AF-D1FE-4EB1-AA32-83AB09CF3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EF25-5D5D-44A0-8EA4-16483AB93F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9747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1A55C9F-B8B7-C56D-2496-2E01C18F1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5EABF-DEAE-411F-A921-85A2A2DC1F43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E8EBB3F-71A5-D11E-2AB8-EEE33CE99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4A16B74-FDDB-422C-CCFE-CDC4CC51B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EF25-5D5D-44A0-8EA4-16483AB93F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7461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E6C03C-B604-937B-1DAA-A3B4D46E1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C1BD35-28AE-1DAF-B5D9-7D0029DD9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39E269D-1151-B7BB-0EFE-B3E7D7134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186E158-56D0-24B3-5C86-1B2F25981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5EABF-DEAE-411F-A921-85A2A2DC1F43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12E0BA2-4202-4EF2-B524-E87D7FE50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B1D0576-1132-DF84-56C0-720980378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EF25-5D5D-44A0-8EA4-16483AB93F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4017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31B04C-010D-0A42-3EEF-571AB5F5E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C2649CD-F15D-1E36-745B-7E703446B8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83C25F9-D86D-BFA9-6D8B-48BDAAE931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5E1063E-883F-7C9D-2A0D-CBF85787D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5EABF-DEAE-411F-A921-85A2A2DC1F43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E4C05F4-E3F4-680A-B3F0-542F8E1AF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DF40F83-3E92-F53D-B052-0BA6F33DD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EF25-5D5D-44A0-8EA4-16483AB93F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7935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A3FE6E-11CA-D98D-160D-85F356748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7ACB755-2E88-9C87-21F4-14AD4C68DE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999D8D9-F94D-6315-DFE7-B9E28E618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5EABF-DEAE-411F-A921-85A2A2DC1F43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6EEA01-A822-9481-4B49-1CCE81146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1921BA1-FFD6-C3D3-6CA3-36FA25FD4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EF25-5D5D-44A0-8EA4-16483AB93F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0690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583A8D7-A49B-5F14-93E8-3E7B8BAA86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149EDD9-68CE-6635-363E-2EC6D36FC0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C3B4ACC-71CA-418B-2157-2D9E86703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5EABF-DEAE-411F-A921-85A2A2DC1F43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85E4CC2-386B-5410-7C98-E13A80CFB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D38F974-0393-1575-4FEC-B16406BC4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EEF25-5D5D-44A0-8EA4-16483AB93F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1134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9F78876-9C22-526F-BCBC-152783987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D88B7E5-C1F1-D299-9970-E94493A13D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24A8B7C-3C5C-23CB-48F7-6E3E23F046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A5EABF-DEAE-411F-A921-85A2A2DC1F43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49DB0A4-B0A9-8E49-0BAF-30D6F2F376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CFDB106-25DA-6911-52FF-C8DB1EBC2E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DEEF25-5D5D-44A0-8EA4-16483AB93F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6009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5.png"/><Relationship Id="rId7" Type="http://schemas.openxmlformats.org/officeDocument/2006/relationships/image" Target="../media/image2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5.png"/><Relationship Id="rId7" Type="http://schemas.openxmlformats.org/officeDocument/2006/relationships/image" Target="../media/image2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29149-85D1-6F22-320D-154305286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0F7B5EB4-BB80-749F-9465-FB99762874E1}"/>
              </a:ext>
            </a:extLst>
          </p:cNvPr>
          <p:cNvSpPr txBox="1"/>
          <p:nvPr/>
        </p:nvSpPr>
        <p:spPr>
          <a:xfrm>
            <a:off x="235973" y="96003"/>
            <a:ext cx="107663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Frank </a:t>
            </a:r>
            <a:r>
              <a:rPr lang="pt-BR" sz="3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Wilcoxon</a:t>
            </a:r>
            <a:r>
              <a:rPr lang="pt-BR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(1892-1965)</a:t>
            </a:r>
          </a:p>
        </p:txBody>
      </p:sp>
      <p:pic>
        <p:nvPicPr>
          <p:cNvPr id="6" name="Imagem 5" descr="Desenho preto e branco&#10;&#10;O conteúdo gerado por IA pode estar incorreto.">
            <a:extLst>
              <a:ext uri="{FF2B5EF4-FFF2-40B4-BE49-F238E27FC236}">
                <a16:creationId xmlns:a16="http://schemas.microsoft.com/office/drawing/2014/main" id="{9F641F64-C48E-F613-CFFC-5E70BBF98F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5607" y="0"/>
            <a:ext cx="742334" cy="742334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8B70EDF1-62E1-6594-A493-BFDACC4E05AA}"/>
              </a:ext>
            </a:extLst>
          </p:cNvPr>
          <p:cNvSpPr/>
          <p:nvPr/>
        </p:nvSpPr>
        <p:spPr>
          <a:xfrm>
            <a:off x="0" y="6587613"/>
            <a:ext cx="12192000" cy="27038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>
                <a:solidFill>
                  <a:schemeClr val="tx1"/>
                </a:solidFill>
              </a:rPr>
              <a:t>Osvaldo L. Santos-Pereira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82BB27EE-1F77-5CFD-30D5-A163549B1DA6}"/>
              </a:ext>
            </a:extLst>
          </p:cNvPr>
          <p:cNvCxnSpPr>
            <a:cxnSpLocks/>
          </p:cNvCxnSpPr>
          <p:nvPr/>
        </p:nvCxnSpPr>
        <p:spPr>
          <a:xfrm>
            <a:off x="235974" y="850488"/>
            <a:ext cx="1076632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Frank Wilcoxon - Wikipedia">
            <a:extLst>
              <a:ext uri="{FF2B5EF4-FFF2-40B4-BE49-F238E27FC236}">
                <a16:creationId xmlns:a16="http://schemas.microsoft.com/office/drawing/2014/main" id="{05CE1DC3-E639-5635-0CF3-C86CBF5CA1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972" y="1070793"/>
            <a:ext cx="3873911" cy="5113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4220485-E603-0C34-4B8F-5E41C038B4DD}"/>
              </a:ext>
            </a:extLst>
          </p:cNvPr>
          <p:cNvSpPr txBox="1"/>
          <p:nvPr/>
        </p:nvSpPr>
        <p:spPr>
          <a:xfrm>
            <a:off x="4336027" y="1070793"/>
            <a:ext cx="774781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Químico físico nascido na Irlanda e criado nos EUA.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Formado pelo Pennsylvania Military </a:t>
            </a:r>
            <a:r>
              <a:rPr lang="pt-BR" dirty="0" err="1"/>
              <a:t>College</a:t>
            </a:r>
            <a:r>
              <a:rPr lang="pt-BR" dirty="0"/>
              <a:t>;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Doutor em Química Física pela Cornell (1924)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Atuou em pesquisa nas áreas de química e controle de qualidade industrial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Interessou-se por estatística após estudar a obra de Ronald Fisher.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Criador dos testes não paramétricos que levam seu nome: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pt-BR" dirty="0"/>
              <a:t>Teste de </a:t>
            </a:r>
            <a:r>
              <a:rPr lang="pt-BR" dirty="0" err="1"/>
              <a:t>Wilcoxon</a:t>
            </a:r>
            <a:r>
              <a:rPr lang="pt-BR" dirty="0"/>
              <a:t> para amostras pareadas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pt-BR" dirty="0"/>
              <a:t>Teste de soma de postos de </a:t>
            </a:r>
            <a:r>
              <a:rPr lang="pt-BR" dirty="0" err="1"/>
              <a:t>Wilcoxon</a:t>
            </a:r>
            <a:r>
              <a:rPr lang="pt-BR" dirty="0"/>
              <a:t> para amostras independentes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pt-BR" dirty="0"/>
              <a:t>Publicou mais de 70 artigos ao longo da carreira</a:t>
            </a:r>
          </a:p>
        </p:txBody>
      </p:sp>
    </p:spTree>
    <p:extLst>
      <p:ext uri="{BB962C8B-B14F-4D97-AF65-F5344CB8AC3E}">
        <p14:creationId xmlns:p14="http://schemas.microsoft.com/office/powerpoint/2010/main" val="1644717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AB8F1-4A91-4114-C96D-77A69DE3B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2C8E236-4913-8786-6A20-389F77F8EA05}"/>
              </a:ext>
            </a:extLst>
          </p:cNvPr>
          <p:cNvSpPr txBox="1"/>
          <p:nvPr/>
        </p:nvSpPr>
        <p:spPr>
          <a:xfrm>
            <a:off x="235973" y="96003"/>
            <a:ext cx="107663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Testes Não-Paramétricos</a:t>
            </a:r>
          </a:p>
        </p:txBody>
      </p:sp>
      <p:pic>
        <p:nvPicPr>
          <p:cNvPr id="6" name="Imagem 5" descr="Desenho preto e branco&#10;&#10;O conteúdo gerado por IA pode estar incorreto.">
            <a:extLst>
              <a:ext uri="{FF2B5EF4-FFF2-40B4-BE49-F238E27FC236}">
                <a16:creationId xmlns:a16="http://schemas.microsoft.com/office/drawing/2014/main" id="{90F1FA36-CD93-AC18-221F-8AF6580533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5607" y="0"/>
            <a:ext cx="742334" cy="742334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AE74B7BE-D40E-37C7-EA09-DE3E528BC6AE}"/>
              </a:ext>
            </a:extLst>
          </p:cNvPr>
          <p:cNvSpPr/>
          <p:nvPr/>
        </p:nvSpPr>
        <p:spPr>
          <a:xfrm>
            <a:off x="0" y="6587613"/>
            <a:ext cx="12192000" cy="27038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>
                <a:solidFill>
                  <a:schemeClr val="tx1"/>
                </a:solidFill>
              </a:rPr>
              <a:t>Osvaldo L. Santos-Pereira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26AA8251-2978-08B2-9ADF-09E8C8BEC9FC}"/>
              </a:ext>
            </a:extLst>
          </p:cNvPr>
          <p:cNvCxnSpPr>
            <a:cxnSpLocks/>
          </p:cNvCxnSpPr>
          <p:nvPr/>
        </p:nvCxnSpPr>
        <p:spPr>
          <a:xfrm>
            <a:off x="235974" y="850488"/>
            <a:ext cx="1076632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5CE6352-E56D-5521-DED6-9655660F04AE}"/>
              </a:ext>
            </a:extLst>
          </p:cNvPr>
          <p:cNvSpPr txBox="1"/>
          <p:nvPr/>
        </p:nvSpPr>
        <p:spPr>
          <a:xfrm>
            <a:off x="235972" y="1348738"/>
            <a:ext cx="1076632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São métodos estatísticos que </a:t>
            </a:r>
            <a:r>
              <a:rPr lang="pt-BR" b="1" dirty="0"/>
              <a:t>não exigem pressupostos sobre a distribuição</a:t>
            </a:r>
            <a:r>
              <a:rPr lang="pt-BR" dirty="0"/>
              <a:t> dos dados.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Sendo usados quando as </a:t>
            </a:r>
            <a:r>
              <a:rPr lang="pt-BR" b="1" dirty="0"/>
              <a:t>amostras são pequenas</a:t>
            </a:r>
            <a:r>
              <a:rPr lang="pt-BR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Os dados </a:t>
            </a:r>
            <a:r>
              <a:rPr lang="pt-BR" b="1" dirty="0"/>
              <a:t>não seguem uma distribuição normal </a:t>
            </a:r>
            <a:r>
              <a:rPr lang="pt-BR" dirty="0"/>
              <a:t>(curva de Gauss) ou são de natureza qualitativa.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b="1" dirty="0"/>
              <a:t>Não dependem de parâmetros populacionais </a:t>
            </a:r>
            <a:r>
              <a:rPr lang="pt-BR" dirty="0"/>
              <a:t>como média e desvio-padrão.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Utilizam métricas como </a:t>
            </a:r>
            <a:r>
              <a:rPr lang="pt-BR" b="1" dirty="0"/>
              <a:t>mediana e intervalo interquartil </a:t>
            </a:r>
            <a:r>
              <a:rPr lang="pt-BR" dirty="0"/>
              <a:t>para comparar grupos. 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Os modelos não-paramétricos </a:t>
            </a:r>
            <a:r>
              <a:rPr lang="pt-BR" b="1" dirty="0"/>
              <a:t>não exigem estrutura de modelo pré-definida</a:t>
            </a:r>
            <a:r>
              <a:rPr lang="pt-BR" dirty="0"/>
              <a:t>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Podem ser determinada com base nos dados observados.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Exemplos: </a:t>
            </a:r>
            <a:r>
              <a:rPr lang="pt-BR" b="1" dirty="0"/>
              <a:t>histogramas</a:t>
            </a:r>
            <a:r>
              <a:rPr lang="pt-BR" dirty="0"/>
              <a:t>, estimativa de </a:t>
            </a:r>
            <a:r>
              <a:rPr lang="pt-BR" b="1" dirty="0"/>
              <a:t>densidade kernel</a:t>
            </a:r>
            <a:r>
              <a:rPr lang="pt-BR" dirty="0"/>
              <a:t>, regressão não-paramétrica, regressão </a:t>
            </a:r>
            <a:r>
              <a:rPr lang="pt-BR" dirty="0" err="1"/>
              <a:t>semi-paramétrica</a:t>
            </a:r>
            <a:r>
              <a:rPr lang="pt-BR" dirty="0"/>
              <a:t>, análise por envoltória de dados (DEA).</a:t>
            </a:r>
          </a:p>
        </p:txBody>
      </p:sp>
    </p:spTree>
    <p:extLst>
      <p:ext uri="{BB962C8B-B14F-4D97-AF65-F5344CB8AC3E}">
        <p14:creationId xmlns:p14="http://schemas.microsoft.com/office/powerpoint/2010/main" val="3593420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99FA4-54AA-7F00-325A-D7DDB34E8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5C4E5FE9-FFED-989C-A677-6D50BE4B3668}"/>
              </a:ext>
            </a:extLst>
          </p:cNvPr>
          <p:cNvSpPr txBox="1"/>
          <p:nvPr/>
        </p:nvSpPr>
        <p:spPr>
          <a:xfrm>
            <a:off x="235973" y="96003"/>
            <a:ext cx="107663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Testes Paramétricos</a:t>
            </a:r>
          </a:p>
        </p:txBody>
      </p:sp>
      <p:pic>
        <p:nvPicPr>
          <p:cNvPr id="6" name="Imagem 5" descr="Desenho preto e branco&#10;&#10;O conteúdo gerado por IA pode estar incorreto.">
            <a:extLst>
              <a:ext uri="{FF2B5EF4-FFF2-40B4-BE49-F238E27FC236}">
                <a16:creationId xmlns:a16="http://schemas.microsoft.com/office/drawing/2014/main" id="{8830C30A-1B75-388B-E70C-B5468B6730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5607" y="0"/>
            <a:ext cx="742334" cy="742334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5CEF59F0-42CE-1208-F153-626E5F2E0406}"/>
              </a:ext>
            </a:extLst>
          </p:cNvPr>
          <p:cNvSpPr/>
          <p:nvPr/>
        </p:nvSpPr>
        <p:spPr>
          <a:xfrm>
            <a:off x="0" y="6587613"/>
            <a:ext cx="12192000" cy="27038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>
                <a:solidFill>
                  <a:schemeClr val="tx1"/>
                </a:solidFill>
              </a:rPr>
              <a:t>Osvaldo L. Santos-Pereira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FEF4CA09-DCD6-316C-8EB6-2FE88DFE5EAC}"/>
              </a:ext>
            </a:extLst>
          </p:cNvPr>
          <p:cNvCxnSpPr>
            <a:cxnSpLocks/>
          </p:cNvCxnSpPr>
          <p:nvPr/>
        </p:nvCxnSpPr>
        <p:spPr>
          <a:xfrm>
            <a:off x="235974" y="850488"/>
            <a:ext cx="1076632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B3A2B2FA-DAC0-6A50-DFAC-6E92A596B552}"/>
              </a:ext>
            </a:extLst>
          </p:cNvPr>
          <p:cNvSpPr txBox="1"/>
          <p:nvPr/>
        </p:nvSpPr>
        <p:spPr>
          <a:xfrm>
            <a:off x="235972" y="1348738"/>
            <a:ext cx="1155290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Presumem que os dados são provenientes de uma </a:t>
            </a:r>
            <a:r>
              <a:rPr lang="pt-BR" b="1" dirty="0"/>
              <a:t>distribuição de probabilidade</a:t>
            </a:r>
            <a:r>
              <a:rPr lang="pt-BR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Inferências sobre os </a:t>
            </a:r>
            <a:r>
              <a:rPr lang="pt-BR" b="1" dirty="0"/>
              <a:t>parâmetros das distribuições de probabilidade presumidas</a:t>
            </a:r>
            <a:r>
              <a:rPr lang="pt-BR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Fazem </a:t>
            </a:r>
            <a:r>
              <a:rPr lang="pt-BR" b="1" dirty="0"/>
              <a:t>muito mais suposições</a:t>
            </a:r>
            <a:r>
              <a:rPr lang="pt-BR" dirty="0"/>
              <a:t> que os métodos não-paramétricos.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Utilizados para testes com </a:t>
            </a:r>
            <a:r>
              <a:rPr lang="pt-BR" b="1" dirty="0"/>
              <a:t>grandes amostras</a:t>
            </a:r>
            <a:r>
              <a:rPr lang="pt-BR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Estes métodos apareceram primeiramente em 1925 com o trabalho de Sir Ronald </a:t>
            </a:r>
            <a:r>
              <a:rPr lang="pt-BR" dirty="0" err="1"/>
              <a:t>Aylmer</a:t>
            </a:r>
            <a:r>
              <a:rPr lang="pt-BR" dirty="0"/>
              <a:t> Fischer (1890-1962). 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Exemplos: </a:t>
            </a:r>
            <a:r>
              <a:rPr lang="pt-BR" b="1" dirty="0" err="1"/>
              <a:t>T-test</a:t>
            </a:r>
            <a:r>
              <a:rPr lang="pt-BR" dirty="0"/>
              <a:t>, </a:t>
            </a:r>
            <a:r>
              <a:rPr lang="pt-BR" b="1" dirty="0"/>
              <a:t>ANOVA</a:t>
            </a:r>
            <a:r>
              <a:rPr lang="pt-BR" dirty="0"/>
              <a:t>, </a:t>
            </a:r>
            <a:r>
              <a:rPr lang="pt-BR" b="1" dirty="0"/>
              <a:t>Coeficiente de Pearson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77738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C1986-E41E-7C13-3B77-7B12A6772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934675D0-6E43-B021-7C7E-4FAD90BBDE7A}"/>
              </a:ext>
            </a:extLst>
          </p:cNvPr>
          <p:cNvSpPr txBox="1"/>
          <p:nvPr/>
        </p:nvSpPr>
        <p:spPr>
          <a:xfrm>
            <a:off x="235973" y="96003"/>
            <a:ext cx="107663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Distribuição Normal</a:t>
            </a:r>
          </a:p>
        </p:txBody>
      </p:sp>
      <p:pic>
        <p:nvPicPr>
          <p:cNvPr id="6" name="Imagem 5" descr="Desenho preto e branco&#10;&#10;O conteúdo gerado por IA pode estar incorreto.">
            <a:extLst>
              <a:ext uri="{FF2B5EF4-FFF2-40B4-BE49-F238E27FC236}">
                <a16:creationId xmlns:a16="http://schemas.microsoft.com/office/drawing/2014/main" id="{18F0A122-7883-4DE9-6E8F-784FB4DCD3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5607" y="0"/>
            <a:ext cx="742334" cy="742334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E3E333CB-EBFA-E548-1043-15DBC01A69B7}"/>
              </a:ext>
            </a:extLst>
          </p:cNvPr>
          <p:cNvSpPr/>
          <p:nvPr/>
        </p:nvSpPr>
        <p:spPr>
          <a:xfrm>
            <a:off x="0" y="6587613"/>
            <a:ext cx="12192000" cy="27038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>
                <a:solidFill>
                  <a:schemeClr val="tx1"/>
                </a:solidFill>
              </a:rPr>
              <a:t>Osvaldo L. Santos-Pereira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62B568CF-A334-8F85-2D45-61E586695F59}"/>
              </a:ext>
            </a:extLst>
          </p:cNvPr>
          <p:cNvCxnSpPr>
            <a:cxnSpLocks/>
          </p:cNvCxnSpPr>
          <p:nvPr/>
        </p:nvCxnSpPr>
        <p:spPr>
          <a:xfrm>
            <a:off x="235974" y="850488"/>
            <a:ext cx="1076632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44" name="Picture 4">
            <a:extLst>
              <a:ext uri="{FF2B5EF4-FFF2-40B4-BE49-F238E27FC236}">
                <a16:creationId xmlns:a16="http://schemas.microsoft.com/office/drawing/2014/main" id="{C60F1A22-1A49-B902-4EBB-E0F60D8FD4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162" y="1016409"/>
            <a:ext cx="10926097" cy="5463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239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963B7-C9C7-022F-9DFC-1A680E3F3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48A98787-8450-0BAE-5E79-B2FDB63A90B1}"/>
              </a:ext>
            </a:extLst>
          </p:cNvPr>
          <p:cNvSpPr txBox="1"/>
          <p:nvPr/>
        </p:nvSpPr>
        <p:spPr>
          <a:xfrm>
            <a:off x="235973" y="96003"/>
            <a:ext cx="107663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Teste de </a:t>
            </a:r>
            <a:r>
              <a:rPr lang="pt-BR" sz="3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Wilcoxon</a:t>
            </a:r>
            <a:endParaRPr lang="pt-BR" sz="3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6" name="Imagem 5" descr="Desenho preto e branco&#10;&#10;O conteúdo gerado por IA pode estar incorreto.">
            <a:extLst>
              <a:ext uri="{FF2B5EF4-FFF2-40B4-BE49-F238E27FC236}">
                <a16:creationId xmlns:a16="http://schemas.microsoft.com/office/drawing/2014/main" id="{4401506C-6691-9D6F-AD3B-4ECC8B1E17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5607" y="0"/>
            <a:ext cx="742334" cy="742334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AA320CDF-77A0-0BB8-6D99-8AB89DCDDEE3}"/>
              </a:ext>
            </a:extLst>
          </p:cNvPr>
          <p:cNvSpPr/>
          <p:nvPr/>
        </p:nvSpPr>
        <p:spPr>
          <a:xfrm>
            <a:off x="0" y="6587613"/>
            <a:ext cx="12192000" cy="27038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>
                <a:solidFill>
                  <a:schemeClr val="tx1"/>
                </a:solidFill>
              </a:rPr>
              <a:t>Osvaldo L. Santos-Pereira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2C4D48AA-9298-23FB-C1D3-90C4EB74DCCA}"/>
              </a:ext>
            </a:extLst>
          </p:cNvPr>
          <p:cNvCxnSpPr>
            <a:cxnSpLocks/>
          </p:cNvCxnSpPr>
          <p:nvPr/>
        </p:nvCxnSpPr>
        <p:spPr>
          <a:xfrm>
            <a:off x="235974" y="850488"/>
            <a:ext cx="1076632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266" name="Picture 2">
            <a:extLst>
              <a:ext uri="{FF2B5EF4-FFF2-40B4-BE49-F238E27FC236}">
                <a16:creationId xmlns:a16="http://schemas.microsoft.com/office/drawing/2014/main" id="{DB872E0C-032F-A055-7CDA-07EC9EEC1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838" y="1040836"/>
            <a:ext cx="9855458" cy="5424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8415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F79DD-1A8A-BB98-7E42-C38490F25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37C50A5-2E08-2054-63D6-8578703692ED}"/>
              </a:ext>
            </a:extLst>
          </p:cNvPr>
          <p:cNvSpPr txBox="1"/>
          <p:nvPr/>
        </p:nvSpPr>
        <p:spPr>
          <a:xfrm>
            <a:off x="235973" y="96003"/>
            <a:ext cx="107663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Aplicação do Teste de </a:t>
            </a:r>
            <a:r>
              <a:rPr lang="pt-BR" sz="3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Wilcoxon</a:t>
            </a:r>
            <a:endParaRPr lang="pt-BR" sz="3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6" name="Imagem 5" descr="Desenho preto e branco&#10;&#10;O conteúdo gerado por IA pode estar incorreto.">
            <a:extLst>
              <a:ext uri="{FF2B5EF4-FFF2-40B4-BE49-F238E27FC236}">
                <a16:creationId xmlns:a16="http://schemas.microsoft.com/office/drawing/2014/main" id="{6C2451BC-1D52-36B0-DD0F-8AC4C9CA2B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5607" y="0"/>
            <a:ext cx="742334" cy="742334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03559F0C-E684-5D8A-B44A-C6A3719B5CA3}"/>
              </a:ext>
            </a:extLst>
          </p:cNvPr>
          <p:cNvSpPr/>
          <p:nvPr/>
        </p:nvSpPr>
        <p:spPr>
          <a:xfrm>
            <a:off x="0" y="6587613"/>
            <a:ext cx="12192000" cy="27038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>
                <a:solidFill>
                  <a:schemeClr val="tx1"/>
                </a:solidFill>
              </a:rPr>
              <a:t>Osvaldo L. Santos-Pereira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0C87EF63-E65D-2AA9-85D2-69CF5EA1AE88}"/>
              </a:ext>
            </a:extLst>
          </p:cNvPr>
          <p:cNvCxnSpPr>
            <a:cxnSpLocks/>
          </p:cNvCxnSpPr>
          <p:nvPr/>
        </p:nvCxnSpPr>
        <p:spPr>
          <a:xfrm>
            <a:off x="235974" y="850488"/>
            <a:ext cx="1076632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ela 1">
                <a:extLst>
                  <a:ext uri="{FF2B5EF4-FFF2-40B4-BE49-F238E27FC236}">
                    <a16:creationId xmlns:a16="http://schemas.microsoft.com/office/drawing/2014/main" id="{0379E00E-EDFA-3AA0-9CD2-D7630D200FA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11838801"/>
                  </p:ext>
                </p:extLst>
              </p:nvPr>
            </p:nvGraphicFramePr>
            <p:xfrm>
              <a:off x="235973" y="1109051"/>
              <a:ext cx="2592000" cy="4197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64000">
                      <a:extLst>
                        <a:ext uri="{9D8B030D-6E8A-4147-A177-3AD203B41FA5}">
                          <a16:colId xmlns:a16="http://schemas.microsoft.com/office/drawing/2014/main" val="2063667105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56139665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1235105178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2400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pt-BR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3277592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151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192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04200675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224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222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00322564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145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1652086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249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249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819009571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267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131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08175872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127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264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49975369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128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130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91992310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238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221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937792635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191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235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201751653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203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238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1473149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ela 1">
                <a:extLst>
                  <a:ext uri="{FF2B5EF4-FFF2-40B4-BE49-F238E27FC236}">
                    <a16:creationId xmlns:a16="http://schemas.microsoft.com/office/drawing/2014/main" id="{0379E00E-EDFA-3AA0-9CD2-D7630D200FA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11838801"/>
                  </p:ext>
                </p:extLst>
              </p:nvPr>
            </p:nvGraphicFramePr>
            <p:xfrm>
              <a:off x="235973" y="1109051"/>
              <a:ext cx="2592000" cy="4197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64000">
                      <a:extLst>
                        <a:ext uri="{9D8B030D-6E8A-4147-A177-3AD203B41FA5}">
                          <a16:colId xmlns:a16="http://schemas.microsoft.com/office/drawing/2014/main" val="2063667105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56139665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1235105178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704" t="-1124" r="-203521" b="-6943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100704" t="-1124" r="-103521" b="-6943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200704" t="-1124" r="-3521" b="-6943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327759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151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192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0420067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224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222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00322564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145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1652086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249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249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81900957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267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131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08175872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127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264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4997536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128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130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91992310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238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221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93779263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191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235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20175165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203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238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1473149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etângulo 16">
                <a:extLst>
                  <a:ext uri="{FF2B5EF4-FFF2-40B4-BE49-F238E27FC236}">
                    <a16:creationId xmlns:a16="http://schemas.microsoft.com/office/drawing/2014/main" id="{920FEB82-632E-1BD0-51B6-743EBC66D3D8}"/>
                  </a:ext>
                </a:extLst>
              </p:cNvPr>
              <p:cNvSpPr/>
              <p:nvPr/>
            </p:nvSpPr>
            <p:spPr>
              <a:xfrm>
                <a:off x="3018503" y="1109052"/>
                <a:ext cx="9036156" cy="463989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chemeClr val="tx1"/>
                    </a:solidFill>
                  </a:rPr>
                  <a:t>Os dados são </a:t>
                </a:r>
                <a:r>
                  <a:rPr lang="pt-BR" b="1" dirty="0">
                    <a:solidFill>
                      <a:schemeClr val="tx1"/>
                    </a:solidFill>
                  </a:rPr>
                  <a:t>pareados</a:t>
                </a:r>
                <a:r>
                  <a:rPr lang="pt-BR" dirty="0">
                    <a:solidFill>
                      <a:schemeClr val="tx1"/>
                    </a:solidFill>
                  </a:rPr>
                  <a:t> (emparelhados) e provêm da </a:t>
                </a:r>
                <a:r>
                  <a:rPr lang="pt-BR" b="1" dirty="0">
                    <a:solidFill>
                      <a:schemeClr val="tx1"/>
                    </a:solidFill>
                  </a:rPr>
                  <a:t>mesma população</a:t>
                </a:r>
                <a:r>
                  <a:rPr lang="pt-BR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pt-BR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chemeClr val="tx1"/>
                    </a:solidFill>
                  </a:rPr>
                  <a:t>Cada par é escolhido </a:t>
                </a:r>
                <a:r>
                  <a:rPr lang="pt-BR" b="1" dirty="0">
                    <a:solidFill>
                      <a:schemeClr val="tx1"/>
                    </a:solidFill>
                  </a:rPr>
                  <a:t>aleatoriamente</a:t>
                </a:r>
                <a:r>
                  <a:rPr lang="pt-BR" dirty="0">
                    <a:solidFill>
                      <a:schemeClr val="tx1"/>
                    </a:solidFill>
                  </a:rPr>
                  <a:t> e de forma </a:t>
                </a:r>
                <a:r>
                  <a:rPr lang="pt-BR" b="1" dirty="0">
                    <a:solidFill>
                      <a:schemeClr val="tx1"/>
                    </a:solidFill>
                  </a:rPr>
                  <a:t>independente</a:t>
                </a:r>
                <a:r>
                  <a:rPr lang="pt-BR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pt-BR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chemeClr val="tx1"/>
                    </a:solidFill>
                  </a:rPr>
                  <a:t>Os dados são medidos em uma </a:t>
                </a:r>
                <a:r>
                  <a:rPr lang="pt-BR" b="1" dirty="0">
                    <a:solidFill>
                      <a:schemeClr val="tx1"/>
                    </a:solidFill>
                  </a:rPr>
                  <a:t>escala ordinal</a:t>
                </a:r>
                <a:r>
                  <a:rPr lang="pt-BR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pt-BR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chemeClr val="tx1"/>
                    </a:solidFill>
                  </a:rPr>
                  <a:t>Seja </a:t>
                </a:r>
                <a14:m>
                  <m:oMath xmlns:m="http://schemas.openxmlformats.org/officeDocument/2006/math">
                    <m:r>
                      <a:rPr lang="pt-B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pt-B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≤25</m:t>
                    </m:r>
                  </m:oMath>
                </a14:m>
                <a:r>
                  <a:rPr lang="pt-BR" dirty="0">
                    <a:solidFill>
                      <a:schemeClr val="tx1"/>
                    </a:solidFill>
                  </a:rPr>
                  <a:t> o tamanho da amostra para par de medidas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pt-B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,</m:t>
                        </m:r>
                        <m:sSub>
                          <m:sSubPr>
                            <m:ctrlPr>
                              <a:rPr lang="pt-B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pt-B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pt-BR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pt-BR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chemeClr val="tx1"/>
                    </a:solidFill>
                  </a:rPr>
                  <a:t>Teste de </a:t>
                </a:r>
                <a:r>
                  <a:rPr lang="pt-BR" dirty="0" err="1">
                    <a:solidFill>
                      <a:schemeClr val="tx1"/>
                    </a:solidFill>
                  </a:rPr>
                  <a:t>Wilcoxon</a:t>
                </a:r>
                <a:r>
                  <a:rPr lang="pt-BR" dirty="0">
                    <a:solidFill>
                      <a:schemeClr val="tx1"/>
                    </a:solidFill>
                  </a:rPr>
                  <a:t>:</a:t>
                </a:r>
              </a:p>
              <a:p>
                <a:pPr marL="742950" lvl="1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pt-BR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pt-BR" dirty="0">
                    <a:solidFill>
                      <a:schemeClr val="tx1"/>
                    </a:solidFill>
                  </a:rPr>
                  <a:t>A diferença entre os pares segue uma distribuição simétrica em torno do zero.</a:t>
                </a:r>
                <a:endParaRPr lang="pt-BR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742950" lvl="1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pt-BR" dirty="0">
                    <a:solidFill>
                      <a:schemeClr val="tx1"/>
                    </a:solidFill>
                  </a:rPr>
                  <a:t> A diferença entre os pares não segue distribuição simétrica em torno do zero.</a:t>
                </a:r>
              </a:p>
              <a:p>
                <a:pPr algn="ctr"/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7" name="Retângulo 16">
                <a:extLst>
                  <a:ext uri="{FF2B5EF4-FFF2-40B4-BE49-F238E27FC236}">
                    <a16:creationId xmlns:a16="http://schemas.microsoft.com/office/drawing/2014/main" id="{920FEB82-632E-1BD0-51B6-743EBC66D3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8503" y="1109052"/>
                <a:ext cx="9036156" cy="4639898"/>
              </a:xfrm>
              <a:prstGeom prst="rect">
                <a:avLst/>
              </a:prstGeom>
              <a:blipFill>
                <a:blip r:embed="rId4"/>
                <a:stretch>
                  <a:fillRect l="-3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5504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6D018-CCA3-D993-FC49-8544D12D8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BE2B9CD8-3C30-C530-7039-AD2659FDF5A6}"/>
              </a:ext>
            </a:extLst>
          </p:cNvPr>
          <p:cNvSpPr txBox="1"/>
          <p:nvPr/>
        </p:nvSpPr>
        <p:spPr>
          <a:xfrm>
            <a:off x="235973" y="96003"/>
            <a:ext cx="107663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Aplicação do Teste de </a:t>
            </a:r>
            <a:r>
              <a:rPr lang="pt-BR" sz="3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Wilcoxon</a:t>
            </a:r>
            <a:endParaRPr lang="pt-BR" sz="3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6" name="Imagem 5" descr="Desenho preto e branco&#10;&#10;O conteúdo gerado por IA pode estar incorreto.">
            <a:extLst>
              <a:ext uri="{FF2B5EF4-FFF2-40B4-BE49-F238E27FC236}">
                <a16:creationId xmlns:a16="http://schemas.microsoft.com/office/drawing/2014/main" id="{C6A835D2-C3BF-E02A-92A8-B52CF53125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5607" y="0"/>
            <a:ext cx="742334" cy="742334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CEDC7E7D-D0A5-743F-83F1-DCAEADA5E2B7}"/>
              </a:ext>
            </a:extLst>
          </p:cNvPr>
          <p:cNvSpPr/>
          <p:nvPr/>
        </p:nvSpPr>
        <p:spPr>
          <a:xfrm>
            <a:off x="0" y="6587613"/>
            <a:ext cx="12192000" cy="27038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>
                <a:solidFill>
                  <a:schemeClr val="tx1"/>
                </a:solidFill>
              </a:rPr>
              <a:t>Osvaldo L. Santos-Pereira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BA151922-B98B-4159-0221-70C74C23DD88}"/>
              </a:ext>
            </a:extLst>
          </p:cNvPr>
          <p:cNvCxnSpPr>
            <a:cxnSpLocks/>
          </p:cNvCxnSpPr>
          <p:nvPr/>
        </p:nvCxnSpPr>
        <p:spPr>
          <a:xfrm>
            <a:off x="235974" y="850488"/>
            <a:ext cx="1076632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ela 1">
                <a:extLst>
                  <a:ext uri="{FF2B5EF4-FFF2-40B4-BE49-F238E27FC236}">
                    <a16:creationId xmlns:a16="http://schemas.microsoft.com/office/drawing/2014/main" id="{0BBBC851-3ACE-64D3-8B3C-70BD5A23312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08594757"/>
                  </p:ext>
                </p:extLst>
              </p:nvPr>
            </p:nvGraphicFramePr>
            <p:xfrm>
              <a:off x="235973" y="1109051"/>
              <a:ext cx="2592000" cy="4197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64000">
                      <a:extLst>
                        <a:ext uri="{9D8B030D-6E8A-4147-A177-3AD203B41FA5}">
                          <a16:colId xmlns:a16="http://schemas.microsoft.com/office/drawing/2014/main" val="2063667105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56139665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1235105178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2400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pt-BR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3277592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151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192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04200675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224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222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00322564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145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1652086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249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249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819009571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267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131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08175872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127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264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49975369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128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130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91992310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238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221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937792635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191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235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201751653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203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238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1473149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ela 1">
                <a:extLst>
                  <a:ext uri="{FF2B5EF4-FFF2-40B4-BE49-F238E27FC236}">
                    <a16:creationId xmlns:a16="http://schemas.microsoft.com/office/drawing/2014/main" id="{0BBBC851-3ACE-64D3-8B3C-70BD5A23312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08594757"/>
                  </p:ext>
                </p:extLst>
              </p:nvPr>
            </p:nvGraphicFramePr>
            <p:xfrm>
              <a:off x="235973" y="1109051"/>
              <a:ext cx="2592000" cy="4197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64000">
                      <a:extLst>
                        <a:ext uri="{9D8B030D-6E8A-4147-A177-3AD203B41FA5}">
                          <a16:colId xmlns:a16="http://schemas.microsoft.com/office/drawing/2014/main" val="2063667105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56139665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1235105178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704" t="-1124" r="-203521" b="-6943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100704" t="-1124" r="-103521" b="-6943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200704" t="-1124" r="-3521" b="-6943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327759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151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192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0420067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224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222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00322564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145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1652086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249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249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81900957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267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131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08175872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127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264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4997536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128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130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91992310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238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221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93779263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191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235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20175165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203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238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1473149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etângulo 16">
                <a:extLst>
                  <a:ext uri="{FF2B5EF4-FFF2-40B4-BE49-F238E27FC236}">
                    <a16:creationId xmlns:a16="http://schemas.microsoft.com/office/drawing/2014/main" id="{5D8B89F6-925B-7B00-7DB0-3D364D8322FE}"/>
                  </a:ext>
                </a:extLst>
              </p:cNvPr>
              <p:cNvSpPr/>
              <p:nvPr/>
            </p:nvSpPr>
            <p:spPr>
              <a:xfrm>
                <a:off x="3018503" y="1109052"/>
                <a:ext cx="9036156" cy="463989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2000" b="1" dirty="0">
                    <a:solidFill>
                      <a:schemeClr val="tx1"/>
                    </a:solidFill>
                  </a:rPr>
                  <a:t>Algoritmo do Teste de </a:t>
                </a:r>
                <a:r>
                  <a:rPr lang="pt-BR" sz="2000" b="1" dirty="0" err="1">
                    <a:solidFill>
                      <a:schemeClr val="tx1"/>
                    </a:solidFill>
                  </a:rPr>
                  <a:t>Wilcoxon</a:t>
                </a:r>
                <a:endParaRPr lang="pt-BR" sz="2000" b="1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pt-BR" sz="2000" dirty="0">
                  <a:solidFill>
                    <a:schemeClr val="tx1"/>
                  </a:solidFill>
                </a:endParaRPr>
              </a:p>
              <a:p>
                <a:pPr marL="742950" lvl="1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000" dirty="0">
                    <a:solidFill>
                      <a:schemeClr val="tx1"/>
                    </a:solidFill>
                  </a:rPr>
                  <a:t>Para cada </a:t>
                </a:r>
                <a14:m>
                  <m:oMath xmlns:m="http://schemas.openxmlformats.org/officeDocument/2006/math">
                    <m:r>
                      <a:rPr lang="pt-BR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pt-BR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pt-BR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pt-BR" sz="2000" dirty="0">
                    <a:solidFill>
                      <a:schemeClr val="tx1"/>
                    </a:solidFill>
                  </a:rPr>
                  <a:t> calcular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pt-B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pt-B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pt-BR" sz="2000" dirty="0">
                    <a:solidFill>
                      <a:schemeClr val="tx1"/>
                    </a:solidFill>
                  </a:rPr>
                  <a:t> 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sign</m:t>
                    </m:r>
                    <m:d>
                      <m:dPr>
                        <m:ctrlPr>
                          <a:rPr lang="pt-B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pt-B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pt-BR" sz="200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742950" lvl="1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000" dirty="0">
                    <a:solidFill>
                      <a:schemeClr val="tx1"/>
                    </a:solidFill>
                  </a:rPr>
                  <a:t>Excluir os pares quando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pt-B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pt-B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pt-BR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pt-BR" sz="200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742950" lvl="1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000" dirty="0">
                    <a:solidFill>
                      <a:schemeClr val="tx1"/>
                    </a:solidFill>
                  </a:rPr>
                  <a:t>Ordenar a diferença absoluta  de forma crescente.</a:t>
                </a:r>
              </a:p>
              <a:p>
                <a:pPr marL="742950" lvl="1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000" dirty="0">
                    <a:solidFill>
                      <a:schemeClr val="tx1"/>
                    </a:solidFill>
                  </a:rPr>
                  <a:t>Atribuir postos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pt-B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sz="2000" dirty="0">
                    <a:solidFill>
                      <a:schemeClr val="tx1"/>
                    </a:solidFill>
                  </a:rPr>
                  <a:t> aos pares, começando pelo menor 1.</a:t>
                </a:r>
              </a:p>
              <a:p>
                <a:pPr marL="742950" lvl="1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000" dirty="0">
                    <a:solidFill>
                      <a:schemeClr val="tx1"/>
                    </a:solidFill>
                  </a:rPr>
                  <a:t>Valores repetidos recebem o posto igual à média.</a:t>
                </a:r>
              </a:p>
              <a:p>
                <a:pPr marL="742950" lvl="1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000" dirty="0">
                    <a:solidFill>
                      <a:schemeClr val="tx1"/>
                    </a:solidFill>
                  </a:rPr>
                  <a:t>Calcular o teste estatístico </a:t>
                </a:r>
                <a14:m>
                  <m:oMath xmlns:m="http://schemas.openxmlformats.org/officeDocument/2006/math">
                    <m:r>
                      <a:rPr lang="pt-BR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pt-BR" sz="2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pt-B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pt-B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sSub>
                          <m:sSubPr>
                            <m:ctrlP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sup>
                      <m:e>
                        <m:sSub>
                          <m:sSubPr>
                            <m:ctrlP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pt-B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pt-B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sign</m:t>
                        </m:r>
                        <m:d>
                          <m:dPr>
                            <m:ctrlP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BR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2,</m:t>
                                </m:r>
                                <m:r>
                                  <a:rPr lang="pt-BR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pt-BR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BR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1,</m:t>
                                </m:r>
                                <m:r>
                                  <a:rPr lang="pt-BR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pt-BR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7" name="Retângulo 16">
                <a:extLst>
                  <a:ext uri="{FF2B5EF4-FFF2-40B4-BE49-F238E27FC236}">
                    <a16:creationId xmlns:a16="http://schemas.microsoft.com/office/drawing/2014/main" id="{5D8B89F6-925B-7B00-7DB0-3D364D8322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8503" y="1109052"/>
                <a:ext cx="9036156" cy="4639898"/>
              </a:xfrm>
              <a:prstGeom prst="rect">
                <a:avLst/>
              </a:prstGeom>
              <a:blipFill>
                <a:blip r:embed="rId4"/>
                <a:stretch>
                  <a:fillRect b="-418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6163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CFB47-B4CA-95E5-6D37-3AD013AB0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20D5AD10-9579-51A0-79E8-D9F91FAC5EA2}"/>
              </a:ext>
            </a:extLst>
          </p:cNvPr>
          <p:cNvSpPr txBox="1"/>
          <p:nvPr/>
        </p:nvSpPr>
        <p:spPr>
          <a:xfrm>
            <a:off x="235973" y="96003"/>
            <a:ext cx="107663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Aplicação do Teste de </a:t>
            </a:r>
            <a:r>
              <a:rPr lang="pt-BR" sz="3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Wilcoxon</a:t>
            </a:r>
            <a:endParaRPr lang="pt-BR" sz="3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6" name="Imagem 5" descr="Desenho preto e branco&#10;&#10;O conteúdo gerado por IA pode estar incorreto.">
            <a:extLst>
              <a:ext uri="{FF2B5EF4-FFF2-40B4-BE49-F238E27FC236}">
                <a16:creationId xmlns:a16="http://schemas.microsoft.com/office/drawing/2014/main" id="{5E1E9BD8-9CD6-84C2-A284-E5B572603E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5607" y="0"/>
            <a:ext cx="742334" cy="742334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DB731636-1F0B-B5BD-9514-D61EFAE16724}"/>
              </a:ext>
            </a:extLst>
          </p:cNvPr>
          <p:cNvSpPr/>
          <p:nvPr/>
        </p:nvSpPr>
        <p:spPr>
          <a:xfrm>
            <a:off x="0" y="6587613"/>
            <a:ext cx="12192000" cy="27038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>
                <a:solidFill>
                  <a:schemeClr val="tx1"/>
                </a:solidFill>
              </a:rPr>
              <a:t>Osvaldo L. Santos-Pereira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678B7DC3-3C0A-4B9F-BB34-AEF5F02B1B03}"/>
              </a:ext>
            </a:extLst>
          </p:cNvPr>
          <p:cNvCxnSpPr>
            <a:cxnSpLocks/>
          </p:cNvCxnSpPr>
          <p:nvPr/>
        </p:nvCxnSpPr>
        <p:spPr>
          <a:xfrm>
            <a:off x="235974" y="850488"/>
            <a:ext cx="1076632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ela 1">
                <a:extLst>
                  <a:ext uri="{FF2B5EF4-FFF2-40B4-BE49-F238E27FC236}">
                    <a16:creationId xmlns:a16="http://schemas.microsoft.com/office/drawing/2014/main" id="{CB24FE04-06BC-D690-A5FD-35DCE7C8ABD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68421808"/>
                  </p:ext>
                </p:extLst>
              </p:nvPr>
            </p:nvGraphicFramePr>
            <p:xfrm>
              <a:off x="235973" y="1109051"/>
              <a:ext cx="2592000" cy="4197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64000">
                      <a:extLst>
                        <a:ext uri="{9D8B030D-6E8A-4147-A177-3AD203B41FA5}">
                          <a16:colId xmlns:a16="http://schemas.microsoft.com/office/drawing/2014/main" val="2063667105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56139665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1235105178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2400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pt-BR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3277592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151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192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04200675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224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222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00322564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145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1652086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249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249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819009571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267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131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08175872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127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264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49975369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128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130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91992310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238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221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937792635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191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235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201751653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203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238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1473149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ela 1">
                <a:extLst>
                  <a:ext uri="{FF2B5EF4-FFF2-40B4-BE49-F238E27FC236}">
                    <a16:creationId xmlns:a16="http://schemas.microsoft.com/office/drawing/2014/main" id="{CB24FE04-06BC-D690-A5FD-35DCE7C8ABD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68421808"/>
                  </p:ext>
                </p:extLst>
              </p:nvPr>
            </p:nvGraphicFramePr>
            <p:xfrm>
              <a:off x="235973" y="1109051"/>
              <a:ext cx="2592000" cy="4197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64000">
                      <a:extLst>
                        <a:ext uri="{9D8B030D-6E8A-4147-A177-3AD203B41FA5}">
                          <a16:colId xmlns:a16="http://schemas.microsoft.com/office/drawing/2014/main" val="2063667105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56139665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1235105178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704" t="-1124" r="-203521" b="-6943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100704" t="-1124" r="-103521" b="-6943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200704" t="-1124" r="-3521" b="-6943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327759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151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192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0420067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224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222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00322564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145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1652086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249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249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81900957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267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131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08175872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127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264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4997536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128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130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91992310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238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221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93779263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191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235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20175165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203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238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1473149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ela 7">
                <a:extLst>
                  <a:ext uri="{FF2B5EF4-FFF2-40B4-BE49-F238E27FC236}">
                    <a16:creationId xmlns:a16="http://schemas.microsoft.com/office/drawing/2014/main" id="{A2395474-276B-DF2C-A421-43D0F062FD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56270589"/>
                  </p:ext>
                </p:extLst>
              </p:nvPr>
            </p:nvGraphicFramePr>
            <p:xfrm>
              <a:off x="3027133" y="1109051"/>
              <a:ext cx="1548000" cy="414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8000">
                      <a:extLst>
                        <a:ext uri="{9D8B030D-6E8A-4147-A177-3AD203B41FA5}">
                          <a16:colId xmlns:a16="http://schemas.microsoft.com/office/drawing/2014/main" val="2063667105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pt-BR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  <m:t>2,</m:t>
                                        </m:r>
                                        <m: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pt-BR" sz="16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  <m:t>1,</m:t>
                                        </m:r>
                                        <m: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pt-BR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63277592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41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04200675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00322564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95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1652086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0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819009571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136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08175872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137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49975369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91992310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937792635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44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201751653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35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1473149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ela 7">
                <a:extLst>
                  <a:ext uri="{FF2B5EF4-FFF2-40B4-BE49-F238E27FC236}">
                    <a16:creationId xmlns:a16="http://schemas.microsoft.com/office/drawing/2014/main" id="{A2395474-276B-DF2C-A421-43D0F062FD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56270589"/>
                  </p:ext>
                </p:extLst>
              </p:nvPr>
            </p:nvGraphicFramePr>
            <p:xfrm>
              <a:off x="3027133" y="1109051"/>
              <a:ext cx="1548000" cy="414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8000">
                      <a:extLst>
                        <a:ext uri="{9D8B030D-6E8A-4147-A177-3AD203B41FA5}">
                          <a16:colId xmlns:a16="http://schemas.microsoft.com/office/drawing/2014/main" val="2063667105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92" t="-1124" r="-1569" b="-6842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3277592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41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04200675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00322564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95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1652086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0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819009571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136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08175872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137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49975369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91992310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937792635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44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201751653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35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1473149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Seta: para Baixo 2">
            <a:extLst>
              <a:ext uri="{FF2B5EF4-FFF2-40B4-BE49-F238E27FC236}">
                <a16:creationId xmlns:a16="http://schemas.microsoft.com/office/drawing/2014/main" id="{72F2955E-110C-BAE7-6EF7-2492FC87C64C}"/>
              </a:ext>
            </a:extLst>
          </p:cNvPr>
          <p:cNvSpPr/>
          <p:nvPr/>
        </p:nvSpPr>
        <p:spPr>
          <a:xfrm rot="6916272">
            <a:off x="4755648" y="1119513"/>
            <a:ext cx="589936" cy="978872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tângulo 10">
                <a:extLst>
                  <a:ext uri="{FF2B5EF4-FFF2-40B4-BE49-F238E27FC236}">
                    <a16:creationId xmlns:a16="http://schemas.microsoft.com/office/drawing/2014/main" id="{2629B4EF-0082-FACD-F24B-0A8A64FDF922}"/>
                  </a:ext>
                </a:extLst>
              </p:cNvPr>
              <p:cNvSpPr/>
              <p:nvPr/>
            </p:nvSpPr>
            <p:spPr>
              <a:xfrm>
                <a:off x="5783825" y="1947776"/>
                <a:ext cx="5395451" cy="182781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sz="2000" dirty="0">
                    <a:solidFill>
                      <a:schemeClr val="tx1"/>
                    </a:solidFill>
                  </a:rPr>
                  <a:t>Cálculo das diferenças em módulo.</a:t>
                </a: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000" dirty="0">
                    <a:solidFill>
                      <a:schemeClr val="tx1"/>
                    </a:solidFill>
                  </a:rPr>
                  <a:t>Excluir os pares quando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pt-B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pt-B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pt-BR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pt-BR" sz="200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000" dirty="0">
                    <a:solidFill>
                      <a:schemeClr val="tx1"/>
                    </a:solidFill>
                  </a:rPr>
                  <a:t>Observação 4 deve ser excluída.</a:t>
                </a:r>
              </a:p>
            </p:txBody>
          </p:sp>
        </mc:Choice>
        <mc:Fallback xmlns="">
          <p:sp>
            <p:nvSpPr>
              <p:cNvPr id="11" name="Retângulo 10">
                <a:extLst>
                  <a:ext uri="{FF2B5EF4-FFF2-40B4-BE49-F238E27FC236}">
                    <a16:creationId xmlns:a16="http://schemas.microsoft.com/office/drawing/2014/main" id="{2629B4EF-0082-FACD-F24B-0A8A64FDF9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3825" y="1947776"/>
                <a:ext cx="5395451" cy="1827810"/>
              </a:xfrm>
              <a:prstGeom prst="rect">
                <a:avLst/>
              </a:prstGeom>
              <a:blipFill>
                <a:blip r:embed="rId5"/>
                <a:stretch>
                  <a:fillRect l="-90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6156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3474E-4A94-F2DE-40E0-AB08BFEBD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CF965DF-DF58-BC63-EE66-06A41262110B}"/>
              </a:ext>
            </a:extLst>
          </p:cNvPr>
          <p:cNvSpPr txBox="1"/>
          <p:nvPr/>
        </p:nvSpPr>
        <p:spPr>
          <a:xfrm>
            <a:off x="235973" y="96003"/>
            <a:ext cx="107663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Aplicação do Teste de </a:t>
            </a:r>
            <a:r>
              <a:rPr lang="pt-BR" sz="3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Wilcoxon</a:t>
            </a:r>
            <a:endParaRPr lang="pt-BR" sz="3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6" name="Imagem 5" descr="Desenho preto e branco&#10;&#10;O conteúdo gerado por IA pode estar incorreto.">
            <a:extLst>
              <a:ext uri="{FF2B5EF4-FFF2-40B4-BE49-F238E27FC236}">
                <a16:creationId xmlns:a16="http://schemas.microsoft.com/office/drawing/2014/main" id="{A3A10133-EF35-8CDE-BF2D-829AE5D08F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5607" y="0"/>
            <a:ext cx="742334" cy="742334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CFE781C5-323B-39A3-45FD-F526F986CC02}"/>
              </a:ext>
            </a:extLst>
          </p:cNvPr>
          <p:cNvSpPr/>
          <p:nvPr/>
        </p:nvSpPr>
        <p:spPr>
          <a:xfrm>
            <a:off x="0" y="6587613"/>
            <a:ext cx="12192000" cy="27038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>
                <a:solidFill>
                  <a:schemeClr val="tx1"/>
                </a:solidFill>
              </a:rPr>
              <a:t>Osvaldo L. Santos-Pereira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111C4847-F5AC-D71C-852F-149B68191EE2}"/>
              </a:ext>
            </a:extLst>
          </p:cNvPr>
          <p:cNvCxnSpPr>
            <a:cxnSpLocks/>
          </p:cNvCxnSpPr>
          <p:nvPr/>
        </p:nvCxnSpPr>
        <p:spPr>
          <a:xfrm>
            <a:off x="235974" y="850488"/>
            <a:ext cx="1076632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ela 1">
                <a:extLst>
                  <a:ext uri="{FF2B5EF4-FFF2-40B4-BE49-F238E27FC236}">
                    <a16:creationId xmlns:a16="http://schemas.microsoft.com/office/drawing/2014/main" id="{C88BC616-0AF6-0A2B-F5E5-531E09D39D3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83772398"/>
                  </p:ext>
                </p:extLst>
              </p:nvPr>
            </p:nvGraphicFramePr>
            <p:xfrm>
              <a:off x="235973" y="1109051"/>
              <a:ext cx="2592000" cy="4197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64000">
                      <a:extLst>
                        <a:ext uri="{9D8B030D-6E8A-4147-A177-3AD203B41FA5}">
                          <a16:colId xmlns:a16="http://schemas.microsoft.com/office/drawing/2014/main" val="2063667105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56139665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1235105178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2400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pt-BR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3277592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151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192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04200675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224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222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00322564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145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1652086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249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249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819009571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267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131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08175872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127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264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49975369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128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130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91992310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238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221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937792635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191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235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201751653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203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238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1473149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ela 1">
                <a:extLst>
                  <a:ext uri="{FF2B5EF4-FFF2-40B4-BE49-F238E27FC236}">
                    <a16:creationId xmlns:a16="http://schemas.microsoft.com/office/drawing/2014/main" id="{C88BC616-0AF6-0A2B-F5E5-531E09D39D3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83772398"/>
                  </p:ext>
                </p:extLst>
              </p:nvPr>
            </p:nvGraphicFramePr>
            <p:xfrm>
              <a:off x="235973" y="1109051"/>
              <a:ext cx="2592000" cy="4197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64000">
                      <a:extLst>
                        <a:ext uri="{9D8B030D-6E8A-4147-A177-3AD203B41FA5}">
                          <a16:colId xmlns:a16="http://schemas.microsoft.com/office/drawing/2014/main" val="2063667105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56139665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1235105178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704" t="-1124" r="-203521" b="-6943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100704" t="-1124" r="-103521" b="-6943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200704" t="-1124" r="-3521" b="-6943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327759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151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192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0420067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224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222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00322564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145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1652086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249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249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81900957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267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131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08175872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127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264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4997536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128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130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91992310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238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221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93779263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191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235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20175165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203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238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1473149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ela 7">
                <a:extLst>
                  <a:ext uri="{FF2B5EF4-FFF2-40B4-BE49-F238E27FC236}">
                    <a16:creationId xmlns:a16="http://schemas.microsoft.com/office/drawing/2014/main" id="{5F3C8214-1C76-AAE5-E60C-F6E15BFA44C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11460551"/>
                  </p:ext>
                </p:extLst>
              </p:nvPr>
            </p:nvGraphicFramePr>
            <p:xfrm>
              <a:off x="3027133" y="1109051"/>
              <a:ext cx="3096000" cy="414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8000">
                      <a:extLst>
                        <a:ext uri="{9D8B030D-6E8A-4147-A177-3AD203B41FA5}">
                          <a16:colId xmlns:a16="http://schemas.microsoft.com/office/drawing/2014/main" val="2063667105"/>
                        </a:ext>
                      </a:extLst>
                    </a:gridCol>
                    <a:gridCol w="1548000">
                      <a:extLst>
                        <a:ext uri="{9D8B030D-6E8A-4147-A177-3AD203B41FA5}">
                          <a16:colId xmlns:a16="http://schemas.microsoft.com/office/drawing/2014/main" val="1846818024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pt-BR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  <m:t>2,</m:t>
                                        </m:r>
                                        <m: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pt-BR" sz="16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  <m:t>1,</m:t>
                                        </m:r>
                                        <m: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pt-BR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pt-BR" sz="1600" b="0" i="1" smtClean="0">
                                    <a:latin typeface="Cambria Math" panose="02040503050406030204" pitchFamily="18" charset="0"/>
                                  </a:rPr>
                                  <m:t>sign</m:t>
                                </m:r>
                                <m:d>
                                  <m:dPr>
                                    <m:ctrlPr>
                                      <a:rPr lang="pt-BR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  <m:t>2,</m:t>
                                        </m:r>
                                        <m: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pt-BR" sz="16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  <m:t>1,</m:t>
                                        </m:r>
                                        <m: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pt-BR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63277592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41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04200675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00322564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95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1652086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---------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---------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819009571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136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08175872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137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49975369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91992310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937792635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44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201751653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35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1473149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ela 7">
                <a:extLst>
                  <a:ext uri="{FF2B5EF4-FFF2-40B4-BE49-F238E27FC236}">
                    <a16:creationId xmlns:a16="http://schemas.microsoft.com/office/drawing/2014/main" id="{5F3C8214-1C76-AAE5-E60C-F6E15BFA44C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11460551"/>
                  </p:ext>
                </p:extLst>
              </p:nvPr>
            </p:nvGraphicFramePr>
            <p:xfrm>
              <a:off x="3027133" y="1109051"/>
              <a:ext cx="3096000" cy="414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8000">
                      <a:extLst>
                        <a:ext uri="{9D8B030D-6E8A-4147-A177-3AD203B41FA5}">
                          <a16:colId xmlns:a16="http://schemas.microsoft.com/office/drawing/2014/main" val="2063667105"/>
                        </a:ext>
                      </a:extLst>
                    </a:gridCol>
                    <a:gridCol w="1548000">
                      <a:extLst>
                        <a:ext uri="{9D8B030D-6E8A-4147-A177-3AD203B41FA5}">
                          <a16:colId xmlns:a16="http://schemas.microsoft.com/office/drawing/2014/main" val="1846818024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92" t="-1124" r="-101176" b="-6842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787" t="-1124" r="-1575" b="-6842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3277592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41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04200675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00322564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95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1652086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---------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---------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819009571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136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08175872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137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49975369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91992310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937792635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44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201751653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35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1473149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587A9C0C-1861-9BD6-5C0B-921C157EBE9D}"/>
                  </a:ext>
                </a:extLst>
              </p:cNvPr>
              <p:cNvSpPr/>
              <p:nvPr/>
            </p:nvSpPr>
            <p:spPr>
              <a:xfrm>
                <a:off x="7193499" y="1817938"/>
                <a:ext cx="4457727" cy="138737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20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sign</m:t>
                    </m:r>
                    <m:d>
                      <m:dPr>
                        <m:ctrlPr>
                          <a:rPr lang="pt-B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pt-B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pt-BR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pt-B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−&amp;1, </m:t>
                            </m:r>
                            <m:sSub>
                              <m:sSubPr>
                                <m:ctrlPr>
                                  <a:rPr lang="pt-BR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a:rPr lang="pt-BR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BR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2,</m:t>
                                </m:r>
                                <m:r>
                                  <a:rPr lang="pt-BR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pt-BR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BR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1,</m:t>
                                </m:r>
                                <m:r>
                                  <a:rPr lang="pt-BR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&lt;0</m:t>
                            </m:r>
                          </m:e>
                          <m:e>
                            <m: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&amp;1, </m:t>
                            </m:r>
                            <m:sSub>
                              <m:sSubPr>
                                <m:ctrlPr>
                                  <a:rPr lang="pt-BR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a:rPr lang="pt-BR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BR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2,</m:t>
                                </m:r>
                                <m:r>
                                  <a:rPr lang="pt-BR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pt-BR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BR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1,</m:t>
                                </m:r>
                                <m:r>
                                  <a:rPr lang="pt-BR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pt-B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&gt;0</m:t>
                            </m:r>
                          </m:e>
                        </m:eqArr>
                      </m:e>
                    </m:d>
                  </m:oMath>
                </a14:m>
                <a:endParaRPr lang="pt-BR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587A9C0C-1861-9BD6-5C0B-921C157EBE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3499" y="1817938"/>
                <a:ext cx="4457727" cy="138737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eta: para Baixo 2">
            <a:extLst>
              <a:ext uri="{FF2B5EF4-FFF2-40B4-BE49-F238E27FC236}">
                <a16:creationId xmlns:a16="http://schemas.microsoft.com/office/drawing/2014/main" id="{94BFC609-D917-27B8-381F-D47C1110C71E}"/>
              </a:ext>
            </a:extLst>
          </p:cNvPr>
          <p:cNvSpPr/>
          <p:nvPr/>
        </p:nvSpPr>
        <p:spPr>
          <a:xfrm rot="6916272">
            <a:off x="6255067" y="1095296"/>
            <a:ext cx="589936" cy="978872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7342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FD2F8-82D5-A5FD-A62C-FB6381BAC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0B76F02A-B8B7-3D60-ACDB-987A68BB9664}"/>
              </a:ext>
            </a:extLst>
          </p:cNvPr>
          <p:cNvSpPr txBox="1"/>
          <p:nvPr/>
        </p:nvSpPr>
        <p:spPr>
          <a:xfrm>
            <a:off x="235973" y="96003"/>
            <a:ext cx="107663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Aplicação do Teste de </a:t>
            </a:r>
            <a:r>
              <a:rPr lang="pt-BR" sz="3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Wilcoxon</a:t>
            </a:r>
            <a:endParaRPr lang="pt-BR" sz="3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6" name="Imagem 5" descr="Desenho preto e branco&#10;&#10;O conteúdo gerado por IA pode estar incorreto.">
            <a:extLst>
              <a:ext uri="{FF2B5EF4-FFF2-40B4-BE49-F238E27FC236}">
                <a16:creationId xmlns:a16="http://schemas.microsoft.com/office/drawing/2014/main" id="{F19ABE99-C1D2-13EF-1557-E28BD2DF9E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5607" y="0"/>
            <a:ext cx="742334" cy="742334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E8C6F517-15A7-E583-80B2-62EA118438BA}"/>
              </a:ext>
            </a:extLst>
          </p:cNvPr>
          <p:cNvSpPr/>
          <p:nvPr/>
        </p:nvSpPr>
        <p:spPr>
          <a:xfrm>
            <a:off x="0" y="6587613"/>
            <a:ext cx="12192000" cy="27038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>
                <a:solidFill>
                  <a:schemeClr val="tx1"/>
                </a:solidFill>
              </a:rPr>
              <a:t>Osvaldo L. Santos-Pereira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1223A8D8-2CCE-97AE-A926-63FD339A110F}"/>
              </a:ext>
            </a:extLst>
          </p:cNvPr>
          <p:cNvCxnSpPr>
            <a:cxnSpLocks/>
          </p:cNvCxnSpPr>
          <p:nvPr/>
        </p:nvCxnSpPr>
        <p:spPr>
          <a:xfrm>
            <a:off x="235974" y="850488"/>
            <a:ext cx="1076632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ela 1">
                <a:extLst>
                  <a:ext uri="{FF2B5EF4-FFF2-40B4-BE49-F238E27FC236}">
                    <a16:creationId xmlns:a16="http://schemas.microsoft.com/office/drawing/2014/main" id="{81230B31-0826-1CA7-5205-FC78911943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37744330"/>
                  </p:ext>
                </p:extLst>
              </p:nvPr>
            </p:nvGraphicFramePr>
            <p:xfrm>
              <a:off x="235973" y="1109051"/>
              <a:ext cx="2592000" cy="4197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64000">
                      <a:extLst>
                        <a:ext uri="{9D8B030D-6E8A-4147-A177-3AD203B41FA5}">
                          <a16:colId xmlns:a16="http://schemas.microsoft.com/office/drawing/2014/main" val="2063667105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56139665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1235105178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2400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pt-BR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3277592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151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192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04200675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224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222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00322564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145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1652086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249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249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819009571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267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131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08175872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127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264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49975369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128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130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91992310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238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221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937792635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191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235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201751653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203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238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1473149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ela 1">
                <a:extLst>
                  <a:ext uri="{FF2B5EF4-FFF2-40B4-BE49-F238E27FC236}">
                    <a16:creationId xmlns:a16="http://schemas.microsoft.com/office/drawing/2014/main" id="{81230B31-0826-1CA7-5205-FC78911943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37744330"/>
                  </p:ext>
                </p:extLst>
              </p:nvPr>
            </p:nvGraphicFramePr>
            <p:xfrm>
              <a:off x="235973" y="1109051"/>
              <a:ext cx="2592000" cy="4197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64000">
                      <a:extLst>
                        <a:ext uri="{9D8B030D-6E8A-4147-A177-3AD203B41FA5}">
                          <a16:colId xmlns:a16="http://schemas.microsoft.com/office/drawing/2014/main" val="2063667105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56139665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1235105178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704" t="-1124" r="-203521" b="-6943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100704" t="-1124" r="-103521" b="-6943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200704" t="-1124" r="-3521" b="-6943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327759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151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192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0420067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224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222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00322564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145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1652086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249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249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81900957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267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131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08175872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127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264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4997536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128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130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91992310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238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221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93779263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191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235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20175165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203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238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1473149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Tabela 7">
                <a:extLst>
                  <a:ext uri="{FF2B5EF4-FFF2-40B4-BE49-F238E27FC236}">
                    <a16:creationId xmlns:a16="http://schemas.microsoft.com/office/drawing/2014/main" id="{11B203D4-4B09-BBA7-D05F-BD3F0F03FF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84526192"/>
                  </p:ext>
                </p:extLst>
              </p:nvPr>
            </p:nvGraphicFramePr>
            <p:xfrm>
              <a:off x="3027133" y="1109051"/>
              <a:ext cx="4644000" cy="414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8000">
                      <a:extLst>
                        <a:ext uri="{9D8B030D-6E8A-4147-A177-3AD203B41FA5}">
                          <a16:colId xmlns:a16="http://schemas.microsoft.com/office/drawing/2014/main" val="2063667105"/>
                        </a:ext>
                      </a:extLst>
                    </a:gridCol>
                    <a:gridCol w="1548000">
                      <a:extLst>
                        <a:ext uri="{9D8B030D-6E8A-4147-A177-3AD203B41FA5}">
                          <a16:colId xmlns:a16="http://schemas.microsoft.com/office/drawing/2014/main" val="1846818024"/>
                        </a:ext>
                      </a:extLst>
                    </a:gridCol>
                    <a:gridCol w="1548000">
                      <a:extLst>
                        <a:ext uri="{9D8B030D-6E8A-4147-A177-3AD203B41FA5}">
                          <a16:colId xmlns:a16="http://schemas.microsoft.com/office/drawing/2014/main" val="3401278572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pt-BR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  <m:t>2,</m:t>
                                        </m:r>
                                        <m: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pt-BR" sz="16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  <m:t>1,</m:t>
                                        </m:r>
                                        <m: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pt-BR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pt-BR" sz="1600" b="0" i="1" smtClean="0">
                                    <a:latin typeface="Cambria Math" panose="02040503050406030204" pitchFamily="18" charset="0"/>
                                  </a:rPr>
                                  <m:t>sign</m:t>
                                </m:r>
                                <m:d>
                                  <m:dPr>
                                    <m:ctrlPr>
                                      <a:rPr lang="pt-BR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  <m:t>2,</m:t>
                                        </m:r>
                                        <m: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pt-BR" sz="16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  <m:t>1,</m:t>
                                        </m:r>
                                        <m: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pt-BR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pt-BR" sz="18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pt-BR" sz="1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pt-BR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63277592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41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04200675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1,5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00322564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95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1652086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---------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---------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---------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819009571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136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8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08175872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137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9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49975369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1,5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91992310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3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937792635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44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201751653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35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14731493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Tabela 7">
                <a:extLst>
                  <a:ext uri="{FF2B5EF4-FFF2-40B4-BE49-F238E27FC236}">
                    <a16:creationId xmlns:a16="http://schemas.microsoft.com/office/drawing/2014/main" id="{11B203D4-4B09-BBA7-D05F-BD3F0F03FF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84526192"/>
                  </p:ext>
                </p:extLst>
              </p:nvPr>
            </p:nvGraphicFramePr>
            <p:xfrm>
              <a:off x="3027133" y="1109051"/>
              <a:ext cx="4644000" cy="414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8000">
                      <a:extLst>
                        <a:ext uri="{9D8B030D-6E8A-4147-A177-3AD203B41FA5}">
                          <a16:colId xmlns:a16="http://schemas.microsoft.com/office/drawing/2014/main" val="2063667105"/>
                        </a:ext>
                      </a:extLst>
                    </a:gridCol>
                    <a:gridCol w="1548000">
                      <a:extLst>
                        <a:ext uri="{9D8B030D-6E8A-4147-A177-3AD203B41FA5}">
                          <a16:colId xmlns:a16="http://schemas.microsoft.com/office/drawing/2014/main" val="1846818024"/>
                        </a:ext>
                      </a:extLst>
                    </a:gridCol>
                    <a:gridCol w="1548000">
                      <a:extLst>
                        <a:ext uri="{9D8B030D-6E8A-4147-A177-3AD203B41FA5}">
                          <a16:colId xmlns:a16="http://schemas.microsoft.com/office/drawing/2014/main" val="3401278572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94" t="-1124" r="-201969" b="-6842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000" t="-1124" r="-101176" b="-6842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00787" t="-1124" r="-1575" b="-6842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3277592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41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04200675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1,5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00322564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95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1652086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---------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---------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---------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819009571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136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8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08175872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137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9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49975369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1,5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91992310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3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937792635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44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201751653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35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1473149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Seta: para Baixo 2">
            <a:extLst>
              <a:ext uri="{FF2B5EF4-FFF2-40B4-BE49-F238E27FC236}">
                <a16:creationId xmlns:a16="http://schemas.microsoft.com/office/drawing/2014/main" id="{0DF29D0A-38AB-AC95-900B-54D37DA2599F}"/>
              </a:ext>
            </a:extLst>
          </p:cNvPr>
          <p:cNvSpPr/>
          <p:nvPr/>
        </p:nvSpPr>
        <p:spPr>
          <a:xfrm rot="7678534">
            <a:off x="7114861" y="1368205"/>
            <a:ext cx="589936" cy="754118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D8A4633-3FB3-C3C5-F9AC-D6D51795C54A}"/>
              </a:ext>
            </a:extLst>
          </p:cNvPr>
          <p:cNvSpPr/>
          <p:nvPr/>
        </p:nvSpPr>
        <p:spPr>
          <a:xfrm>
            <a:off x="7870293" y="2023295"/>
            <a:ext cx="4018670" cy="322575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</a:rPr>
              <a:t>Cálculo do posto (ranking) de cada par de dados pareados.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</a:rPr>
              <a:t>Quando houver empate entre os pares, calcular a média.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</a:rPr>
              <a:t>Os pares 2 e 7 deveriam ocupar as posições 8 e 9, logo seus postos devem ser (8+9)/2 = 8,5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79E9F76-4CED-57CB-905E-956D6256CEF4}"/>
              </a:ext>
            </a:extLst>
          </p:cNvPr>
          <p:cNvSpPr/>
          <p:nvPr/>
        </p:nvSpPr>
        <p:spPr>
          <a:xfrm>
            <a:off x="491613" y="2023295"/>
            <a:ext cx="6833419" cy="3581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5504A3D-0A7F-5862-1968-4CD42D276733}"/>
              </a:ext>
            </a:extLst>
          </p:cNvPr>
          <p:cNvSpPr/>
          <p:nvPr/>
        </p:nvSpPr>
        <p:spPr>
          <a:xfrm>
            <a:off x="491613" y="3839627"/>
            <a:ext cx="6833419" cy="3581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399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10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9FF23-4D2B-AF8E-4388-1EC665E16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C663EA95-9E1B-01E4-C63A-E1A688EF9F36}"/>
              </a:ext>
            </a:extLst>
          </p:cNvPr>
          <p:cNvSpPr txBox="1"/>
          <p:nvPr/>
        </p:nvSpPr>
        <p:spPr>
          <a:xfrm>
            <a:off x="235973" y="96003"/>
            <a:ext cx="107663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Aplicação do Teste de </a:t>
            </a:r>
            <a:r>
              <a:rPr lang="pt-BR" sz="3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Wilcoxon</a:t>
            </a:r>
            <a:endParaRPr lang="pt-BR" sz="3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6" name="Imagem 5" descr="Desenho preto e branco&#10;&#10;O conteúdo gerado por IA pode estar incorreto.">
            <a:extLst>
              <a:ext uri="{FF2B5EF4-FFF2-40B4-BE49-F238E27FC236}">
                <a16:creationId xmlns:a16="http://schemas.microsoft.com/office/drawing/2014/main" id="{10DE6B7C-F154-9F25-05D4-30C85FEB53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5607" y="0"/>
            <a:ext cx="742334" cy="742334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EE5A787F-EC61-38DE-AC31-D2A4CF52E523}"/>
              </a:ext>
            </a:extLst>
          </p:cNvPr>
          <p:cNvSpPr/>
          <p:nvPr/>
        </p:nvSpPr>
        <p:spPr>
          <a:xfrm>
            <a:off x="0" y="6587613"/>
            <a:ext cx="12192000" cy="27038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>
                <a:solidFill>
                  <a:schemeClr val="tx1"/>
                </a:solidFill>
              </a:rPr>
              <a:t>Osvaldo L. Santos-Pereira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FA8FA2F6-A5D7-F558-6B83-45495BBE77CA}"/>
              </a:ext>
            </a:extLst>
          </p:cNvPr>
          <p:cNvCxnSpPr>
            <a:cxnSpLocks/>
          </p:cNvCxnSpPr>
          <p:nvPr/>
        </p:nvCxnSpPr>
        <p:spPr>
          <a:xfrm>
            <a:off x="235974" y="850488"/>
            <a:ext cx="1076632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ela 1">
                <a:extLst>
                  <a:ext uri="{FF2B5EF4-FFF2-40B4-BE49-F238E27FC236}">
                    <a16:creationId xmlns:a16="http://schemas.microsoft.com/office/drawing/2014/main" id="{8407ABFA-F0C9-D8B0-8B47-8766BE25C6F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47112300"/>
                  </p:ext>
                </p:extLst>
              </p:nvPr>
            </p:nvGraphicFramePr>
            <p:xfrm>
              <a:off x="235973" y="1109051"/>
              <a:ext cx="2592000" cy="4197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64000">
                      <a:extLst>
                        <a:ext uri="{9D8B030D-6E8A-4147-A177-3AD203B41FA5}">
                          <a16:colId xmlns:a16="http://schemas.microsoft.com/office/drawing/2014/main" val="2063667105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56139665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1235105178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2400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pt-BR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3277592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151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192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04200675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224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222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00322564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145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1652086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249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249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819009571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267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131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08175872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127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264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49975369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128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130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91992310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238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221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937792635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191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235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201751653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203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238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1473149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ela 1">
                <a:extLst>
                  <a:ext uri="{FF2B5EF4-FFF2-40B4-BE49-F238E27FC236}">
                    <a16:creationId xmlns:a16="http://schemas.microsoft.com/office/drawing/2014/main" id="{8407ABFA-F0C9-D8B0-8B47-8766BE25C6F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47112300"/>
                  </p:ext>
                </p:extLst>
              </p:nvPr>
            </p:nvGraphicFramePr>
            <p:xfrm>
              <a:off x="235973" y="1109051"/>
              <a:ext cx="2592000" cy="4197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64000">
                      <a:extLst>
                        <a:ext uri="{9D8B030D-6E8A-4147-A177-3AD203B41FA5}">
                          <a16:colId xmlns:a16="http://schemas.microsoft.com/office/drawing/2014/main" val="2063667105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56139665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1235105178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704" t="-1124" r="-203521" b="-6943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100704" t="-1124" r="-103521" b="-6943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200704" t="-1124" r="-3521" b="-6943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327759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151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192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0420067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224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222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00322564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145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1652086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249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249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81900957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267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131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08175872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127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264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4997536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128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130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91992310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238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221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93779263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191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235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20175165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203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238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1473149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Tabela 7">
                <a:extLst>
                  <a:ext uri="{FF2B5EF4-FFF2-40B4-BE49-F238E27FC236}">
                    <a16:creationId xmlns:a16="http://schemas.microsoft.com/office/drawing/2014/main" id="{5B3E30A2-C808-AA69-BADE-D42D9443AA1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29046964"/>
                  </p:ext>
                </p:extLst>
              </p:nvPr>
            </p:nvGraphicFramePr>
            <p:xfrm>
              <a:off x="3027133" y="1109051"/>
              <a:ext cx="6192000" cy="414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8000">
                      <a:extLst>
                        <a:ext uri="{9D8B030D-6E8A-4147-A177-3AD203B41FA5}">
                          <a16:colId xmlns:a16="http://schemas.microsoft.com/office/drawing/2014/main" val="2063667105"/>
                        </a:ext>
                      </a:extLst>
                    </a:gridCol>
                    <a:gridCol w="1548000">
                      <a:extLst>
                        <a:ext uri="{9D8B030D-6E8A-4147-A177-3AD203B41FA5}">
                          <a16:colId xmlns:a16="http://schemas.microsoft.com/office/drawing/2014/main" val="1846818024"/>
                        </a:ext>
                      </a:extLst>
                    </a:gridCol>
                    <a:gridCol w="1548000">
                      <a:extLst>
                        <a:ext uri="{9D8B030D-6E8A-4147-A177-3AD203B41FA5}">
                          <a16:colId xmlns:a16="http://schemas.microsoft.com/office/drawing/2014/main" val="3401278572"/>
                        </a:ext>
                      </a:extLst>
                    </a:gridCol>
                    <a:gridCol w="1548000">
                      <a:extLst>
                        <a:ext uri="{9D8B030D-6E8A-4147-A177-3AD203B41FA5}">
                          <a16:colId xmlns:a16="http://schemas.microsoft.com/office/drawing/2014/main" val="4255545095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pt-BR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  <m:t>2,</m:t>
                                        </m:r>
                                        <m: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pt-BR" sz="16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  <m:t>1,</m:t>
                                        </m:r>
                                        <m: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pt-BR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pt-BR" sz="1600" b="0" i="1" smtClean="0">
                                    <a:latin typeface="Cambria Math" panose="02040503050406030204" pitchFamily="18" charset="0"/>
                                  </a:rPr>
                                  <m:t>sign</m:t>
                                </m:r>
                                <m:d>
                                  <m:dPr>
                                    <m:ctrlPr>
                                      <a:rPr lang="pt-BR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  <m:t>2,</m:t>
                                        </m:r>
                                        <m: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pt-BR" sz="16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  <m:t>1,</m:t>
                                        </m:r>
                                        <m: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pt-BR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pt-BR" sz="18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pt-BR" sz="1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pt-BR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pt-BR" sz="18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pt-BR" sz="1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pt-BR" sz="1800" b="0" i="1" smtClean="0">
                                    <a:latin typeface="Cambria Math" panose="02040503050406030204" pitchFamily="18" charset="0"/>
                                  </a:rPr>
                                  <m:t>sign</m:t>
                                </m:r>
                                <m:d>
                                  <m:dPr>
                                    <m:ctrlPr>
                                      <a:rPr lang="pt-BR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pt-BR" sz="1800" b="0" i="0" smtClean="0">
                                        <a:latin typeface="Cambria Math" panose="02040503050406030204" pitchFamily="18" charset="0"/>
                                      </a:rPr>
                                      <m:t>Δ</m:t>
                                    </m:r>
                                    <m:r>
                                      <a:rPr lang="pt-BR" sz="1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pt-BR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63277592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41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04200675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1,5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-1,5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00322564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95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1652086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---------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---------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---------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---------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819009571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136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-8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08175872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137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9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49975369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1,5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1,5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91992310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-3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937792635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44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201751653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35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14731493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Tabela 7">
                <a:extLst>
                  <a:ext uri="{FF2B5EF4-FFF2-40B4-BE49-F238E27FC236}">
                    <a16:creationId xmlns:a16="http://schemas.microsoft.com/office/drawing/2014/main" id="{5B3E30A2-C808-AA69-BADE-D42D9443AA1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29046964"/>
                  </p:ext>
                </p:extLst>
              </p:nvPr>
            </p:nvGraphicFramePr>
            <p:xfrm>
              <a:off x="3027133" y="1109051"/>
              <a:ext cx="6192000" cy="414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8000">
                      <a:extLst>
                        <a:ext uri="{9D8B030D-6E8A-4147-A177-3AD203B41FA5}">
                          <a16:colId xmlns:a16="http://schemas.microsoft.com/office/drawing/2014/main" val="2063667105"/>
                        </a:ext>
                      </a:extLst>
                    </a:gridCol>
                    <a:gridCol w="1548000">
                      <a:extLst>
                        <a:ext uri="{9D8B030D-6E8A-4147-A177-3AD203B41FA5}">
                          <a16:colId xmlns:a16="http://schemas.microsoft.com/office/drawing/2014/main" val="1846818024"/>
                        </a:ext>
                      </a:extLst>
                    </a:gridCol>
                    <a:gridCol w="1548000">
                      <a:extLst>
                        <a:ext uri="{9D8B030D-6E8A-4147-A177-3AD203B41FA5}">
                          <a16:colId xmlns:a16="http://schemas.microsoft.com/office/drawing/2014/main" val="3401278572"/>
                        </a:ext>
                      </a:extLst>
                    </a:gridCol>
                    <a:gridCol w="1548000">
                      <a:extLst>
                        <a:ext uri="{9D8B030D-6E8A-4147-A177-3AD203B41FA5}">
                          <a16:colId xmlns:a16="http://schemas.microsoft.com/office/drawing/2014/main" val="4255545095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94" t="-1124" r="-301969" b="-6842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000" t="-1124" r="-200784" b="-6842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00787" t="-1124" r="-101575" b="-6842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00787" t="-1124" r="-1575" b="-6842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3277592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41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04200675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1,5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-1,5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00322564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95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1652086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---------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---------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---------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---------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819009571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136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-8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08175872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137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9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49975369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1,5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1,5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91992310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-3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937792635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44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201751653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35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1473149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Retângulo 2">
            <a:extLst>
              <a:ext uri="{FF2B5EF4-FFF2-40B4-BE49-F238E27FC236}">
                <a16:creationId xmlns:a16="http://schemas.microsoft.com/office/drawing/2014/main" id="{D1D36249-E602-2E9C-00A5-663A0050C3F2}"/>
              </a:ext>
            </a:extLst>
          </p:cNvPr>
          <p:cNvSpPr/>
          <p:nvPr/>
        </p:nvSpPr>
        <p:spPr>
          <a:xfrm>
            <a:off x="1362967" y="5565213"/>
            <a:ext cx="8351303" cy="46471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tx1"/>
                </a:solidFill>
              </a:rPr>
              <a:t>Tabela final para análise do teste de </a:t>
            </a:r>
            <a:r>
              <a:rPr lang="pt-BR" sz="2000" dirty="0" err="1">
                <a:solidFill>
                  <a:schemeClr val="tx1"/>
                </a:solidFill>
              </a:rPr>
              <a:t>Wilcoxon</a:t>
            </a:r>
            <a:r>
              <a:rPr lang="pt-BR" sz="2000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472263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858D8-9308-9D56-ECA9-89D92E923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3D6FFE30-5F18-C017-B8AA-FAB1759B6FCA}"/>
              </a:ext>
            </a:extLst>
          </p:cNvPr>
          <p:cNvSpPr txBox="1"/>
          <p:nvPr/>
        </p:nvSpPr>
        <p:spPr>
          <a:xfrm>
            <a:off x="235973" y="96003"/>
            <a:ext cx="107663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Teste Não-Paramétrico de </a:t>
            </a:r>
            <a:r>
              <a:rPr lang="pt-BR" sz="3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Wilcoxon</a:t>
            </a:r>
            <a:endParaRPr lang="pt-BR" sz="3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6" name="Imagem 5" descr="Desenho preto e branco&#10;&#10;O conteúdo gerado por IA pode estar incorreto.">
            <a:extLst>
              <a:ext uri="{FF2B5EF4-FFF2-40B4-BE49-F238E27FC236}">
                <a16:creationId xmlns:a16="http://schemas.microsoft.com/office/drawing/2014/main" id="{2B07F822-87D0-9D07-293F-AFD0CAE252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5607" y="0"/>
            <a:ext cx="742334" cy="742334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AABC8554-7F63-C627-BA69-150E40634BFB}"/>
              </a:ext>
            </a:extLst>
          </p:cNvPr>
          <p:cNvSpPr/>
          <p:nvPr/>
        </p:nvSpPr>
        <p:spPr>
          <a:xfrm>
            <a:off x="0" y="6587613"/>
            <a:ext cx="12192000" cy="27038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>
                <a:solidFill>
                  <a:schemeClr val="tx1"/>
                </a:solidFill>
              </a:rPr>
              <a:t>Osvaldo L. Santos-Pereira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081A29FF-7A3A-407E-C947-AD1C0C03345D}"/>
              </a:ext>
            </a:extLst>
          </p:cNvPr>
          <p:cNvCxnSpPr>
            <a:cxnSpLocks/>
          </p:cNvCxnSpPr>
          <p:nvPr/>
        </p:nvCxnSpPr>
        <p:spPr>
          <a:xfrm>
            <a:off x="235974" y="850488"/>
            <a:ext cx="1076632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E662F263-B8D9-1045-EEF7-7378B54C8239}"/>
                  </a:ext>
                </a:extLst>
              </p:cNvPr>
              <p:cNvSpPr txBox="1"/>
              <p:nvPr/>
            </p:nvSpPr>
            <p:spPr>
              <a:xfrm>
                <a:off x="2733369" y="1702884"/>
                <a:ext cx="6449962" cy="11308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pt-BR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sign</m:t>
                          </m:r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2,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E662F263-B8D9-1045-EEF7-7378B54C82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3369" y="1702884"/>
                <a:ext cx="6449962" cy="11308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39C5DE02-82C0-AB24-9873-983662FC3253}"/>
                  </a:ext>
                </a:extLst>
              </p:cNvPr>
              <p:cNvSpPr txBox="1"/>
              <p:nvPr/>
            </p:nvSpPr>
            <p:spPr>
              <a:xfrm>
                <a:off x="592393" y="1056553"/>
                <a:ext cx="973147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dirty="0"/>
                  <a:t>Calculando a estatística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pt-BR" dirty="0"/>
                  <a:t>do teste de </a:t>
                </a:r>
                <a:r>
                  <a:rPr lang="pt-BR" dirty="0" err="1"/>
                  <a:t>Wilcoxon</a:t>
                </a:r>
                <a:r>
                  <a:rPr lang="pt-BR" dirty="0"/>
                  <a:t> da seguinte forma: </a:t>
                </a:r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39C5DE02-82C0-AB24-9873-983662FC32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393" y="1056553"/>
                <a:ext cx="9731477" cy="369332"/>
              </a:xfrm>
              <a:prstGeom prst="rect">
                <a:avLst/>
              </a:prstGeom>
              <a:blipFill>
                <a:blip r:embed="rId4"/>
                <a:stretch>
                  <a:fillRect l="-501" t="-6557" b="-2623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74A6538C-103B-842A-DAFD-91E168F1D42A}"/>
                  </a:ext>
                </a:extLst>
              </p:cNvPr>
              <p:cNvSpPr txBox="1"/>
              <p:nvPr/>
            </p:nvSpPr>
            <p:spPr>
              <a:xfrm>
                <a:off x="592393" y="3184698"/>
                <a:ext cx="1065571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dirty="0"/>
                  <a:t>Sendo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pt-BR" dirty="0"/>
                  <a:t> a soma do teste quando o sinal for positivo, 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lang="pt-BR" dirty="0"/>
                  <a:t> a soma do teste quando o sinal for negativo.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dirty="0"/>
                  <a:t>Alguns estatísticos consideram o valor mínimo entre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lang="pt-BR" dirty="0"/>
                  <a:t> como teste estatístico</a:t>
                </a:r>
              </a:p>
            </p:txBody>
          </p:sp>
        </mc:Choice>
        <mc:Fallback xmlns="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74A6538C-103B-842A-DAFD-91E168F1D4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393" y="3184698"/>
                <a:ext cx="10655710" cy="923330"/>
              </a:xfrm>
              <a:prstGeom prst="rect">
                <a:avLst/>
              </a:prstGeom>
              <a:blipFill>
                <a:blip r:embed="rId5"/>
                <a:stretch>
                  <a:fillRect l="-343" t="-2632" b="-986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7D8BAC21-257A-507F-3628-DF7725F18449}"/>
                  </a:ext>
                </a:extLst>
              </p:cNvPr>
              <p:cNvSpPr txBox="1"/>
              <p:nvPr/>
            </p:nvSpPr>
            <p:spPr>
              <a:xfrm>
                <a:off x="2733369" y="4367134"/>
                <a:ext cx="644996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pt-BR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pt-BR" sz="2400" b="0" i="0" smtClean="0">
                          <a:latin typeface="Cambria Math" panose="02040503050406030204" pitchFamily="18" charset="0"/>
                        </a:rPr>
                        <m:t>Min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pt-BR" sz="2400" b="0" i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  <m: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pt-BR" sz="2400" b="0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7D8BAC21-257A-507F-3628-DF7725F184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3369" y="4367134"/>
                <a:ext cx="6449962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57E1ECE6-CF0E-2422-3AB0-3BEA9842FB20}"/>
                  </a:ext>
                </a:extLst>
              </p:cNvPr>
              <p:cNvSpPr txBox="1"/>
              <p:nvPr/>
            </p:nvSpPr>
            <p:spPr>
              <a:xfrm>
                <a:off x="592393" y="5084182"/>
                <a:ext cx="1096051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dirty="0"/>
                  <a:t>Para testar a validade da hipótese nula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b="0" i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dirty="0"/>
                  <a:t> deve-se comparar o módulo do teste com o valor crítico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𝑐𝑟𝑖𝑡𝑖𝑐𝑜</m:t>
                        </m:r>
                      </m:sub>
                    </m:sSub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57E1ECE6-CF0E-2422-3AB0-3BEA9842FB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393" y="5084182"/>
                <a:ext cx="10960510" cy="369332"/>
              </a:xfrm>
              <a:prstGeom prst="rect">
                <a:avLst/>
              </a:prstGeom>
              <a:blipFill>
                <a:blip r:embed="rId7"/>
                <a:stretch>
                  <a:fillRect l="-334" t="-6557" b="-2623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A5C9C5FA-BED7-B42E-E624-31725ECA792C}"/>
                  </a:ext>
                </a:extLst>
              </p:cNvPr>
              <p:cNvSpPr txBox="1"/>
              <p:nvPr/>
            </p:nvSpPr>
            <p:spPr>
              <a:xfrm>
                <a:off x="2733369" y="5732065"/>
                <a:ext cx="644996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𝑐𝑟𝑖𝑡𝑖𝑐𝑜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2400" dirty="0"/>
                  <a:t> é rejeitada  </a:t>
                </a:r>
              </a:p>
            </p:txBody>
          </p:sp>
        </mc:Choice>
        <mc:Fallback xmlns="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A5C9C5FA-BED7-B42E-E624-31725ECA79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3369" y="5732065"/>
                <a:ext cx="6449962" cy="461665"/>
              </a:xfrm>
              <a:prstGeom prst="rect">
                <a:avLst/>
              </a:prstGeom>
              <a:blipFill>
                <a:blip r:embed="rId8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72650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238DE-4E61-6F23-C57B-855FCB297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474D8649-7CF3-C49A-B7C0-E162508887BA}"/>
              </a:ext>
            </a:extLst>
          </p:cNvPr>
          <p:cNvSpPr txBox="1"/>
          <p:nvPr/>
        </p:nvSpPr>
        <p:spPr>
          <a:xfrm>
            <a:off x="235973" y="96003"/>
            <a:ext cx="107663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Aplicação do Teste de </a:t>
            </a:r>
            <a:r>
              <a:rPr lang="pt-BR" sz="3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Wilcoxon</a:t>
            </a:r>
            <a:endParaRPr lang="pt-BR" sz="3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6" name="Imagem 5" descr="Desenho preto e branco&#10;&#10;O conteúdo gerado por IA pode estar incorreto.">
            <a:extLst>
              <a:ext uri="{FF2B5EF4-FFF2-40B4-BE49-F238E27FC236}">
                <a16:creationId xmlns:a16="http://schemas.microsoft.com/office/drawing/2014/main" id="{2593E89E-06D3-22A1-39AA-B06EC403A6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5607" y="0"/>
            <a:ext cx="742334" cy="742334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4745AC75-1C65-DF08-3BF3-B18F67F4F4EA}"/>
              </a:ext>
            </a:extLst>
          </p:cNvPr>
          <p:cNvSpPr/>
          <p:nvPr/>
        </p:nvSpPr>
        <p:spPr>
          <a:xfrm>
            <a:off x="0" y="6587613"/>
            <a:ext cx="12192000" cy="27038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>
                <a:solidFill>
                  <a:schemeClr val="tx1"/>
                </a:solidFill>
              </a:rPr>
              <a:t>Osvaldo L. Santos-Pereira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44602119-005E-B1F9-4574-7D99EE7ECCF0}"/>
              </a:ext>
            </a:extLst>
          </p:cNvPr>
          <p:cNvCxnSpPr>
            <a:cxnSpLocks/>
          </p:cNvCxnSpPr>
          <p:nvPr/>
        </p:nvCxnSpPr>
        <p:spPr>
          <a:xfrm>
            <a:off x="235974" y="850488"/>
            <a:ext cx="1076632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ela 1">
                <a:extLst>
                  <a:ext uri="{FF2B5EF4-FFF2-40B4-BE49-F238E27FC236}">
                    <a16:creationId xmlns:a16="http://schemas.microsoft.com/office/drawing/2014/main" id="{D2844804-8FBD-6B49-35FE-50D255DE75D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35973" y="1109051"/>
              <a:ext cx="2592000" cy="4197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64000">
                      <a:extLst>
                        <a:ext uri="{9D8B030D-6E8A-4147-A177-3AD203B41FA5}">
                          <a16:colId xmlns:a16="http://schemas.microsoft.com/office/drawing/2014/main" val="2063667105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56139665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1235105178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2400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pt-BR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3277592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151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192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04200675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224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222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00322564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145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1652086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249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249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819009571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267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131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08175872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127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264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49975369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128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130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91992310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238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221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937792635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191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235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201751653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203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238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1473149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ela 1">
                <a:extLst>
                  <a:ext uri="{FF2B5EF4-FFF2-40B4-BE49-F238E27FC236}">
                    <a16:creationId xmlns:a16="http://schemas.microsoft.com/office/drawing/2014/main" id="{D2844804-8FBD-6B49-35FE-50D255DE75D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35973" y="1109051"/>
              <a:ext cx="2592000" cy="4197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64000">
                      <a:extLst>
                        <a:ext uri="{9D8B030D-6E8A-4147-A177-3AD203B41FA5}">
                          <a16:colId xmlns:a16="http://schemas.microsoft.com/office/drawing/2014/main" val="2063667105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56139665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1235105178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704" t="-1124" r="-203521" b="-6943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100704" t="-1124" r="-103521" b="-6943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200704" t="-1124" r="-3521" b="-6943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327759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151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192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0420067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224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222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00322564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145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1652086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249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249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81900957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267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131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08175872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127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264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4997536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128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130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91992310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238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221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93779263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191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235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20175165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203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238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1473149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Tabela 7">
                <a:extLst>
                  <a:ext uri="{FF2B5EF4-FFF2-40B4-BE49-F238E27FC236}">
                    <a16:creationId xmlns:a16="http://schemas.microsoft.com/office/drawing/2014/main" id="{A2E63068-1E21-C520-8EE2-C83D6DE37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10144614"/>
                  </p:ext>
                </p:extLst>
              </p:nvPr>
            </p:nvGraphicFramePr>
            <p:xfrm>
              <a:off x="3027133" y="1109051"/>
              <a:ext cx="6192000" cy="414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8000">
                      <a:extLst>
                        <a:ext uri="{9D8B030D-6E8A-4147-A177-3AD203B41FA5}">
                          <a16:colId xmlns:a16="http://schemas.microsoft.com/office/drawing/2014/main" val="2063667105"/>
                        </a:ext>
                      </a:extLst>
                    </a:gridCol>
                    <a:gridCol w="1548000">
                      <a:extLst>
                        <a:ext uri="{9D8B030D-6E8A-4147-A177-3AD203B41FA5}">
                          <a16:colId xmlns:a16="http://schemas.microsoft.com/office/drawing/2014/main" val="1846818024"/>
                        </a:ext>
                      </a:extLst>
                    </a:gridCol>
                    <a:gridCol w="1548000">
                      <a:extLst>
                        <a:ext uri="{9D8B030D-6E8A-4147-A177-3AD203B41FA5}">
                          <a16:colId xmlns:a16="http://schemas.microsoft.com/office/drawing/2014/main" val="3401278572"/>
                        </a:ext>
                      </a:extLst>
                    </a:gridCol>
                    <a:gridCol w="1548000">
                      <a:extLst>
                        <a:ext uri="{9D8B030D-6E8A-4147-A177-3AD203B41FA5}">
                          <a16:colId xmlns:a16="http://schemas.microsoft.com/office/drawing/2014/main" val="4255545095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pt-BR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  <m:t>2,</m:t>
                                        </m:r>
                                        <m: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pt-BR" sz="16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  <m:t>1,</m:t>
                                        </m:r>
                                        <m: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pt-BR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pt-BR" sz="1600" b="0" i="1" smtClean="0">
                                    <a:latin typeface="Cambria Math" panose="02040503050406030204" pitchFamily="18" charset="0"/>
                                  </a:rPr>
                                  <m:t>sign</m:t>
                                </m:r>
                                <m:d>
                                  <m:dPr>
                                    <m:ctrlPr>
                                      <a:rPr lang="pt-BR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  <m:t>2,</m:t>
                                        </m:r>
                                        <m: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pt-BR" sz="16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  <m:t>1,</m:t>
                                        </m:r>
                                        <m:r>
                                          <a:rPr lang="pt-BR" sz="16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pt-BR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pt-BR" sz="18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pt-BR" sz="1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pt-BR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pt-BR" sz="18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pt-BR" sz="1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pt-BR" sz="1800" b="0" i="1" smtClean="0">
                                    <a:latin typeface="Cambria Math" panose="02040503050406030204" pitchFamily="18" charset="0"/>
                                  </a:rPr>
                                  <m:t>sign</m:t>
                                </m:r>
                                <m:d>
                                  <m:dPr>
                                    <m:ctrlPr>
                                      <a:rPr lang="pt-BR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pt-BR" sz="1800" b="0" i="0" smtClean="0">
                                        <a:latin typeface="Cambria Math" panose="02040503050406030204" pitchFamily="18" charset="0"/>
                                      </a:rPr>
                                      <m:t>Δ</m:t>
                                    </m:r>
                                    <m:r>
                                      <a:rPr lang="pt-BR" sz="1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pt-BR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63277592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41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04200675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1,5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-1,5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00322564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95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1652086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---------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---------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---------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---------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819009571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136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-8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08175872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137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9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49975369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1,5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1,5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91992310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-3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937792635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44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201751653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35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14731493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Tabela 7">
                <a:extLst>
                  <a:ext uri="{FF2B5EF4-FFF2-40B4-BE49-F238E27FC236}">
                    <a16:creationId xmlns:a16="http://schemas.microsoft.com/office/drawing/2014/main" id="{A2E63068-1E21-C520-8EE2-C83D6DE37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10144614"/>
                  </p:ext>
                </p:extLst>
              </p:nvPr>
            </p:nvGraphicFramePr>
            <p:xfrm>
              <a:off x="3027133" y="1109051"/>
              <a:ext cx="6192000" cy="414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8000">
                      <a:extLst>
                        <a:ext uri="{9D8B030D-6E8A-4147-A177-3AD203B41FA5}">
                          <a16:colId xmlns:a16="http://schemas.microsoft.com/office/drawing/2014/main" val="2063667105"/>
                        </a:ext>
                      </a:extLst>
                    </a:gridCol>
                    <a:gridCol w="1548000">
                      <a:extLst>
                        <a:ext uri="{9D8B030D-6E8A-4147-A177-3AD203B41FA5}">
                          <a16:colId xmlns:a16="http://schemas.microsoft.com/office/drawing/2014/main" val="1846818024"/>
                        </a:ext>
                      </a:extLst>
                    </a:gridCol>
                    <a:gridCol w="1548000">
                      <a:extLst>
                        <a:ext uri="{9D8B030D-6E8A-4147-A177-3AD203B41FA5}">
                          <a16:colId xmlns:a16="http://schemas.microsoft.com/office/drawing/2014/main" val="3401278572"/>
                        </a:ext>
                      </a:extLst>
                    </a:gridCol>
                    <a:gridCol w="1548000">
                      <a:extLst>
                        <a:ext uri="{9D8B030D-6E8A-4147-A177-3AD203B41FA5}">
                          <a16:colId xmlns:a16="http://schemas.microsoft.com/office/drawing/2014/main" val="4255545095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94" t="-1124" r="-301969" b="-6842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000" t="-1124" r="-200784" b="-6842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00787" t="-1124" r="-101575" b="-6842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00787" t="-1124" r="-1575" b="-6842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3277592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41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04200675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1,5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-1,5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00322564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95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1652086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---------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---------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---------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---------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819009571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136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-8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08175872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137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9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49975369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1,5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1,5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91992310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-3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937792635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44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201751653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35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1473149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F4DB58A7-41A0-B3C8-3AEC-C51C56563AC6}"/>
                  </a:ext>
                </a:extLst>
              </p:cNvPr>
              <p:cNvSpPr txBox="1"/>
              <p:nvPr/>
            </p:nvSpPr>
            <p:spPr>
              <a:xfrm>
                <a:off x="3027133" y="5317352"/>
                <a:ext cx="653098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00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1,5+4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32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,5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F4DB58A7-41A0-B3C8-3AEC-C51C56563A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7133" y="5317352"/>
                <a:ext cx="6530983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12567CCC-CEE4-B152-6CCF-9A007E32676A}"/>
                  </a:ext>
                </a:extLst>
              </p:cNvPr>
              <p:cNvSpPr txBox="1"/>
              <p:nvPr/>
            </p:nvSpPr>
            <p:spPr>
              <a:xfrm>
                <a:off x="3027133" y="5717462"/>
                <a:ext cx="653098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p>
                        </m:e>
                      </m:d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,5−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d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,5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12567CCC-CEE4-B152-6CCF-9A007E3267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7133" y="5717462"/>
                <a:ext cx="6530983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A3A6861B-6297-62EA-68F4-2D3CBDA74161}"/>
                  </a:ext>
                </a:extLst>
              </p:cNvPr>
              <p:cNvSpPr txBox="1"/>
              <p:nvPr/>
            </p:nvSpPr>
            <p:spPr>
              <a:xfrm>
                <a:off x="3027133" y="6114804"/>
                <a:ext cx="653098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  <m:r>
                            <a:rPr lang="pt-BR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p>
                        </m:e>
                      </m:d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32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,5−1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,5=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A3A6861B-6297-62EA-68F4-2D3CBDA741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7133" y="6114804"/>
                <a:ext cx="6530983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43570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A5978-C025-94D1-D410-496E6F549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DA328FC3-D498-5236-724D-73E926EA57C9}"/>
              </a:ext>
            </a:extLst>
          </p:cNvPr>
          <p:cNvSpPr txBox="1"/>
          <p:nvPr/>
        </p:nvSpPr>
        <p:spPr>
          <a:xfrm>
            <a:off x="235973" y="96003"/>
            <a:ext cx="107663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Aplicação do Teste de </a:t>
            </a:r>
            <a:r>
              <a:rPr lang="pt-BR" sz="3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Wilcoxon</a:t>
            </a:r>
            <a:endParaRPr lang="pt-BR" sz="3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6" name="Imagem 5" descr="Desenho preto e branco&#10;&#10;O conteúdo gerado por IA pode estar incorreto.">
            <a:extLst>
              <a:ext uri="{FF2B5EF4-FFF2-40B4-BE49-F238E27FC236}">
                <a16:creationId xmlns:a16="http://schemas.microsoft.com/office/drawing/2014/main" id="{8B3C0757-090F-3C8C-6F9B-CA133EA838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5607" y="0"/>
            <a:ext cx="742334" cy="742334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71D3565B-C9CE-8170-D007-D4B089D3732F}"/>
              </a:ext>
            </a:extLst>
          </p:cNvPr>
          <p:cNvSpPr/>
          <p:nvPr/>
        </p:nvSpPr>
        <p:spPr>
          <a:xfrm>
            <a:off x="0" y="6587613"/>
            <a:ext cx="12192000" cy="27038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>
                <a:solidFill>
                  <a:schemeClr val="tx1"/>
                </a:solidFill>
              </a:rPr>
              <a:t>Osvaldo L. Santos-Pereira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F6FD269F-EEAA-0CEE-4ECF-54BD93377A52}"/>
              </a:ext>
            </a:extLst>
          </p:cNvPr>
          <p:cNvCxnSpPr>
            <a:cxnSpLocks/>
          </p:cNvCxnSpPr>
          <p:nvPr/>
        </p:nvCxnSpPr>
        <p:spPr>
          <a:xfrm>
            <a:off x="235974" y="850488"/>
            <a:ext cx="1076632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ela 1">
                <a:extLst>
                  <a:ext uri="{FF2B5EF4-FFF2-40B4-BE49-F238E27FC236}">
                    <a16:creationId xmlns:a16="http://schemas.microsoft.com/office/drawing/2014/main" id="{C9659849-4908-B39A-82AB-9AB62D3A0B9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35973" y="1109051"/>
              <a:ext cx="2592000" cy="4197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64000">
                      <a:extLst>
                        <a:ext uri="{9D8B030D-6E8A-4147-A177-3AD203B41FA5}">
                          <a16:colId xmlns:a16="http://schemas.microsoft.com/office/drawing/2014/main" val="2063667105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56139665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1235105178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2400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pt-BR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3277592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151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192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04200675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224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222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00322564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145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1652086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249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249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819009571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267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131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08175872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127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264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49975369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128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130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91992310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238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221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937792635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191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235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201751653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203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238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1473149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ela 1">
                <a:extLst>
                  <a:ext uri="{FF2B5EF4-FFF2-40B4-BE49-F238E27FC236}">
                    <a16:creationId xmlns:a16="http://schemas.microsoft.com/office/drawing/2014/main" id="{C9659849-4908-B39A-82AB-9AB62D3A0B9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35973" y="1109051"/>
              <a:ext cx="2592000" cy="4197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64000">
                      <a:extLst>
                        <a:ext uri="{9D8B030D-6E8A-4147-A177-3AD203B41FA5}">
                          <a16:colId xmlns:a16="http://schemas.microsoft.com/office/drawing/2014/main" val="2063667105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56139665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1235105178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704" t="-1124" r="-203521" b="-6943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100704" t="-1124" r="-103521" b="-6943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200704" t="-1124" r="-3521" b="-6943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327759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151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192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0420067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224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222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00322564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145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1652086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249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249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81900957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267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131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08175872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127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264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4997536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128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130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91992310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238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221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93779263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191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235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20175165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203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238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1473149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ela 7">
                <a:extLst>
                  <a:ext uri="{FF2B5EF4-FFF2-40B4-BE49-F238E27FC236}">
                    <a16:creationId xmlns:a16="http://schemas.microsoft.com/office/drawing/2014/main" id="{B8D95E9F-3AFA-9D7E-1F84-8B481FD4B6E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85245535"/>
                  </p:ext>
                </p:extLst>
              </p:nvPr>
            </p:nvGraphicFramePr>
            <p:xfrm>
              <a:off x="3027133" y="1109051"/>
              <a:ext cx="1548000" cy="414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8000">
                      <a:extLst>
                        <a:ext uri="{9D8B030D-6E8A-4147-A177-3AD203B41FA5}">
                          <a16:colId xmlns:a16="http://schemas.microsoft.com/office/drawing/2014/main" val="4255545095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pt-BR" sz="18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pt-BR" sz="1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pt-BR" sz="1800" b="0" i="1" smtClean="0">
                                    <a:latin typeface="Cambria Math" panose="02040503050406030204" pitchFamily="18" charset="0"/>
                                  </a:rPr>
                                  <m:t>sign</m:t>
                                </m:r>
                                <m:d>
                                  <m:dPr>
                                    <m:ctrlPr>
                                      <a:rPr lang="pt-BR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pt-BR" sz="1800" b="0" i="0" smtClean="0">
                                        <a:latin typeface="Cambria Math" panose="02040503050406030204" pitchFamily="18" charset="0"/>
                                      </a:rPr>
                                      <m:t>Δ</m:t>
                                    </m:r>
                                    <m:r>
                                      <a:rPr lang="pt-BR" sz="1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pt-BR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63277592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04200675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-8,5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00322564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3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1652086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---------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819009571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08175872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49975369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8,5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91992310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937792635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201751653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1473149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ela 7">
                <a:extLst>
                  <a:ext uri="{FF2B5EF4-FFF2-40B4-BE49-F238E27FC236}">
                    <a16:creationId xmlns:a16="http://schemas.microsoft.com/office/drawing/2014/main" id="{B8D95E9F-3AFA-9D7E-1F84-8B481FD4B6E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85245535"/>
                  </p:ext>
                </p:extLst>
              </p:nvPr>
            </p:nvGraphicFramePr>
            <p:xfrm>
              <a:off x="3027133" y="1109051"/>
              <a:ext cx="1548000" cy="414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8000">
                      <a:extLst>
                        <a:ext uri="{9D8B030D-6E8A-4147-A177-3AD203B41FA5}">
                          <a16:colId xmlns:a16="http://schemas.microsoft.com/office/drawing/2014/main" val="4255545095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92" t="-1124" r="-1569" b="-6842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3277592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04200675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-8,5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00322564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3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1652086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---------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819009571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08175872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49975369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8,5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91992310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937792635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201751653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1473149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26A6C1AE-34F9-61F5-30BE-7162D39B4279}"/>
                  </a:ext>
                </a:extLst>
              </p:cNvPr>
              <p:cNvSpPr txBox="1"/>
              <p:nvPr/>
            </p:nvSpPr>
            <p:spPr>
              <a:xfrm>
                <a:off x="5072243" y="1109051"/>
                <a:ext cx="653098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1,5+4+5+6+7+8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32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,5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26A6C1AE-34F9-61F5-30BE-7162D39B4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2243" y="1109051"/>
                <a:ext cx="6530983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AA962D2D-7749-3866-6057-AFB3192FF4BB}"/>
                  </a:ext>
                </a:extLst>
              </p:cNvPr>
              <p:cNvSpPr txBox="1"/>
              <p:nvPr/>
            </p:nvSpPr>
            <p:spPr>
              <a:xfrm>
                <a:off x="5072243" y="2047793"/>
                <a:ext cx="653098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p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−1,5−3−8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,5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AA962D2D-7749-3866-6057-AFB3192FF4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2243" y="2047793"/>
                <a:ext cx="6530983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76E2D80F-2743-6C38-6E18-B263B81CD07C}"/>
                  </a:ext>
                </a:extLst>
              </p:cNvPr>
              <p:cNvSpPr txBox="1"/>
              <p:nvPr/>
            </p:nvSpPr>
            <p:spPr>
              <a:xfrm>
                <a:off x="5072243" y="2996367"/>
                <a:ext cx="653098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p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76E2D80F-2743-6C38-6E18-B263B81CD0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2243" y="2996367"/>
                <a:ext cx="6530983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764741B0-DCB4-910A-BC84-7693275F94EF}"/>
                  </a:ext>
                </a:extLst>
              </p:cNvPr>
              <p:cNvSpPr txBox="1"/>
              <p:nvPr/>
            </p:nvSpPr>
            <p:spPr>
              <a:xfrm>
                <a:off x="5072243" y="3925277"/>
                <a:ext cx="653098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800" b="0" i="1" smtClean="0">
                          <a:latin typeface="Cambria Math" panose="02040503050406030204" pitchFamily="18" charset="0"/>
                        </a:rPr>
                        <m:t>Min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p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,5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764741B0-DCB4-910A-BC84-7693275F94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2243" y="3925277"/>
                <a:ext cx="6530983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tângulo 11">
            <a:extLst>
              <a:ext uri="{FF2B5EF4-FFF2-40B4-BE49-F238E27FC236}">
                <a16:creationId xmlns:a16="http://schemas.microsoft.com/office/drawing/2014/main" id="{39E95EDE-0E33-9EE3-9300-65FE06B5749C}"/>
              </a:ext>
            </a:extLst>
          </p:cNvPr>
          <p:cNvSpPr/>
          <p:nvPr/>
        </p:nvSpPr>
        <p:spPr>
          <a:xfrm>
            <a:off x="4973355" y="3928813"/>
            <a:ext cx="3403729" cy="5196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0B814AB2-41E8-96E9-868C-38BD8CD6CCAF}"/>
              </a:ext>
            </a:extLst>
          </p:cNvPr>
          <p:cNvSpPr/>
          <p:nvPr/>
        </p:nvSpPr>
        <p:spPr>
          <a:xfrm>
            <a:off x="4973354" y="3005292"/>
            <a:ext cx="5576659" cy="5196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60592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B962F-C202-0DAD-D2F2-84EFE9278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B944C7D6-C95F-4942-0F15-F0B87C71BF8D}"/>
              </a:ext>
            </a:extLst>
          </p:cNvPr>
          <p:cNvSpPr txBox="1"/>
          <p:nvPr/>
        </p:nvSpPr>
        <p:spPr>
          <a:xfrm>
            <a:off x="235973" y="96003"/>
            <a:ext cx="107663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Valores Críticos de W</a:t>
            </a:r>
          </a:p>
        </p:txBody>
      </p:sp>
      <p:pic>
        <p:nvPicPr>
          <p:cNvPr id="6" name="Imagem 5" descr="Desenho preto e branco&#10;&#10;O conteúdo gerado por IA pode estar incorreto.">
            <a:extLst>
              <a:ext uri="{FF2B5EF4-FFF2-40B4-BE49-F238E27FC236}">
                <a16:creationId xmlns:a16="http://schemas.microsoft.com/office/drawing/2014/main" id="{62DC93F0-6B57-58CE-1ED4-06405D9087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5607" y="0"/>
            <a:ext cx="742334" cy="742334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300ED316-8F4C-63E3-C393-DA580C4FD0BF}"/>
              </a:ext>
            </a:extLst>
          </p:cNvPr>
          <p:cNvSpPr/>
          <p:nvPr/>
        </p:nvSpPr>
        <p:spPr>
          <a:xfrm>
            <a:off x="0" y="6587613"/>
            <a:ext cx="12192000" cy="27038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>
                <a:solidFill>
                  <a:schemeClr val="tx1"/>
                </a:solidFill>
              </a:rPr>
              <a:t>Osvaldo L. Santos-Pereira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D2570C40-9B55-F33F-C6B9-13EC7F5A993F}"/>
              </a:ext>
            </a:extLst>
          </p:cNvPr>
          <p:cNvCxnSpPr>
            <a:cxnSpLocks/>
          </p:cNvCxnSpPr>
          <p:nvPr/>
        </p:nvCxnSpPr>
        <p:spPr>
          <a:xfrm>
            <a:off x="235974" y="850488"/>
            <a:ext cx="1076632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572F2EF4-E89F-FAF4-E701-69DC9E4520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2083950"/>
              </p:ext>
            </p:extLst>
          </p:nvPr>
        </p:nvGraphicFramePr>
        <p:xfrm>
          <a:off x="2728452" y="958642"/>
          <a:ext cx="6735095" cy="55208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47019">
                  <a:extLst>
                    <a:ext uri="{9D8B030D-6E8A-4147-A177-3AD203B41FA5}">
                      <a16:colId xmlns:a16="http://schemas.microsoft.com/office/drawing/2014/main" val="1622692481"/>
                    </a:ext>
                  </a:extLst>
                </a:gridCol>
                <a:gridCol w="1347019">
                  <a:extLst>
                    <a:ext uri="{9D8B030D-6E8A-4147-A177-3AD203B41FA5}">
                      <a16:colId xmlns:a16="http://schemas.microsoft.com/office/drawing/2014/main" val="1184736726"/>
                    </a:ext>
                  </a:extLst>
                </a:gridCol>
                <a:gridCol w="1347019">
                  <a:extLst>
                    <a:ext uri="{9D8B030D-6E8A-4147-A177-3AD203B41FA5}">
                      <a16:colId xmlns:a16="http://schemas.microsoft.com/office/drawing/2014/main" val="831820574"/>
                    </a:ext>
                  </a:extLst>
                </a:gridCol>
                <a:gridCol w="1347019">
                  <a:extLst>
                    <a:ext uri="{9D8B030D-6E8A-4147-A177-3AD203B41FA5}">
                      <a16:colId xmlns:a16="http://schemas.microsoft.com/office/drawing/2014/main" val="1458395083"/>
                    </a:ext>
                  </a:extLst>
                </a:gridCol>
                <a:gridCol w="1347019">
                  <a:extLst>
                    <a:ext uri="{9D8B030D-6E8A-4147-A177-3AD203B41FA5}">
                      <a16:colId xmlns:a16="http://schemas.microsoft.com/office/drawing/2014/main" val="503990608"/>
                    </a:ext>
                  </a:extLst>
                </a:gridCol>
              </a:tblGrid>
              <a:tr h="73461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N</a:t>
                      </a:r>
                      <a:endParaRPr lang="pt-BR" sz="14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Two-Tailed</a:t>
                      </a:r>
                      <a:r>
                        <a:rPr lang="pt-BR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Test </a:t>
                      </a:r>
                      <a:r>
                        <a:rPr lang="el-GR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α=0.05</a:t>
                      </a:r>
                      <a:endParaRPr lang="el-GR" sz="14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Two-Tailed</a:t>
                      </a:r>
                      <a:r>
                        <a:rPr lang="pt-BR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Test </a:t>
                      </a:r>
                      <a:r>
                        <a:rPr lang="el-GR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α=0.01</a:t>
                      </a:r>
                      <a:endParaRPr lang="el-GR" sz="14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One-Tailed</a:t>
                      </a:r>
                      <a:r>
                        <a:rPr lang="pt-BR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Test </a:t>
                      </a:r>
                      <a:r>
                        <a:rPr lang="el-GR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α=0.05</a:t>
                      </a:r>
                      <a:endParaRPr lang="el-GR" sz="14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One-Tailed</a:t>
                      </a:r>
                      <a:r>
                        <a:rPr lang="pt-BR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Test </a:t>
                      </a:r>
                      <a:r>
                        <a:rPr lang="el-GR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α=0.01</a:t>
                      </a:r>
                      <a:endParaRPr lang="el-GR" sz="14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200554"/>
                  </a:ext>
                </a:extLst>
              </a:tr>
              <a:tr h="2279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 dirty="0">
                          <a:effectLst/>
                        </a:rPr>
                        <a:t>5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--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--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0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--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extLst>
                  <a:ext uri="{0D108BD9-81ED-4DB2-BD59-A6C34878D82A}">
                    <a16:rowId xmlns:a16="http://schemas.microsoft.com/office/drawing/2014/main" val="1067013765"/>
                  </a:ext>
                </a:extLst>
              </a:tr>
              <a:tr h="2279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 dirty="0">
                          <a:effectLst/>
                        </a:rPr>
                        <a:t>6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0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--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2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--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extLst>
                  <a:ext uri="{0D108BD9-81ED-4DB2-BD59-A6C34878D82A}">
                    <a16:rowId xmlns:a16="http://schemas.microsoft.com/office/drawing/2014/main" val="3498478447"/>
                  </a:ext>
                </a:extLst>
              </a:tr>
              <a:tr h="2279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 dirty="0">
                          <a:effectLst/>
                        </a:rPr>
                        <a:t>7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2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--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3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0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extLst>
                  <a:ext uri="{0D108BD9-81ED-4DB2-BD59-A6C34878D82A}">
                    <a16:rowId xmlns:a16="http://schemas.microsoft.com/office/drawing/2014/main" val="3325104768"/>
                  </a:ext>
                </a:extLst>
              </a:tr>
              <a:tr h="2279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 dirty="0">
                          <a:effectLst/>
                        </a:rPr>
                        <a:t>8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 dirty="0">
                          <a:effectLst/>
                        </a:rPr>
                        <a:t>3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0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5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1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extLst>
                  <a:ext uri="{0D108BD9-81ED-4DB2-BD59-A6C34878D82A}">
                    <a16:rowId xmlns:a16="http://schemas.microsoft.com/office/drawing/2014/main" val="3391842346"/>
                  </a:ext>
                </a:extLst>
              </a:tr>
              <a:tr h="2279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 dirty="0">
                          <a:effectLst/>
                        </a:rPr>
                        <a:t>9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 dirty="0">
                          <a:effectLst/>
                        </a:rPr>
                        <a:t>5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1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8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3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extLst>
                  <a:ext uri="{0D108BD9-81ED-4DB2-BD59-A6C34878D82A}">
                    <a16:rowId xmlns:a16="http://schemas.microsoft.com/office/drawing/2014/main" val="1925753626"/>
                  </a:ext>
                </a:extLst>
              </a:tr>
              <a:tr h="2279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 dirty="0">
                          <a:effectLst/>
                        </a:rPr>
                        <a:t>10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 dirty="0">
                          <a:effectLst/>
                        </a:rPr>
                        <a:t>8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3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10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5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extLst>
                  <a:ext uri="{0D108BD9-81ED-4DB2-BD59-A6C34878D82A}">
                    <a16:rowId xmlns:a16="http://schemas.microsoft.com/office/drawing/2014/main" val="29680142"/>
                  </a:ext>
                </a:extLst>
              </a:tr>
              <a:tr h="2279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11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 dirty="0">
                          <a:effectLst/>
                        </a:rPr>
                        <a:t>10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5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13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7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extLst>
                  <a:ext uri="{0D108BD9-81ED-4DB2-BD59-A6C34878D82A}">
                    <a16:rowId xmlns:a16="http://schemas.microsoft.com/office/drawing/2014/main" val="3516080397"/>
                  </a:ext>
                </a:extLst>
              </a:tr>
              <a:tr h="2279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12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 dirty="0">
                          <a:effectLst/>
                        </a:rPr>
                        <a:t>13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7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17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9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extLst>
                  <a:ext uri="{0D108BD9-81ED-4DB2-BD59-A6C34878D82A}">
                    <a16:rowId xmlns:a16="http://schemas.microsoft.com/office/drawing/2014/main" val="3865779296"/>
                  </a:ext>
                </a:extLst>
              </a:tr>
              <a:tr h="2279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13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 dirty="0">
                          <a:effectLst/>
                        </a:rPr>
                        <a:t>17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 dirty="0">
                          <a:effectLst/>
                        </a:rPr>
                        <a:t>9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21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12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extLst>
                  <a:ext uri="{0D108BD9-81ED-4DB2-BD59-A6C34878D82A}">
                    <a16:rowId xmlns:a16="http://schemas.microsoft.com/office/drawing/2014/main" val="3565265735"/>
                  </a:ext>
                </a:extLst>
              </a:tr>
              <a:tr h="2279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14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 dirty="0">
                          <a:effectLst/>
                        </a:rPr>
                        <a:t>21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 dirty="0">
                          <a:effectLst/>
                        </a:rPr>
                        <a:t>12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25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15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extLst>
                  <a:ext uri="{0D108BD9-81ED-4DB2-BD59-A6C34878D82A}">
                    <a16:rowId xmlns:a16="http://schemas.microsoft.com/office/drawing/2014/main" val="4154534267"/>
                  </a:ext>
                </a:extLst>
              </a:tr>
              <a:tr h="2279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15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25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 dirty="0">
                          <a:effectLst/>
                        </a:rPr>
                        <a:t>15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30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19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extLst>
                  <a:ext uri="{0D108BD9-81ED-4DB2-BD59-A6C34878D82A}">
                    <a16:rowId xmlns:a16="http://schemas.microsoft.com/office/drawing/2014/main" val="1932246859"/>
                  </a:ext>
                </a:extLst>
              </a:tr>
              <a:tr h="2279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16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29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 dirty="0">
                          <a:effectLst/>
                        </a:rPr>
                        <a:t>19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35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23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extLst>
                  <a:ext uri="{0D108BD9-81ED-4DB2-BD59-A6C34878D82A}">
                    <a16:rowId xmlns:a16="http://schemas.microsoft.com/office/drawing/2014/main" val="3255698200"/>
                  </a:ext>
                </a:extLst>
              </a:tr>
              <a:tr h="2279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17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34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 dirty="0">
                          <a:effectLst/>
                        </a:rPr>
                        <a:t>23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41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27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extLst>
                  <a:ext uri="{0D108BD9-81ED-4DB2-BD59-A6C34878D82A}">
                    <a16:rowId xmlns:a16="http://schemas.microsoft.com/office/drawing/2014/main" val="432886273"/>
                  </a:ext>
                </a:extLst>
              </a:tr>
              <a:tr h="2279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18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40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 dirty="0">
                          <a:effectLst/>
                        </a:rPr>
                        <a:t>27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 dirty="0">
                          <a:effectLst/>
                        </a:rPr>
                        <a:t>47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32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extLst>
                  <a:ext uri="{0D108BD9-81ED-4DB2-BD59-A6C34878D82A}">
                    <a16:rowId xmlns:a16="http://schemas.microsoft.com/office/drawing/2014/main" val="2054312201"/>
                  </a:ext>
                </a:extLst>
              </a:tr>
              <a:tr h="2279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19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46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 dirty="0">
                          <a:effectLst/>
                        </a:rPr>
                        <a:t>32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 dirty="0">
                          <a:effectLst/>
                        </a:rPr>
                        <a:t>53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37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extLst>
                  <a:ext uri="{0D108BD9-81ED-4DB2-BD59-A6C34878D82A}">
                    <a16:rowId xmlns:a16="http://schemas.microsoft.com/office/drawing/2014/main" val="1629327449"/>
                  </a:ext>
                </a:extLst>
              </a:tr>
              <a:tr h="2279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20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 dirty="0">
                          <a:effectLst/>
                        </a:rPr>
                        <a:t>52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37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 dirty="0">
                          <a:effectLst/>
                        </a:rPr>
                        <a:t>60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43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extLst>
                  <a:ext uri="{0D108BD9-81ED-4DB2-BD59-A6C34878D82A}">
                    <a16:rowId xmlns:a16="http://schemas.microsoft.com/office/drawing/2014/main" val="1145406525"/>
                  </a:ext>
                </a:extLst>
              </a:tr>
              <a:tr h="2279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21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58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42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 dirty="0">
                          <a:effectLst/>
                        </a:rPr>
                        <a:t>67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49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extLst>
                  <a:ext uri="{0D108BD9-81ED-4DB2-BD59-A6C34878D82A}">
                    <a16:rowId xmlns:a16="http://schemas.microsoft.com/office/drawing/2014/main" val="3759323281"/>
                  </a:ext>
                </a:extLst>
              </a:tr>
              <a:tr h="2279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22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65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48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 dirty="0">
                          <a:effectLst/>
                        </a:rPr>
                        <a:t>75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 dirty="0">
                          <a:effectLst/>
                        </a:rPr>
                        <a:t>55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extLst>
                  <a:ext uri="{0D108BD9-81ED-4DB2-BD59-A6C34878D82A}">
                    <a16:rowId xmlns:a16="http://schemas.microsoft.com/office/drawing/2014/main" val="1348168024"/>
                  </a:ext>
                </a:extLst>
              </a:tr>
              <a:tr h="2279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23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73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54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 dirty="0">
                          <a:effectLst/>
                        </a:rPr>
                        <a:t>83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 dirty="0">
                          <a:effectLst/>
                        </a:rPr>
                        <a:t>62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extLst>
                  <a:ext uri="{0D108BD9-81ED-4DB2-BD59-A6C34878D82A}">
                    <a16:rowId xmlns:a16="http://schemas.microsoft.com/office/drawing/2014/main" val="2366514377"/>
                  </a:ext>
                </a:extLst>
              </a:tr>
              <a:tr h="2279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24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81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61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91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 dirty="0">
                          <a:effectLst/>
                        </a:rPr>
                        <a:t>69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extLst>
                  <a:ext uri="{0D108BD9-81ED-4DB2-BD59-A6C34878D82A}">
                    <a16:rowId xmlns:a16="http://schemas.microsoft.com/office/drawing/2014/main" val="1380778983"/>
                  </a:ext>
                </a:extLst>
              </a:tr>
              <a:tr h="2279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25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89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68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100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u="none" strike="noStrike" dirty="0">
                          <a:effectLst/>
                        </a:rPr>
                        <a:t>76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extLst>
                  <a:ext uri="{0D108BD9-81ED-4DB2-BD59-A6C34878D82A}">
                    <a16:rowId xmlns:a16="http://schemas.microsoft.com/office/drawing/2014/main" val="947139888"/>
                  </a:ext>
                </a:extLst>
              </a:tr>
            </a:tbl>
          </a:graphicData>
        </a:graphic>
      </p:graphicFrame>
      <p:sp>
        <p:nvSpPr>
          <p:cNvPr id="2" name="Retângulo 1">
            <a:extLst>
              <a:ext uri="{FF2B5EF4-FFF2-40B4-BE49-F238E27FC236}">
                <a16:creationId xmlns:a16="http://schemas.microsoft.com/office/drawing/2014/main" id="{13201D7C-AD65-2078-1F4A-C545DC0A1D3A}"/>
              </a:ext>
            </a:extLst>
          </p:cNvPr>
          <p:cNvSpPr/>
          <p:nvPr/>
        </p:nvSpPr>
        <p:spPr>
          <a:xfrm>
            <a:off x="3085561" y="2563271"/>
            <a:ext cx="2322182" cy="2585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26862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8F4CE-E5EE-F597-0ED7-62516926A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67D4A057-26D7-ADDA-D74E-7AEE034258AC}"/>
              </a:ext>
            </a:extLst>
          </p:cNvPr>
          <p:cNvSpPr txBox="1"/>
          <p:nvPr/>
        </p:nvSpPr>
        <p:spPr>
          <a:xfrm>
            <a:off x="235973" y="96003"/>
            <a:ext cx="107663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Aplicação do Teste de </a:t>
            </a:r>
            <a:r>
              <a:rPr lang="pt-BR" sz="3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Wilcoxon</a:t>
            </a:r>
            <a:endParaRPr lang="pt-BR" sz="3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6" name="Imagem 5" descr="Desenho preto e branco&#10;&#10;O conteúdo gerado por IA pode estar incorreto.">
            <a:extLst>
              <a:ext uri="{FF2B5EF4-FFF2-40B4-BE49-F238E27FC236}">
                <a16:creationId xmlns:a16="http://schemas.microsoft.com/office/drawing/2014/main" id="{C9870665-B089-5949-D9F6-5B1F981E10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5607" y="0"/>
            <a:ext cx="742334" cy="742334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C734E9DF-C6EF-32F5-E696-A99E58E5601F}"/>
              </a:ext>
            </a:extLst>
          </p:cNvPr>
          <p:cNvSpPr/>
          <p:nvPr/>
        </p:nvSpPr>
        <p:spPr>
          <a:xfrm>
            <a:off x="0" y="6587613"/>
            <a:ext cx="12192000" cy="27038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>
                <a:solidFill>
                  <a:schemeClr val="tx1"/>
                </a:solidFill>
              </a:rPr>
              <a:t>Osvaldo L. Santos-Pereira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16085C82-9539-CCC9-8375-38B03C021C0C}"/>
              </a:ext>
            </a:extLst>
          </p:cNvPr>
          <p:cNvCxnSpPr>
            <a:cxnSpLocks/>
          </p:cNvCxnSpPr>
          <p:nvPr/>
        </p:nvCxnSpPr>
        <p:spPr>
          <a:xfrm>
            <a:off x="235974" y="850488"/>
            <a:ext cx="1076632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ela 1">
                <a:extLst>
                  <a:ext uri="{FF2B5EF4-FFF2-40B4-BE49-F238E27FC236}">
                    <a16:creationId xmlns:a16="http://schemas.microsoft.com/office/drawing/2014/main" id="{1A2827CB-CCC9-3A00-0704-A19894FC617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35973" y="1109051"/>
              <a:ext cx="2592000" cy="4197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64000">
                      <a:extLst>
                        <a:ext uri="{9D8B030D-6E8A-4147-A177-3AD203B41FA5}">
                          <a16:colId xmlns:a16="http://schemas.microsoft.com/office/drawing/2014/main" val="2063667105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56139665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1235105178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2400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pt-BR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3277592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151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192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04200675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224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222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00322564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145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1652086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249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249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819009571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267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131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08175872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127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264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49975369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128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130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91992310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238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221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937792635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191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235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201751653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203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238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1473149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ela 1">
                <a:extLst>
                  <a:ext uri="{FF2B5EF4-FFF2-40B4-BE49-F238E27FC236}">
                    <a16:creationId xmlns:a16="http://schemas.microsoft.com/office/drawing/2014/main" id="{1A2827CB-CCC9-3A00-0704-A19894FC617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35973" y="1109051"/>
              <a:ext cx="2592000" cy="4197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64000">
                      <a:extLst>
                        <a:ext uri="{9D8B030D-6E8A-4147-A177-3AD203B41FA5}">
                          <a16:colId xmlns:a16="http://schemas.microsoft.com/office/drawing/2014/main" val="2063667105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56139665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1235105178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704" t="-1124" r="-203521" b="-6943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100704" t="-1124" r="-103521" b="-6943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200704" t="-1124" r="-3521" b="-6943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327759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151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192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0420067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224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222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00322564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145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1652086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249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249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81900957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267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131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08175872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127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264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4997536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128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130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91992310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238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221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93779263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191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235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20175165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800" dirty="0">
                              <a:latin typeface="+mn-lt"/>
                            </a:rPr>
                            <a:t>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203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238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1473149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ela 7">
                <a:extLst>
                  <a:ext uri="{FF2B5EF4-FFF2-40B4-BE49-F238E27FC236}">
                    <a16:creationId xmlns:a16="http://schemas.microsoft.com/office/drawing/2014/main" id="{D601904C-134D-4D23-6358-3737A73C92B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27133" y="1109051"/>
              <a:ext cx="1548000" cy="414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8000">
                      <a:extLst>
                        <a:ext uri="{9D8B030D-6E8A-4147-A177-3AD203B41FA5}">
                          <a16:colId xmlns:a16="http://schemas.microsoft.com/office/drawing/2014/main" val="4255545095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pt-BR" sz="18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pt-BR" sz="1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pt-BR" sz="1800" b="0" i="1" smtClean="0">
                                    <a:latin typeface="Cambria Math" panose="02040503050406030204" pitchFamily="18" charset="0"/>
                                  </a:rPr>
                                  <m:t>sign</m:t>
                                </m:r>
                                <m:d>
                                  <m:dPr>
                                    <m:ctrlPr>
                                      <a:rPr lang="pt-BR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pt-BR" sz="1800" b="0" i="0" smtClean="0">
                                        <a:latin typeface="Cambria Math" panose="02040503050406030204" pitchFamily="18" charset="0"/>
                                      </a:rPr>
                                      <m:t>Δ</m:t>
                                    </m:r>
                                    <m:r>
                                      <a:rPr lang="pt-BR" sz="1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pt-BR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63277592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04200675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-8,5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00322564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3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1652086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---------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819009571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08175872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49975369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8,5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91992310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937792635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201751653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1473149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ela 7">
                <a:extLst>
                  <a:ext uri="{FF2B5EF4-FFF2-40B4-BE49-F238E27FC236}">
                    <a16:creationId xmlns:a16="http://schemas.microsoft.com/office/drawing/2014/main" id="{D601904C-134D-4D23-6358-3737A73C92B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27133" y="1109051"/>
              <a:ext cx="1548000" cy="414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8000">
                      <a:extLst>
                        <a:ext uri="{9D8B030D-6E8A-4147-A177-3AD203B41FA5}">
                          <a16:colId xmlns:a16="http://schemas.microsoft.com/office/drawing/2014/main" val="4255545095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92" t="-1124" r="-1569" b="-6842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3277592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04200675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-8,5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00322564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3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1652086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---------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819009571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08175872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49975369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8,5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91992310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-7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937792635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201751653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pt-BR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1473149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682825A7-3BA1-34C1-8515-C2565AE84D20}"/>
                  </a:ext>
                </a:extLst>
              </p:cNvPr>
              <p:cNvSpPr txBox="1"/>
              <p:nvPr/>
            </p:nvSpPr>
            <p:spPr>
              <a:xfrm>
                <a:off x="5072243" y="1109051"/>
                <a:ext cx="653098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1,5+4+5+6+7+8=32,5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682825A7-3BA1-34C1-8515-C2565AE84D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2243" y="1109051"/>
                <a:ext cx="6530983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781B8F91-80F3-E7D3-1A0E-1F752D341B60}"/>
                  </a:ext>
                </a:extLst>
              </p:cNvPr>
              <p:cNvSpPr txBox="1"/>
              <p:nvPr/>
            </p:nvSpPr>
            <p:spPr>
              <a:xfrm>
                <a:off x="5072243" y="2047793"/>
                <a:ext cx="653098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p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−1,5−3−8</m:t>
                          </m:r>
                        </m:e>
                      </m:d>
                      <m:r>
                        <a:rPr lang="pt-BR" sz="2800" i="1">
                          <a:latin typeface="Cambria Math" panose="02040503050406030204" pitchFamily="18" charset="0"/>
                        </a:rPr>
                        <m:t>=12,5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781B8F91-80F3-E7D3-1A0E-1F752D341B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2243" y="2047793"/>
                <a:ext cx="6530983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7648875E-B42B-4A49-170F-F2488CF35D69}"/>
                  </a:ext>
                </a:extLst>
              </p:cNvPr>
              <p:cNvSpPr txBox="1"/>
              <p:nvPr/>
            </p:nvSpPr>
            <p:spPr>
              <a:xfrm>
                <a:off x="5072243" y="2996367"/>
                <a:ext cx="653098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p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7648875E-B42B-4A49-170F-F2488CF35D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2243" y="2996367"/>
                <a:ext cx="6530983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5F97E9B0-F561-A2B7-9D8C-261FC387105F}"/>
                  </a:ext>
                </a:extLst>
              </p:cNvPr>
              <p:cNvSpPr txBox="1"/>
              <p:nvPr/>
            </p:nvSpPr>
            <p:spPr>
              <a:xfrm>
                <a:off x="5072243" y="3925277"/>
                <a:ext cx="653098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800" b="0" i="1" smtClean="0">
                          <a:latin typeface="Cambria Math" panose="02040503050406030204" pitchFamily="18" charset="0"/>
                        </a:rPr>
                        <m:t>Min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p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,5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5F97E9B0-F561-A2B7-9D8C-261FC3871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2243" y="3925277"/>
                <a:ext cx="6530983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tângulo 12">
            <a:extLst>
              <a:ext uri="{FF2B5EF4-FFF2-40B4-BE49-F238E27FC236}">
                <a16:creationId xmlns:a16="http://schemas.microsoft.com/office/drawing/2014/main" id="{AE076843-61BF-C955-2D13-EB9286F8889B}"/>
              </a:ext>
            </a:extLst>
          </p:cNvPr>
          <p:cNvSpPr/>
          <p:nvPr/>
        </p:nvSpPr>
        <p:spPr>
          <a:xfrm>
            <a:off x="4973354" y="4854187"/>
            <a:ext cx="5576659" cy="6617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6C46B1A7-8FDB-AF6A-C072-CD91D76E36B8}"/>
                  </a:ext>
                </a:extLst>
              </p:cNvPr>
              <p:cNvSpPr txBox="1"/>
              <p:nvPr/>
            </p:nvSpPr>
            <p:spPr>
              <a:xfrm>
                <a:off x="5072244" y="4889121"/>
                <a:ext cx="531062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𝑐𝑟𝑖𝑡𝑖𝑐𝑜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=5⇒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2800" dirty="0"/>
                  <a:t>é rejeitada</a:t>
                </a:r>
              </a:p>
            </p:txBody>
          </p:sp>
        </mc:Choice>
        <mc:Fallback xmlns="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6C46B1A7-8FDB-AF6A-C072-CD91D76E3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2244" y="4889121"/>
                <a:ext cx="5310622" cy="523220"/>
              </a:xfrm>
              <a:prstGeom prst="rect">
                <a:avLst/>
              </a:prstGeom>
              <a:blipFill>
                <a:blip r:embed="rId9"/>
                <a:stretch>
                  <a:fillRect t="-11628" r="-574" b="-3139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7229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A3266-8907-6785-DDB1-4F39068A2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29322E18-75CD-9BD8-E7F3-97CFAE77752B}"/>
              </a:ext>
            </a:extLst>
          </p:cNvPr>
          <p:cNvSpPr txBox="1"/>
          <p:nvPr/>
        </p:nvSpPr>
        <p:spPr>
          <a:xfrm>
            <a:off x="235973" y="96003"/>
            <a:ext cx="107663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Análise Gráfica</a:t>
            </a:r>
          </a:p>
        </p:txBody>
      </p:sp>
      <p:pic>
        <p:nvPicPr>
          <p:cNvPr id="6" name="Imagem 5" descr="Desenho preto e branco&#10;&#10;O conteúdo gerado por IA pode estar incorreto.">
            <a:extLst>
              <a:ext uri="{FF2B5EF4-FFF2-40B4-BE49-F238E27FC236}">
                <a16:creationId xmlns:a16="http://schemas.microsoft.com/office/drawing/2014/main" id="{E4846F2B-3B65-1776-C989-E2FF71584B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5607" y="0"/>
            <a:ext cx="742334" cy="742334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CC7EDA17-8115-7CD4-A40B-2A6BC7ECCC79}"/>
              </a:ext>
            </a:extLst>
          </p:cNvPr>
          <p:cNvSpPr/>
          <p:nvPr/>
        </p:nvSpPr>
        <p:spPr>
          <a:xfrm>
            <a:off x="0" y="6587613"/>
            <a:ext cx="12192000" cy="27038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>
                <a:solidFill>
                  <a:schemeClr val="tx1"/>
                </a:solidFill>
              </a:rPr>
              <a:t>Osvaldo L. Santos-Pereira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3DEDA7B0-605A-8587-239E-C6FA4788CEE9}"/>
              </a:ext>
            </a:extLst>
          </p:cNvPr>
          <p:cNvCxnSpPr>
            <a:cxnSpLocks/>
          </p:cNvCxnSpPr>
          <p:nvPr/>
        </p:nvCxnSpPr>
        <p:spPr>
          <a:xfrm>
            <a:off x="235974" y="850488"/>
            <a:ext cx="1076632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05E37163-EEAD-EDA6-A1A6-6883D07CEA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167" y="1040836"/>
            <a:ext cx="9923819" cy="5462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64991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30963-89CF-4A94-0923-7B6A9F49A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C2665666-4B89-7B34-3D7D-9210BAAF3FC7}"/>
              </a:ext>
            </a:extLst>
          </p:cNvPr>
          <p:cNvSpPr txBox="1"/>
          <p:nvPr/>
        </p:nvSpPr>
        <p:spPr>
          <a:xfrm>
            <a:off x="235973" y="96003"/>
            <a:ext cx="107663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Análise Gráfica</a:t>
            </a:r>
          </a:p>
        </p:txBody>
      </p:sp>
      <p:pic>
        <p:nvPicPr>
          <p:cNvPr id="6" name="Imagem 5" descr="Desenho preto e branco&#10;&#10;O conteúdo gerado por IA pode estar incorreto.">
            <a:extLst>
              <a:ext uri="{FF2B5EF4-FFF2-40B4-BE49-F238E27FC236}">
                <a16:creationId xmlns:a16="http://schemas.microsoft.com/office/drawing/2014/main" id="{BBC0A4A4-EBC5-3156-2744-9AB7C09E42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5607" y="0"/>
            <a:ext cx="742334" cy="742334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09F02251-4C17-ADFF-3A5E-36E08B216036}"/>
              </a:ext>
            </a:extLst>
          </p:cNvPr>
          <p:cNvSpPr/>
          <p:nvPr/>
        </p:nvSpPr>
        <p:spPr>
          <a:xfrm>
            <a:off x="0" y="6587613"/>
            <a:ext cx="12192000" cy="27038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>
                <a:solidFill>
                  <a:schemeClr val="tx1"/>
                </a:solidFill>
              </a:rPr>
              <a:t>Osvaldo L. Santos-Pereira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12FF8CE5-33B5-575F-3554-77784F7ECB20}"/>
              </a:ext>
            </a:extLst>
          </p:cNvPr>
          <p:cNvCxnSpPr>
            <a:cxnSpLocks/>
          </p:cNvCxnSpPr>
          <p:nvPr/>
        </p:nvCxnSpPr>
        <p:spPr>
          <a:xfrm>
            <a:off x="235974" y="850488"/>
            <a:ext cx="1076632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50" name="Picture 2">
            <a:extLst>
              <a:ext uri="{FF2B5EF4-FFF2-40B4-BE49-F238E27FC236}">
                <a16:creationId xmlns:a16="http://schemas.microsoft.com/office/drawing/2014/main" id="{5952A7E8-AF4B-9580-F58B-CD36742795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2826" y="1095374"/>
            <a:ext cx="8569497" cy="5315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76598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1566</TotalTime>
  <Words>1392</Words>
  <Application>Microsoft Office PowerPoint</Application>
  <PresentationFormat>Widescreen</PresentationFormat>
  <Paragraphs>708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Aptos Narrow</vt:lpstr>
      <vt:lpstr>Arial</vt:lpstr>
      <vt:lpstr>Cambria Math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Osvaldo Luiz Santos Pereira</dc:creator>
  <cp:lastModifiedBy>Osvaldo Luiz Santos Pereira</cp:lastModifiedBy>
  <cp:revision>1</cp:revision>
  <dcterms:created xsi:type="dcterms:W3CDTF">2025-11-22T19:42:29Z</dcterms:created>
  <dcterms:modified xsi:type="dcterms:W3CDTF">2025-11-26T01:32:49Z</dcterms:modified>
</cp:coreProperties>
</file>