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1" r:id="rId5"/>
    <p:sldId id="258" r:id="rId6"/>
    <p:sldId id="259" r:id="rId7"/>
    <p:sldId id="260" r:id="rId8"/>
    <p:sldId id="262" r:id="rId9"/>
    <p:sldId id="265" r:id="rId10"/>
    <p:sldId id="263" r:id="rId11"/>
    <p:sldId id="264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4AB056-740B-415C-834F-0EAC81519C8E}" v="47" dt="2025-10-12T12:21:06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0D4B243-E56E-4CD9-9C49-7B140616515F}"/>
    <pc:docChg chg="undo custSel addSld delSld modSld">
      <pc:chgData name="Osvaldo Luiz Santos Pereira" userId="c308351cf5a860c7" providerId="LiveId" clId="{30D4B243-E56E-4CD9-9C49-7B140616515F}" dt="2025-10-20T00:22:16.801" v="1064" actId="14100"/>
      <pc:docMkLst>
        <pc:docMk/>
      </pc:docMkLst>
      <pc:sldChg chg="addSp delSp modSp new mod setBg chgLayout">
        <pc:chgData name="Osvaldo Luiz Santos Pereira" userId="c308351cf5a860c7" providerId="LiveId" clId="{30D4B243-E56E-4CD9-9C49-7B140616515F}" dt="2025-10-12T01:05:18.869" v="76" actId="478"/>
        <pc:sldMkLst>
          <pc:docMk/>
          <pc:sldMk cId="1299430659" sldId="256"/>
        </pc:sldMkLst>
        <pc:spChg chg="add mod ord">
          <ac:chgData name="Osvaldo Luiz Santos Pereira" userId="c308351cf5a860c7" providerId="LiveId" clId="{30D4B243-E56E-4CD9-9C49-7B140616515F}" dt="2025-10-12T01:05:12.845" v="75" actId="26606"/>
          <ac:spMkLst>
            <pc:docMk/>
            <pc:sldMk cId="1299430659" sldId="256"/>
            <ac:spMk id="5" creationId="{27964710-F61B-7DFD-EECF-DABF8EC3DE16}"/>
          </ac:spMkLst>
        </pc:spChg>
        <pc:spChg chg="add">
          <ac:chgData name="Osvaldo Luiz Santos Pereira" userId="c308351cf5a860c7" providerId="LiveId" clId="{30D4B243-E56E-4CD9-9C49-7B140616515F}" dt="2025-10-12T01:05:12.845" v="75" actId="26606"/>
          <ac:spMkLst>
            <pc:docMk/>
            <pc:sldMk cId="1299430659" sldId="256"/>
            <ac:spMk id="11" creationId="{0E30439A-8A5B-46EC-8283-9B6B031D40D0}"/>
          </ac:spMkLst>
        </pc:spChg>
        <pc:spChg chg="add">
          <ac:chgData name="Osvaldo Luiz Santos Pereira" userId="c308351cf5a860c7" providerId="LiveId" clId="{30D4B243-E56E-4CD9-9C49-7B140616515F}" dt="2025-10-12T01:05:12.845" v="75" actId="26606"/>
          <ac:spMkLst>
            <pc:docMk/>
            <pc:sldMk cId="1299430659" sldId="256"/>
            <ac:spMk id="13" creationId="{5CEAD642-85CF-4750-8432-7C80C901F001}"/>
          </ac:spMkLst>
        </pc:spChg>
        <pc:spChg chg="add">
          <ac:chgData name="Osvaldo Luiz Santos Pereira" userId="c308351cf5a860c7" providerId="LiveId" clId="{30D4B243-E56E-4CD9-9C49-7B140616515F}" dt="2025-10-12T01:05:12.845" v="75" actId="26606"/>
          <ac:spMkLst>
            <pc:docMk/>
            <pc:sldMk cId="1299430659" sldId="256"/>
            <ac:spMk id="15" creationId="{FA33EEAE-15D5-4119-8C1E-89D943F911EF}"/>
          </ac:spMkLst>
        </pc:spChg>
        <pc:spChg chg="add">
          <ac:chgData name="Osvaldo Luiz Santos Pereira" userId="c308351cf5a860c7" providerId="LiveId" clId="{30D4B243-E56E-4CD9-9C49-7B140616515F}" dt="2025-10-12T01:05:12.845" v="75" actId="26606"/>
          <ac:spMkLst>
            <pc:docMk/>
            <pc:sldMk cId="1299430659" sldId="256"/>
            <ac:spMk id="17" creationId="{730D8B3B-9B80-4025-B934-26DC7D7CD231}"/>
          </ac:spMkLst>
        </pc:spChg>
        <pc:spChg chg="add">
          <ac:chgData name="Osvaldo Luiz Santos Pereira" userId="c308351cf5a860c7" providerId="LiveId" clId="{30D4B243-E56E-4CD9-9C49-7B140616515F}" dt="2025-10-12T01:05:12.845" v="75" actId="26606"/>
          <ac:spMkLst>
            <pc:docMk/>
            <pc:sldMk cId="1299430659" sldId="256"/>
            <ac:spMk id="19" creationId="{B5A1B09C-1565-46F8-B70F-621C5EB48A09}"/>
          </ac:spMkLst>
        </pc:spChg>
        <pc:spChg chg="add">
          <ac:chgData name="Osvaldo Luiz Santos Pereira" userId="c308351cf5a860c7" providerId="LiveId" clId="{30D4B243-E56E-4CD9-9C49-7B140616515F}" dt="2025-10-12T01:05:12.845" v="75" actId="26606"/>
          <ac:spMkLst>
            <pc:docMk/>
            <pc:sldMk cId="1299430659" sldId="256"/>
            <ac:spMk id="21" creationId="{8C516CC8-80AC-446C-A56E-9F54B7210402}"/>
          </ac:spMkLst>
        </pc:spChg>
        <pc:spChg chg="add">
          <ac:chgData name="Osvaldo Luiz Santos Pereira" userId="c308351cf5a860c7" providerId="LiveId" clId="{30D4B243-E56E-4CD9-9C49-7B140616515F}" dt="2025-10-12T01:05:12.845" v="75" actId="26606"/>
          <ac:spMkLst>
            <pc:docMk/>
            <pc:sldMk cId="1299430659" sldId="256"/>
            <ac:spMk id="23" creationId="{53947E58-F088-49F1-A3D1-DEA690192E84}"/>
          </ac:spMkLst>
        </pc:spChg>
      </pc:sldChg>
      <pc:sldChg chg="addSp delSp modSp add mod">
        <pc:chgData name="Osvaldo Luiz Santos Pereira" userId="c308351cf5a860c7" providerId="LiveId" clId="{30D4B243-E56E-4CD9-9C49-7B140616515F}" dt="2025-10-20T00:22:16.801" v="1064" actId="14100"/>
        <pc:sldMkLst>
          <pc:docMk/>
          <pc:sldMk cId="1245819754" sldId="257"/>
        </pc:sldMkLst>
        <pc:spChg chg="add mod">
          <ac:chgData name="Osvaldo Luiz Santos Pereira" userId="c308351cf5a860c7" providerId="LiveId" clId="{30D4B243-E56E-4CD9-9C49-7B140616515F}" dt="2025-10-12T12:14:24.673" v="807" actId="14100"/>
          <ac:spMkLst>
            <pc:docMk/>
            <pc:sldMk cId="1245819754" sldId="257"/>
            <ac:spMk id="2" creationId="{ABC814E0-ED97-7F5D-2FF0-0A45EB2F09A8}"/>
          </ac:spMkLst>
        </pc:spChg>
        <pc:spChg chg="add mod">
          <ac:chgData name="Osvaldo Luiz Santos Pereira" userId="c308351cf5a860c7" providerId="LiveId" clId="{30D4B243-E56E-4CD9-9C49-7B140616515F}" dt="2025-10-12T01:08:12.006" v="121" actId="20577"/>
          <ac:spMkLst>
            <pc:docMk/>
            <pc:sldMk cId="1245819754" sldId="257"/>
            <ac:spMk id="3" creationId="{4CAD1B48-1CCD-3410-54AE-2B293AA54B0D}"/>
          </ac:spMkLst>
        </pc:spChg>
        <pc:spChg chg="add mod">
          <ac:chgData name="Osvaldo Luiz Santos Pereira" userId="c308351cf5a860c7" providerId="LiveId" clId="{30D4B243-E56E-4CD9-9C49-7B140616515F}" dt="2025-10-12T01:04:04.540" v="70"/>
          <ac:spMkLst>
            <pc:docMk/>
            <pc:sldMk cId="1245819754" sldId="257"/>
            <ac:spMk id="4" creationId="{AEFA0535-225E-6ABC-8D29-B4FA9A82849E}"/>
          </ac:spMkLst>
        </pc:spChg>
        <pc:spChg chg="add mod">
          <ac:chgData name="Osvaldo Luiz Santos Pereira" userId="c308351cf5a860c7" providerId="LiveId" clId="{30D4B243-E56E-4CD9-9C49-7B140616515F}" dt="2025-10-20T00:22:16.801" v="1064" actId="14100"/>
          <ac:spMkLst>
            <pc:docMk/>
            <pc:sldMk cId="1245819754" sldId="257"/>
            <ac:spMk id="5" creationId="{3AC31DFD-E29A-C3FB-DDAD-85265B2399E8}"/>
          </ac:spMkLst>
        </pc:spChg>
      </pc:sldChg>
      <pc:sldChg chg="addSp delSp modSp add mod">
        <pc:chgData name="Osvaldo Luiz Santos Pereira" userId="c308351cf5a860c7" providerId="LiveId" clId="{30D4B243-E56E-4CD9-9C49-7B140616515F}" dt="2025-10-12T12:14:33.634" v="809"/>
        <pc:sldMkLst>
          <pc:docMk/>
          <pc:sldMk cId="256487419" sldId="258"/>
        </pc:sldMkLst>
        <pc:spChg chg="add mod">
          <ac:chgData name="Osvaldo Luiz Santos Pereira" userId="c308351cf5a860c7" providerId="LiveId" clId="{30D4B243-E56E-4CD9-9C49-7B140616515F}" dt="2025-10-12T01:03:22.198" v="43" actId="1035"/>
          <ac:spMkLst>
            <pc:docMk/>
            <pc:sldMk cId="256487419" sldId="258"/>
            <ac:spMk id="2" creationId="{CA23BBEB-BA66-4E41-37DE-30DF8BB4B780}"/>
          </ac:spMkLst>
        </pc:spChg>
        <pc:spChg chg="add mod">
          <ac:chgData name="Osvaldo Luiz Santos Pereira" userId="c308351cf5a860c7" providerId="LiveId" clId="{30D4B243-E56E-4CD9-9C49-7B140616515F}" dt="2025-10-12T12:14:33.634" v="809"/>
          <ac:spMkLst>
            <pc:docMk/>
            <pc:sldMk cId="256487419" sldId="258"/>
            <ac:spMk id="3" creationId="{DCDC0F10-CA4C-769C-A54F-35964562BA11}"/>
          </ac:spMkLst>
        </pc:spChg>
        <pc:spChg chg="add mod">
          <ac:chgData name="Osvaldo Luiz Santos Pereira" userId="c308351cf5a860c7" providerId="LiveId" clId="{30D4B243-E56E-4CD9-9C49-7B140616515F}" dt="2025-10-12T01:04:05.535" v="71"/>
          <ac:spMkLst>
            <pc:docMk/>
            <pc:sldMk cId="256487419" sldId="258"/>
            <ac:spMk id="4" creationId="{BE3CA3F2-6FD2-1B3E-58CB-A346E3D4E848}"/>
          </ac:spMkLst>
        </pc:spChg>
        <pc:spChg chg="add mod">
          <ac:chgData name="Osvaldo Luiz Santos Pereira" userId="c308351cf5a860c7" providerId="LiveId" clId="{30D4B243-E56E-4CD9-9C49-7B140616515F}" dt="2025-10-12T01:13:11.878" v="335"/>
          <ac:spMkLst>
            <pc:docMk/>
            <pc:sldMk cId="256487419" sldId="258"/>
            <ac:spMk id="5" creationId="{F88DE27F-80EF-5CCF-A1BF-0B7786FDDB1E}"/>
          </ac:spMkLst>
        </pc:spChg>
        <pc:picChg chg="add mod">
          <ac:chgData name="Osvaldo Luiz Santos Pereira" userId="c308351cf5a860c7" providerId="LiveId" clId="{30D4B243-E56E-4CD9-9C49-7B140616515F}" dt="2025-10-12T01:13:51.344" v="347" actId="1036"/>
          <ac:picMkLst>
            <pc:docMk/>
            <pc:sldMk cId="256487419" sldId="258"/>
            <ac:picMk id="7" creationId="{14A8707A-84F7-F1C3-3C86-754D16AA1B4C}"/>
          </ac:picMkLst>
        </pc:picChg>
      </pc:sldChg>
      <pc:sldChg chg="addSp delSp modSp add mod">
        <pc:chgData name="Osvaldo Luiz Santos Pereira" userId="c308351cf5a860c7" providerId="LiveId" clId="{30D4B243-E56E-4CD9-9C49-7B140616515F}" dt="2025-10-12T12:14:34.616" v="810"/>
        <pc:sldMkLst>
          <pc:docMk/>
          <pc:sldMk cId="3843013887" sldId="259"/>
        </pc:sldMkLst>
        <pc:spChg chg="add mod">
          <ac:chgData name="Osvaldo Luiz Santos Pereira" userId="c308351cf5a860c7" providerId="LiveId" clId="{30D4B243-E56E-4CD9-9C49-7B140616515F}" dt="2025-10-12T01:03:33.485" v="63" actId="1035"/>
          <ac:spMkLst>
            <pc:docMk/>
            <pc:sldMk cId="3843013887" sldId="259"/>
            <ac:spMk id="2" creationId="{7CB1C8C9-FDC5-F385-0303-73852D41552E}"/>
          </ac:spMkLst>
        </pc:spChg>
        <pc:spChg chg="add mod">
          <ac:chgData name="Osvaldo Luiz Santos Pereira" userId="c308351cf5a860c7" providerId="LiveId" clId="{30D4B243-E56E-4CD9-9C49-7B140616515F}" dt="2025-10-12T12:14:34.616" v="810"/>
          <ac:spMkLst>
            <pc:docMk/>
            <pc:sldMk cId="3843013887" sldId="259"/>
            <ac:spMk id="3" creationId="{C8F49729-01D3-5CE2-A03E-934C1E9F51FA}"/>
          </ac:spMkLst>
        </pc:spChg>
        <pc:spChg chg="add mod">
          <ac:chgData name="Osvaldo Luiz Santos Pereira" userId="c308351cf5a860c7" providerId="LiveId" clId="{30D4B243-E56E-4CD9-9C49-7B140616515F}" dt="2025-10-12T01:04:00.114" v="69" actId="207"/>
          <ac:spMkLst>
            <pc:docMk/>
            <pc:sldMk cId="3843013887" sldId="259"/>
            <ac:spMk id="5" creationId="{A724CE7C-EE4C-7F24-C492-06DE561CE891}"/>
          </ac:spMkLst>
        </pc:spChg>
        <pc:spChg chg="add mod">
          <ac:chgData name="Osvaldo Luiz Santos Pereira" userId="c308351cf5a860c7" providerId="LiveId" clId="{30D4B243-E56E-4CD9-9C49-7B140616515F}" dt="2025-10-12T01:13:13.155" v="336"/>
          <ac:spMkLst>
            <pc:docMk/>
            <pc:sldMk cId="3843013887" sldId="259"/>
            <ac:spMk id="6" creationId="{52995ED6-EF67-DDF3-43FA-D8FB9E759402}"/>
          </ac:spMkLst>
        </pc:spChg>
        <pc:picChg chg="add mod">
          <ac:chgData name="Osvaldo Luiz Santos Pereira" userId="c308351cf5a860c7" providerId="LiveId" clId="{30D4B243-E56E-4CD9-9C49-7B140616515F}" dt="2025-10-12T01:13:56.520" v="350" actId="1035"/>
          <ac:picMkLst>
            <pc:docMk/>
            <pc:sldMk cId="3843013887" sldId="259"/>
            <ac:picMk id="7" creationId="{FE538203-2CD3-30FD-E471-EA1DAFCCB289}"/>
          </ac:picMkLst>
        </pc:picChg>
      </pc:sldChg>
      <pc:sldChg chg="addSp delSp modSp add mod">
        <pc:chgData name="Osvaldo Luiz Santos Pereira" userId="c308351cf5a860c7" providerId="LiveId" clId="{30D4B243-E56E-4CD9-9C49-7B140616515F}" dt="2025-10-12T12:14:36.134" v="811"/>
        <pc:sldMkLst>
          <pc:docMk/>
          <pc:sldMk cId="1128949925" sldId="260"/>
        </pc:sldMkLst>
        <pc:spChg chg="mod">
          <ac:chgData name="Osvaldo Luiz Santos Pereira" userId="c308351cf5a860c7" providerId="LiveId" clId="{30D4B243-E56E-4CD9-9C49-7B140616515F}" dt="2025-10-12T01:07:38.961" v="99" actId="20577"/>
          <ac:spMkLst>
            <pc:docMk/>
            <pc:sldMk cId="1128949925" sldId="260"/>
            <ac:spMk id="2" creationId="{4D8FD104-C1D9-1C99-2D0E-85F986547760}"/>
          </ac:spMkLst>
        </pc:spChg>
        <pc:spChg chg="add mod">
          <ac:chgData name="Osvaldo Luiz Santos Pereira" userId="c308351cf5a860c7" providerId="LiveId" clId="{30D4B243-E56E-4CD9-9C49-7B140616515F}" dt="2025-10-12T12:14:36.134" v="811"/>
          <ac:spMkLst>
            <pc:docMk/>
            <pc:sldMk cId="1128949925" sldId="260"/>
            <ac:spMk id="3" creationId="{83921973-369F-8EC0-2346-799D2CA5B39D}"/>
          </ac:spMkLst>
        </pc:spChg>
        <pc:spChg chg="add mod">
          <ac:chgData name="Osvaldo Luiz Santos Pereira" userId="c308351cf5a860c7" providerId="LiveId" clId="{30D4B243-E56E-4CD9-9C49-7B140616515F}" dt="2025-10-12T01:13:15.431" v="338"/>
          <ac:spMkLst>
            <pc:docMk/>
            <pc:sldMk cId="1128949925" sldId="260"/>
            <ac:spMk id="6" creationId="{643794ED-11C6-B603-2C16-1E7AE446A0F3}"/>
          </ac:spMkLst>
        </pc:spChg>
        <pc:picChg chg="add mod">
          <ac:chgData name="Osvaldo Luiz Santos Pereira" userId="c308351cf5a860c7" providerId="LiveId" clId="{30D4B243-E56E-4CD9-9C49-7B140616515F}" dt="2025-10-12T01:14:13.493" v="356" actId="1035"/>
          <ac:picMkLst>
            <pc:docMk/>
            <pc:sldMk cId="1128949925" sldId="260"/>
            <ac:picMk id="7" creationId="{26054F13-A45D-773D-B056-425D43A217A3}"/>
          </ac:picMkLst>
        </pc:picChg>
      </pc:sldChg>
      <pc:sldChg chg="addSp delSp modSp add mod">
        <pc:chgData name="Osvaldo Luiz Santos Pereira" userId="c308351cf5a860c7" providerId="LiveId" clId="{30D4B243-E56E-4CD9-9C49-7B140616515F}" dt="2025-10-12T12:14:31.796" v="808"/>
        <pc:sldMkLst>
          <pc:docMk/>
          <pc:sldMk cId="4070352078" sldId="261"/>
        </pc:sldMkLst>
        <pc:spChg chg="add mod">
          <ac:chgData name="Osvaldo Luiz Santos Pereira" userId="c308351cf5a860c7" providerId="LiveId" clId="{30D4B243-E56E-4CD9-9C49-7B140616515F}" dt="2025-10-12T12:14:31.796" v="808"/>
          <ac:spMkLst>
            <pc:docMk/>
            <pc:sldMk cId="4070352078" sldId="261"/>
            <ac:spMk id="2" creationId="{37D69341-3461-7FB2-865D-90C8CB073EDE}"/>
          </ac:spMkLst>
        </pc:spChg>
        <pc:spChg chg="add mod">
          <ac:chgData name="Osvaldo Luiz Santos Pereira" userId="c308351cf5a860c7" providerId="LiveId" clId="{30D4B243-E56E-4CD9-9C49-7B140616515F}" dt="2025-10-12T01:13:06.869" v="333" actId="14100"/>
          <ac:spMkLst>
            <pc:docMk/>
            <pc:sldMk cId="4070352078" sldId="261"/>
            <ac:spMk id="6" creationId="{0E28CB23-C067-B0DC-9A24-77E7E2425C52}"/>
          </ac:spMkLst>
        </pc:spChg>
        <pc:picChg chg="add mod">
          <ac:chgData name="Osvaldo Luiz Santos Pereira" userId="c308351cf5a860c7" providerId="LiveId" clId="{30D4B243-E56E-4CD9-9C49-7B140616515F}" dt="2025-10-12T01:13:02.097" v="332" actId="1037"/>
          <ac:picMkLst>
            <pc:docMk/>
            <pc:sldMk cId="4070352078" sldId="261"/>
            <ac:picMk id="5" creationId="{F5A87B83-178B-7173-9257-F93D27B576CF}"/>
          </ac:picMkLst>
        </pc:picChg>
      </pc:sldChg>
      <pc:sldChg chg="addSp delSp modSp add mod">
        <pc:chgData name="Osvaldo Luiz Santos Pereira" userId="c308351cf5a860c7" providerId="LiveId" clId="{30D4B243-E56E-4CD9-9C49-7B140616515F}" dt="2025-10-12T12:14:37.729" v="812"/>
        <pc:sldMkLst>
          <pc:docMk/>
          <pc:sldMk cId="3388248474" sldId="262"/>
        </pc:sldMkLst>
        <pc:spChg chg="mod">
          <ac:chgData name="Osvaldo Luiz Santos Pereira" userId="c308351cf5a860c7" providerId="LiveId" clId="{30D4B243-E56E-4CD9-9C49-7B140616515F}" dt="2025-10-12T01:14:29.793" v="362" actId="20577"/>
          <ac:spMkLst>
            <pc:docMk/>
            <pc:sldMk cId="3388248474" sldId="262"/>
            <ac:spMk id="2" creationId="{9898E421-D648-7210-0B59-B68D65A40304}"/>
          </ac:spMkLst>
        </pc:spChg>
        <pc:spChg chg="add mod">
          <ac:chgData name="Osvaldo Luiz Santos Pereira" userId="c308351cf5a860c7" providerId="LiveId" clId="{30D4B243-E56E-4CD9-9C49-7B140616515F}" dt="2025-10-12T12:14:37.729" v="812"/>
          <ac:spMkLst>
            <pc:docMk/>
            <pc:sldMk cId="3388248474" sldId="262"/>
            <ac:spMk id="4" creationId="{EFB6579C-1CEE-2B67-9FBF-99F1844BBAC2}"/>
          </ac:spMkLst>
        </pc:spChg>
        <pc:picChg chg="add mod">
          <ac:chgData name="Osvaldo Luiz Santos Pereira" userId="c308351cf5a860c7" providerId="LiveId" clId="{30D4B243-E56E-4CD9-9C49-7B140616515F}" dt="2025-10-12T01:14:58.187" v="370" actId="1036"/>
          <ac:picMkLst>
            <pc:docMk/>
            <pc:sldMk cId="3388248474" sldId="262"/>
            <ac:picMk id="3" creationId="{AB99C76F-09F3-871E-20BA-0523ABDB60DB}"/>
          </ac:picMkLst>
        </pc:picChg>
      </pc:sldChg>
      <pc:sldChg chg="addSp delSp modSp add mod">
        <pc:chgData name="Osvaldo Luiz Santos Pereira" userId="c308351cf5a860c7" providerId="LiveId" clId="{30D4B243-E56E-4CD9-9C49-7B140616515F}" dt="2025-10-12T12:14:40.240" v="813"/>
        <pc:sldMkLst>
          <pc:docMk/>
          <pc:sldMk cId="32148941" sldId="263"/>
        </pc:sldMkLst>
        <pc:spChg chg="mod">
          <ac:chgData name="Osvaldo Luiz Santos Pereira" userId="c308351cf5a860c7" providerId="LiveId" clId="{30D4B243-E56E-4CD9-9C49-7B140616515F}" dt="2025-10-12T12:11:19.477" v="479" actId="20577"/>
          <ac:spMkLst>
            <pc:docMk/>
            <pc:sldMk cId="32148941" sldId="263"/>
            <ac:spMk id="2" creationId="{14407528-93EB-DBF9-60B0-9AF893AD901E}"/>
          </ac:spMkLst>
        </pc:spChg>
        <pc:spChg chg="add mod">
          <ac:chgData name="Osvaldo Luiz Santos Pereira" userId="c308351cf5a860c7" providerId="LiveId" clId="{30D4B243-E56E-4CD9-9C49-7B140616515F}" dt="2025-10-12T12:12:41.004" v="498" actId="2711"/>
          <ac:spMkLst>
            <pc:docMk/>
            <pc:sldMk cId="32148941" sldId="263"/>
            <ac:spMk id="7" creationId="{0A98ABB0-5776-FFB2-F709-FC76E43D87C7}"/>
          </ac:spMkLst>
        </pc:spChg>
        <pc:spChg chg="add mod">
          <ac:chgData name="Osvaldo Luiz Santos Pereira" userId="c308351cf5a860c7" providerId="LiveId" clId="{30D4B243-E56E-4CD9-9C49-7B140616515F}" dt="2025-10-12T12:14:40.240" v="813"/>
          <ac:spMkLst>
            <pc:docMk/>
            <pc:sldMk cId="32148941" sldId="263"/>
            <ac:spMk id="8" creationId="{EEC85EE2-7217-5DBE-F32F-5BFED29FF0BF}"/>
          </ac:spMkLst>
        </pc:spChg>
      </pc:sldChg>
      <pc:sldChg chg="addSp modSp add mod">
        <pc:chgData name="Osvaldo Luiz Santos Pereira" userId="c308351cf5a860c7" providerId="LiveId" clId="{30D4B243-E56E-4CD9-9C49-7B140616515F}" dt="2025-10-12T12:14:41.817" v="814"/>
        <pc:sldMkLst>
          <pc:docMk/>
          <pc:sldMk cId="494470036" sldId="264"/>
        </pc:sldMkLst>
        <pc:spChg chg="mod">
          <ac:chgData name="Osvaldo Luiz Santos Pereira" userId="c308351cf5a860c7" providerId="LiveId" clId="{30D4B243-E56E-4CD9-9C49-7B140616515F}" dt="2025-10-12T12:12:01.907" v="494" actId="20577"/>
          <ac:spMkLst>
            <pc:docMk/>
            <pc:sldMk cId="494470036" sldId="264"/>
            <ac:spMk id="2" creationId="{C205C1D3-37F8-6215-8C27-4C5CA0E60447}"/>
          </ac:spMkLst>
        </pc:spChg>
        <pc:spChg chg="add mod">
          <ac:chgData name="Osvaldo Luiz Santos Pereira" userId="c308351cf5a860c7" providerId="LiveId" clId="{30D4B243-E56E-4CD9-9C49-7B140616515F}" dt="2025-10-12T12:14:41.817" v="814"/>
          <ac:spMkLst>
            <pc:docMk/>
            <pc:sldMk cId="494470036" sldId="264"/>
            <ac:spMk id="3" creationId="{8CE070F7-58A6-F69B-0126-DA55B275B3C3}"/>
          </ac:spMkLst>
        </pc:spChg>
      </pc:sldChg>
      <pc:sldChg chg="addSp delSp modSp add mod">
        <pc:chgData name="Osvaldo Luiz Santos Pereira" userId="c308351cf5a860c7" providerId="LiveId" clId="{30D4B243-E56E-4CD9-9C49-7B140616515F}" dt="2025-10-12T12:20:26.774" v="848" actId="478"/>
        <pc:sldMkLst>
          <pc:docMk/>
          <pc:sldMk cId="3139375880" sldId="265"/>
        </pc:sldMkLst>
        <pc:spChg chg="mod">
          <ac:chgData name="Osvaldo Luiz Santos Pereira" userId="c308351cf5a860c7" providerId="LiveId" clId="{30D4B243-E56E-4CD9-9C49-7B140616515F}" dt="2025-10-12T12:18:09.871" v="842" actId="20577"/>
          <ac:spMkLst>
            <pc:docMk/>
            <pc:sldMk cId="3139375880" sldId="265"/>
            <ac:spMk id="2" creationId="{D6018420-D5E1-B610-BB4F-3F141FB2C0A2}"/>
          </ac:spMkLst>
        </pc:spChg>
        <pc:picChg chg="add mod">
          <ac:chgData name="Osvaldo Luiz Santos Pereira" userId="c308351cf5a860c7" providerId="LiveId" clId="{30D4B243-E56E-4CD9-9C49-7B140616515F}" dt="2025-10-12T12:20:22.692" v="847" actId="1076"/>
          <ac:picMkLst>
            <pc:docMk/>
            <pc:sldMk cId="3139375880" sldId="265"/>
            <ac:picMk id="8" creationId="{4A3EC5D8-8929-FD78-A0C5-681672FC90D5}"/>
          </ac:picMkLst>
        </pc:picChg>
      </pc:sldChg>
      <pc:sldChg chg="modSp add mod">
        <pc:chgData name="Osvaldo Luiz Santos Pereira" userId="c308351cf5a860c7" providerId="LiveId" clId="{30D4B243-E56E-4CD9-9C49-7B140616515F}" dt="2025-10-12T12:22:20.592" v="1063" actId="20577"/>
        <pc:sldMkLst>
          <pc:docMk/>
          <pc:sldMk cId="2292153838" sldId="266"/>
        </pc:sldMkLst>
        <pc:spChg chg="mod">
          <ac:chgData name="Osvaldo Luiz Santos Pereira" userId="c308351cf5a860c7" providerId="LiveId" clId="{30D4B243-E56E-4CD9-9C49-7B140616515F}" dt="2025-10-12T12:22:04.498" v="1028" actId="20577"/>
          <ac:spMkLst>
            <pc:docMk/>
            <pc:sldMk cId="2292153838" sldId="266"/>
            <ac:spMk id="3" creationId="{3E10093A-34BD-F18D-0D3C-299581B2E2D9}"/>
          </ac:spMkLst>
        </pc:spChg>
        <pc:spChg chg="mod">
          <ac:chgData name="Osvaldo Luiz Santos Pereira" userId="c308351cf5a860c7" providerId="LiveId" clId="{30D4B243-E56E-4CD9-9C49-7B140616515F}" dt="2025-10-12T12:22:20.592" v="1063" actId="20577"/>
          <ac:spMkLst>
            <pc:docMk/>
            <pc:sldMk cId="2292153838" sldId="266"/>
            <ac:spMk id="5" creationId="{2E4156CD-32AF-0A65-B2E2-8AEB03D97A43}"/>
          </ac:spMkLst>
        </pc:spChg>
      </pc:sldChg>
      <pc:sldChg chg="add del">
        <pc:chgData name="Osvaldo Luiz Santos Pereira" userId="c308351cf5a860c7" providerId="LiveId" clId="{30D4B243-E56E-4CD9-9C49-7B140616515F}" dt="2025-10-12T01:01:17.165" v="4"/>
        <pc:sldMkLst>
          <pc:docMk/>
          <pc:sldMk cId="2372940825" sldId="597"/>
        </pc:sldMkLst>
      </pc:sldChg>
      <pc:sldChg chg="add del">
        <pc:chgData name="Osvaldo Luiz Santos Pereira" userId="c308351cf5a860c7" providerId="LiveId" clId="{30D4B243-E56E-4CD9-9C49-7B140616515F}" dt="2025-10-12T01:01:17.165" v="4"/>
        <pc:sldMkLst>
          <pc:docMk/>
          <pc:sldMk cId="1458511108" sldId="600"/>
        </pc:sldMkLst>
      </pc:sldChg>
      <pc:sldChg chg="add del">
        <pc:chgData name="Osvaldo Luiz Santos Pereira" userId="c308351cf5a860c7" providerId="LiveId" clId="{30D4B243-E56E-4CD9-9C49-7B140616515F}" dt="2025-10-12T01:01:17.165" v="4"/>
        <pc:sldMkLst>
          <pc:docMk/>
          <pc:sldMk cId="693585913" sldId="601"/>
        </pc:sldMkLst>
      </pc:sldChg>
      <pc:sldChg chg="add del">
        <pc:chgData name="Osvaldo Luiz Santos Pereira" userId="c308351cf5a860c7" providerId="LiveId" clId="{30D4B243-E56E-4CD9-9C49-7B140616515F}" dt="2025-10-12T01:01:17.165" v="4"/>
        <pc:sldMkLst>
          <pc:docMk/>
          <pc:sldMk cId="337341923" sldId="60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BF21B-E58C-A4B5-8D57-24522B60F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4EBC44-55F5-B601-A261-F0DD3FC2E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0F8965-95FF-9AD0-7D61-A1177C5D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65DDBB-B4E3-D13F-A896-31F62513B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182B0A-16BB-23F2-8893-F6154BD81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669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F6329-F8DA-1759-2287-4DED959A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CB9713-1C10-6372-AA1A-617B2BE42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9BA819-99BE-2D0C-60A1-A2328DD4D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5B28C1-C5D8-40D5-FB0C-C303D3E1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78CE7B-0573-5BDD-2F68-3C0C5CA6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1760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5820B-A9F4-8858-0585-2400A1AA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B75447-4D2E-3DEA-50D0-0EABC4FBD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0F36D2-F991-DB4E-08DB-6EE7A344D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A7760C-091A-630B-6289-C0409309E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77EF76-ECE2-5841-C0FB-609E0B637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1205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40542-5F9E-FF28-5B59-CB8F7838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8AEAAF-FF5B-6065-0C92-5402A4240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B4016C-9E56-16B9-92A2-7CC834BB5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D475E0-CAC8-B824-9CFF-6DF869575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5B4F13-EF62-1BCE-B45C-7BD6D346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649570-D89A-65DB-EF12-5FFD2583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95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C6000-166E-6713-3045-68AEDF0AC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651F94-60B7-3DBC-00EA-956E46CD4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EB4A83-158D-6314-E824-84B994609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0A5541-98AF-0BE8-7F22-F3E1CB7A0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38BE20E-0E9B-AE00-F081-BEF012D37C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0EED40D-9E16-BEE2-E9D4-78441B7C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FDF51D9-6023-6B20-E9BC-218128BAE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819CC3D-52A4-D595-F564-AC5F062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8691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A7FB9-1680-D6EC-C966-77760EC9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7EA026B-2E33-D8A5-8DA8-23D632218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14ECB35-C74A-2206-0B16-F33E70FF7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663E41-280A-351B-755A-25B7D2E6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554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C2AE1E-5276-A587-64F0-A91156D9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C8D618-F91B-8475-060A-120BC90C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5C9714-071B-7A4D-40ED-297BEDC8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69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83656-9D28-5FBD-968C-90C093468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49D0BE-986C-B9F0-7371-A104145B2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6AFD15-71C6-5461-AF46-C43BF9A17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97F889-03A3-96B8-6BBB-6BD09976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849792-93F3-9994-AB6A-2C7E2702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21D4C0-6D1B-9D6D-2ECA-E5DB56A1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723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C4B753-3282-4E22-B656-B27A25BA7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2CAD74-0790-9B68-EFF7-3E7755B74F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9172F2-33EA-B254-4BD1-04A81CDD2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DDD9BB-D5C6-94B7-FC26-C5A3D77EC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C5DEAD-DDA2-08B3-4AAA-D7FBB647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17D5EC-2D0E-DE6D-5DB2-3C1B2B387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991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63552-2CB5-1D15-DB32-4B8835FE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8FFDD8-7E35-638A-0F84-4E1CEBDDA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D0D539-7725-8260-29BD-C41B86C95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9961E4-1274-F0DA-55F3-D1DBAE5A8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1C03C1-DFEF-AEA2-832F-0676C505E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599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5D9D02-BE07-F934-3C22-7BB8D1427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604AA5-63F2-655F-26FB-018E9DDEA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9AE882-41C6-DCB6-93C9-146FC9167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B62999-FF70-6327-552F-C5AC745F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42A06F-2E4A-056E-6DA5-C9DB0587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958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225304D-704B-EC4D-84F2-2EEAE0488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5F0DFD-1CD2-F672-6774-F776A4631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8A98BA-DE71-3DA7-A1AC-CFB27D550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D57C0-3AD9-4F8B-9EBF-CA138C11E07F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D94F9D-94A3-4EE1-7E45-CAE4761B9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657C1B-FFA7-246B-18BF-9A22B7DBF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839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olsp@if.ufrj.br" TargetMode="External"/><Relationship Id="rId2" Type="http://schemas.openxmlformats.org/officeDocument/2006/relationships/hyperlink" Target="mailto:osvald23@gmail.com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olsp@if.ufrj.br" TargetMode="External"/><Relationship Id="rId2" Type="http://schemas.openxmlformats.org/officeDocument/2006/relationships/hyperlink" Target="mailto:osvald23@gmail.com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osvald23@gmail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olsp@if.ufrj.br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osvald23@gmail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olsp@if.ufrj.br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osvald23@gmail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olsp@if.ufrj.br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osvald23@gmail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olsp@if.ufrj.br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osvald23@gmail.com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olsp@if.ufrj.br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olsp@if.ufrj.br" TargetMode="External"/><Relationship Id="rId2" Type="http://schemas.openxmlformats.org/officeDocument/2006/relationships/hyperlink" Target="mailto:osvald23@gmail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olsp@if.ufrj.br" TargetMode="External"/><Relationship Id="rId2" Type="http://schemas.openxmlformats.org/officeDocument/2006/relationships/hyperlink" Target="mailto:osvald23@gmail.com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atreon.com/ozsp12" TargetMode="External"/><Relationship Id="rId13" Type="http://schemas.openxmlformats.org/officeDocument/2006/relationships/hyperlink" Target="mailto:osvald23@gmail.com/" TargetMode="External"/><Relationship Id="rId3" Type="http://schemas.openxmlformats.org/officeDocument/2006/relationships/hyperlink" Target="https://github.com/ozsp12" TargetMode="External"/><Relationship Id="rId7" Type="http://schemas.openxmlformats.org/officeDocument/2006/relationships/hyperlink" Target="https://www.linkedin.com/in/ozsp12" TargetMode="External"/><Relationship Id="rId12" Type="http://schemas.openxmlformats.org/officeDocument/2006/relationships/hyperlink" Target="https://www.youtube.com/@ozlsp12" TargetMode="External"/><Relationship Id="rId2" Type="http://schemas.openxmlformats.org/officeDocument/2006/relationships/hyperlink" Target="https://ozsp12.github.io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rcid.org/0000-0003-2231-517X" TargetMode="External"/><Relationship Id="rId11" Type="http://schemas.openxmlformats.org/officeDocument/2006/relationships/hyperlink" Target="https://www.tiktok.com/@ozsp12" TargetMode="External"/><Relationship Id="rId5" Type="http://schemas.openxmlformats.org/officeDocument/2006/relationships/hyperlink" Target="https://scholar.google.com/citations?user=HIZp0X8AAAAJ&amp;hl=en" TargetMode="External"/><Relationship Id="rId10" Type="http://schemas.openxmlformats.org/officeDocument/2006/relationships/hyperlink" Target="https://x.com/ozsp12" TargetMode="External"/><Relationship Id="rId4" Type="http://schemas.openxmlformats.org/officeDocument/2006/relationships/hyperlink" Target="https://www.researchgate.net/profile/Osvaldo-Santos-Pereira" TargetMode="External"/><Relationship Id="rId9" Type="http://schemas.openxmlformats.org/officeDocument/2006/relationships/hyperlink" Target="https://medium.com/@ozsp12" TargetMode="External"/><Relationship Id="rId14" Type="http://schemas.openxmlformats.org/officeDocument/2006/relationships/hyperlink" Target="mailto:olsp@if.ufrj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7964710-F61B-7DFD-EECF-DABF8EC3D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/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Tipos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visualizações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marL="0" indent="0" algn="r"/>
            <a:r>
              <a:rPr lang="en-US" sz="48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Dados </a:t>
            </a:r>
            <a:r>
              <a:rPr lang="en-US" sz="4800" i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</a:t>
            </a:r>
            <a:r>
              <a:rPr lang="en-US" sz="48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i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painel</a:t>
            </a:r>
            <a:r>
              <a:rPr lang="en-US" sz="48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</a:t>
            </a:r>
            <a:r>
              <a:rPr lang="en-US" sz="4800" i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longitudinais</a:t>
            </a:r>
            <a:r>
              <a:rPr lang="en-US" sz="48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30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81296-74D0-69B3-6275-BA160FC6B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CAD1B48-1CCD-3410-54AE-2B293AA54B0D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Tipos de Gráficos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EFA0535-225E-6ABC-8D29-B4FA9A82849E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C31DFD-E29A-C3FB-DDAD-85265B2399E8}"/>
              </a:ext>
            </a:extLst>
          </p:cNvPr>
          <p:cNvSpPr txBox="1"/>
          <p:nvPr/>
        </p:nvSpPr>
        <p:spPr>
          <a:xfrm>
            <a:off x="580101" y="1229032"/>
            <a:ext cx="109039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Três tipos de produtos (Produto A, Produto B, Produto C)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Valores de unidades vendidas mensalmente por produto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Período: Jan-2024 : Dez-2024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Cinco tipos de gráficos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Dados em painel (longitudinal)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BC814E0-ED97-7F5D-2FF0-0A45EB2F09A8}"/>
              </a:ext>
            </a:extLst>
          </p:cNvPr>
          <p:cNvSpPr txBox="1"/>
          <p:nvPr/>
        </p:nvSpPr>
        <p:spPr>
          <a:xfrm>
            <a:off x="78656" y="6581001"/>
            <a:ext cx="12113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Autor: Osvaldo L. Santos-Pereira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pt-BR" sz="1200" dirty="0">
                <a:hlinkClick r:id="rId2"/>
              </a:rPr>
              <a:t>osvald23@gmail.com /</a:t>
            </a:r>
            <a:r>
              <a:rPr lang="pt-BR" sz="1200" dirty="0"/>
              <a:t> </a:t>
            </a:r>
            <a:r>
              <a:rPr lang="pt-BR" sz="1200" dirty="0">
                <a:hlinkClick r:id="rId3"/>
              </a:rPr>
              <a:t>olsp@if.ufrj.br</a:t>
            </a:r>
            <a:r>
              <a:rPr lang="pt-B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5819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2BFD3-8E31-1710-E30C-00111E3B8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E10093A-34BD-F18D-0D3C-299581B2E2D9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Considerações e Dicas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B681D37-575E-A309-83C7-EA6DB652AA89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4156CD-32AF-0A65-B2E2-8AEB03D97A43}"/>
              </a:ext>
            </a:extLst>
          </p:cNvPr>
          <p:cNvSpPr txBox="1"/>
          <p:nvPr/>
        </p:nvSpPr>
        <p:spPr>
          <a:xfrm>
            <a:off x="580102" y="1229032"/>
            <a:ext cx="106974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Não existe receita de bolo para escolha de visualizações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Adequar o </a:t>
            </a:r>
            <a:r>
              <a:rPr lang="pt-BR" sz="2800" dirty="0" err="1">
                <a:latin typeface="Verdana Pro" panose="020F0502020204030204" pitchFamily="34" charset="0"/>
              </a:rPr>
              <a:t>storytelling</a:t>
            </a:r>
            <a:r>
              <a:rPr lang="pt-BR" sz="2800" dirty="0">
                <a:latin typeface="Verdana Pro" panose="020F0502020204030204" pitchFamily="34" charset="0"/>
              </a:rPr>
              <a:t> ao interlocutor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Escolher gráficos simples de fácil visualização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Ser direto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Gráficos legíveis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248A807-CF4F-158F-9487-DD83670F72AD}"/>
              </a:ext>
            </a:extLst>
          </p:cNvPr>
          <p:cNvSpPr txBox="1"/>
          <p:nvPr/>
        </p:nvSpPr>
        <p:spPr>
          <a:xfrm>
            <a:off x="78656" y="6581001"/>
            <a:ext cx="12113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Autor: Osvaldo L. Santos-Pereira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pt-BR" sz="1200" dirty="0">
                <a:hlinkClick r:id="rId2"/>
              </a:rPr>
              <a:t>osvald23@gmail.com /</a:t>
            </a:r>
            <a:r>
              <a:rPr lang="pt-BR" sz="1200" dirty="0"/>
              <a:t> </a:t>
            </a:r>
            <a:r>
              <a:rPr lang="pt-BR" sz="1200" dirty="0">
                <a:hlinkClick r:id="rId3"/>
              </a:rPr>
              <a:t>olsp@if.ufrj.br</a:t>
            </a:r>
            <a:r>
              <a:rPr lang="pt-B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92153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5DD7-4DF9-89E4-0007-F1CC82842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8FBE0CD-FCFD-607F-91AB-B4133AB715F7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Gráfico de Barras por mês do ano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092473-3AE2-45F1-8893-6AE52215B89F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A87B83-178B-7173-9257-F93D27B57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59" y="1115630"/>
            <a:ext cx="10809145" cy="505402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E28CB23-C067-B0DC-9A24-77E7E2425C52}"/>
              </a:ext>
            </a:extLst>
          </p:cNvPr>
          <p:cNvSpPr/>
          <p:nvPr/>
        </p:nvSpPr>
        <p:spPr>
          <a:xfrm>
            <a:off x="395057" y="1061884"/>
            <a:ext cx="10840048" cy="5117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7D69341-3461-7FB2-865D-90C8CB073EDE}"/>
              </a:ext>
            </a:extLst>
          </p:cNvPr>
          <p:cNvSpPr txBox="1"/>
          <p:nvPr/>
        </p:nvSpPr>
        <p:spPr>
          <a:xfrm>
            <a:off x="78656" y="6581001"/>
            <a:ext cx="12113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Autor: Osvaldo L. Santos-Pereira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pt-BR" sz="1200" dirty="0">
                <a:hlinkClick r:id="rId3"/>
              </a:rPr>
              <a:t>osvald23@gmail.com /</a:t>
            </a:r>
            <a:r>
              <a:rPr lang="pt-BR" sz="1200" dirty="0"/>
              <a:t> </a:t>
            </a:r>
            <a:r>
              <a:rPr lang="pt-BR" sz="1200" dirty="0">
                <a:hlinkClick r:id="rId4"/>
              </a:rPr>
              <a:t>olsp@if.ufrj.br</a:t>
            </a:r>
            <a:r>
              <a:rPr lang="pt-B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0352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EFEDA-EC08-BF56-6E8D-B5EE6B50A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A23BBEB-BA66-4E41-37DE-30DF8BB4B780}"/>
              </a:ext>
            </a:extLst>
          </p:cNvPr>
          <p:cNvSpPr txBox="1"/>
          <p:nvPr/>
        </p:nvSpPr>
        <p:spPr>
          <a:xfrm>
            <a:off x="395055" y="111308"/>
            <a:ext cx="11639629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64135" marR="2926080" lvl="0" indent="0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defRPr>
            </a:lvl1pPr>
          </a:lstStyle>
          <a:p>
            <a:r>
              <a:rPr lang="pt-BR" dirty="0"/>
              <a:t>Gráfico de Barras Empilhado por mês do ano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E3CA3F2-6FD2-1B3E-58CB-A346E3D4E848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88DE27F-80EF-5CCF-A1BF-0B7786FDDB1E}"/>
              </a:ext>
            </a:extLst>
          </p:cNvPr>
          <p:cNvSpPr/>
          <p:nvPr/>
        </p:nvSpPr>
        <p:spPr>
          <a:xfrm>
            <a:off x="395057" y="1061884"/>
            <a:ext cx="10840048" cy="5117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A8707A-84F7-F1C3-3C86-754D16AA1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32" y="1091380"/>
            <a:ext cx="10815241" cy="505402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CDC0F10-CA4C-769C-A54F-35964562BA11}"/>
              </a:ext>
            </a:extLst>
          </p:cNvPr>
          <p:cNvSpPr txBox="1"/>
          <p:nvPr/>
        </p:nvSpPr>
        <p:spPr>
          <a:xfrm>
            <a:off x="78656" y="6581001"/>
            <a:ext cx="12113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Autor: Osvaldo L. Santos-Pereira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pt-BR" sz="1200" dirty="0">
                <a:hlinkClick r:id="rId3"/>
              </a:rPr>
              <a:t>osvald23@gmail.com /</a:t>
            </a:r>
            <a:r>
              <a:rPr lang="pt-BR" sz="1200" dirty="0"/>
              <a:t> </a:t>
            </a:r>
            <a:r>
              <a:rPr lang="pt-BR" sz="1200" dirty="0">
                <a:hlinkClick r:id="rId4"/>
              </a:rPr>
              <a:t>olsp@if.ufrj.br</a:t>
            </a:r>
            <a:r>
              <a:rPr lang="pt-B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487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F1B7B-FD13-A680-8CFA-BBA87B5C4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CB1C8C9-FDC5-F385-0303-73852D41552E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Gráfico de Barras por produto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724CE7C-EE4C-7F24-C492-06DE561CE891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2995ED6-EF67-DDF3-43FA-D8FB9E759402}"/>
              </a:ext>
            </a:extLst>
          </p:cNvPr>
          <p:cNvSpPr/>
          <p:nvPr/>
        </p:nvSpPr>
        <p:spPr>
          <a:xfrm>
            <a:off x="395057" y="1061884"/>
            <a:ext cx="10840048" cy="5117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E538203-2CD3-30FD-E471-EA1DAFCCB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64" y="1105798"/>
            <a:ext cx="10815241" cy="505402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8F49729-01D3-5CE2-A03E-934C1E9F51FA}"/>
              </a:ext>
            </a:extLst>
          </p:cNvPr>
          <p:cNvSpPr txBox="1"/>
          <p:nvPr/>
        </p:nvSpPr>
        <p:spPr>
          <a:xfrm>
            <a:off x="78656" y="6581001"/>
            <a:ext cx="12113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Autor: Osvaldo L. Santos-Pereira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pt-BR" sz="1200" dirty="0">
                <a:hlinkClick r:id="rId3"/>
              </a:rPr>
              <a:t>osvald23@gmail.com /</a:t>
            </a:r>
            <a:r>
              <a:rPr lang="pt-BR" sz="1200" dirty="0"/>
              <a:t> </a:t>
            </a:r>
            <a:r>
              <a:rPr lang="pt-BR" sz="1200" dirty="0">
                <a:hlinkClick r:id="rId4"/>
              </a:rPr>
              <a:t>olsp@if.ufrj.br</a:t>
            </a:r>
            <a:r>
              <a:rPr lang="pt-B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3013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43B07-A787-FB61-7526-9E4D95C7B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D8FD104-C1D9-1C99-2D0E-85F986547760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Gráfico de Área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EFBA015-331C-501D-A828-EE4B7CB306A1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43794ED-11C6-B603-2C16-1E7AE446A0F3}"/>
              </a:ext>
            </a:extLst>
          </p:cNvPr>
          <p:cNvSpPr/>
          <p:nvPr/>
        </p:nvSpPr>
        <p:spPr>
          <a:xfrm>
            <a:off x="395057" y="1061884"/>
            <a:ext cx="10840048" cy="5117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6054F13-A45D-773D-B056-425D43A21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00" y="1093673"/>
            <a:ext cx="10815241" cy="505402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3921973-369F-8EC0-2346-799D2CA5B39D}"/>
              </a:ext>
            </a:extLst>
          </p:cNvPr>
          <p:cNvSpPr txBox="1"/>
          <p:nvPr/>
        </p:nvSpPr>
        <p:spPr>
          <a:xfrm>
            <a:off x="78656" y="6581001"/>
            <a:ext cx="12113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Autor: Osvaldo L. Santos-Pereira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pt-BR" sz="1200" dirty="0">
                <a:hlinkClick r:id="rId3"/>
              </a:rPr>
              <a:t>osvald23@gmail.com /</a:t>
            </a:r>
            <a:r>
              <a:rPr lang="pt-BR" sz="1200" dirty="0"/>
              <a:t> </a:t>
            </a:r>
            <a:r>
              <a:rPr lang="pt-BR" sz="1200" dirty="0">
                <a:hlinkClick r:id="rId4"/>
              </a:rPr>
              <a:t>olsp@if.ufrj.br</a:t>
            </a:r>
            <a:r>
              <a:rPr lang="pt-B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8949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9E2C9-C5D2-641B-5BDC-99DE3B54A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898E421-D648-7210-0B59-B68D65A40304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Gráfico de linha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AA7A275-922F-794D-4EDA-59BCCFF14BF5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42FF6DB-6413-4A96-8CC9-A03DF75DE4CC}"/>
              </a:ext>
            </a:extLst>
          </p:cNvPr>
          <p:cNvSpPr/>
          <p:nvPr/>
        </p:nvSpPr>
        <p:spPr>
          <a:xfrm>
            <a:off x="395057" y="1061884"/>
            <a:ext cx="10840048" cy="5117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B99C76F-09F3-871E-20BA-0523ABDB6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00" y="1091380"/>
            <a:ext cx="10815241" cy="505402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FB6579C-1CEE-2B67-9FBF-99F1844BBAC2}"/>
              </a:ext>
            </a:extLst>
          </p:cNvPr>
          <p:cNvSpPr txBox="1"/>
          <p:nvPr/>
        </p:nvSpPr>
        <p:spPr>
          <a:xfrm>
            <a:off x="78656" y="6581001"/>
            <a:ext cx="12113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Autor: Osvaldo L. Santos-Pereira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pt-BR" sz="1200" dirty="0">
                <a:hlinkClick r:id="rId3"/>
              </a:rPr>
              <a:t>osvald23@gmail.com /</a:t>
            </a:r>
            <a:r>
              <a:rPr lang="pt-BR" sz="1200" dirty="0"/>
              <a:t> </a:t>
            </a:r>
            <a:r>
              <a:rPr lang="pt-BR" sz="1200" dirty="0">
                <a:hlinkClick r:id="rId4"/>
              </a:rPr>
              <a:t>olsp@if.ufrj.br</a:t>
            </a:r>
            <a:r>
              <a:rPr lang="pt-B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8248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1E59-D535-2E8F-F11A-954D67885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6018420-D5E1-B610-BB4F-3F141FB2C0A2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Mapa de Calor (</a:t>
            </a:r>
            <a:r>
              <a:rPr lang="pt-BR" sz="28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Heatmap</a:t>
            </a: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)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72BE9CE-3F8A-2F2D-1298-4E925D560CF0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B64A77A-2816-F7F5-195D-209CACB791C7}"/>
              </a:ext>
            </a:extLst>
          </p:cNvPr>
          <p:cNvSpPr txBox="1"/>
          <p:nvPr/>
        </p:nvSpPr>
        <p:spPr>
          <a:xfrm>
            <a:off x="78656" y="6581001"/>
            <a:ext cx="12113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Autor: Osvaldo L. Santos-Pereira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pt-BR" sz="1200" dirty="0">
                <a:hlinkClick r:id="rId2"/>
              </a:rPr>
              <a:t>osvald23@gmail.com /</a:t>
            </a:r>
            <a:r>
              <a:rPr lang="pt-BR" sz="1200" dirty="0"/>
              <a:t> </a:t>
            </a:r>
            <a:r>
              <a:rPr lang="pt-BR" sz="1200" dirty="0">
                <a:hlinkClick r:id="rId3"/>
              </a:rPr>
              <a:t>olsp@if.ufrj.br</a:t>
            </a:r>
            <a:r>
              <a:rPr lang="pt-BR" sz="1200" dirty="0"/>
              <a:t>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A3EC5D8-8929-FD78-A0C5-681672FC9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56" y="1424795"/>
            <a:ext cx="10742138" cy="221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375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5276-E2EF-50CF-8D5F-6652877B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4407528-93EB-DBF9-60B0-9AF893AD901E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Osvaldo L. Santos-Pereira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0DF5F58-6381-E91D-FD7D-6FF3CCF60367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A98ABB0-5776-FFB2-F709-FC76E43D87C7}"/>
              </a:ext>
            </a:extLst>
          </p:cNvPr>
          <p:cNvSpPr txBox="1"/>
          <p:nvPr/>
        </p:nvSpPr>
        <p:spPr>
          <a:xfrm>
            <a:off x="461532" y="1492429"/>
            <a:ext cx="109834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/>
              <a:t>PhD em física (UFRJ)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/>
              <a:t>Mestre em física (Unicamp)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/>
              <a:t>Bacharel em física (Unicamp)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/>
              <a:t>MBA em Big Data e Analytics (USP)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/>
              <a:t>Cientista de dados (15 anos de experiência)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/>
              <a:t>Pesquisador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/>
              <a:t>Física teórica (</a:t>
            </a:r>
            <a:r>
              <a:rPr lang="pt-BR" sz="2400" dirty="0" err="1"/>
              <a:t>Warp</a:t>
            </a:r>
            <a:r>
              <a:rPr lang="pt-BR" sz="2400" dirty="0"/>
              <a:t> drive, Buracos negros, buracos de minhoca)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/>
              <a:t>Computação quântica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 err="1"/>
              <a:t>Econofísica</a:t>
            </a:r>
            <a:endParaRPr lang="pt-BR" sz="2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/>
              <a:t>Cosmologia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/>
              <a:t>Machine Learning e Analytics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/>
              <a:t>Inteligência artificial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EC85EE2-7217-5DBE-F32F-5BFED29FF0BF}"/>
              </a:ext>
            </a:extLst>
          </p:cNvPr>
          <p:cNvSpPr txBox="1"/>
          <p:nvPr/>
        </p:nvSpPr>
        <p:spPr>
          <a:xfrm>
            <a:off x="78656" y="6581001"/>
            <a:ext cx="12113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Autor: Osvaldo L. Santos-Pereira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pt-BR" sz="1200" dirty="0">
                <a:hlinkClick r:id="rId2"/>
              </a:rPr>
              <a:t>osvald23@gmail.com /</a:t>
            </a:r>
            <a:r>
              <a:rPr lang="pt-BR" sz="1200" dirty="0"/>
              <a:t> </a:t>
            </a:r>
            <a:r>
              <a:rPr lang="pt-BR" sz="1200" dirty="0">
                <a:hlinkClick r:id="rId3"/>
              </a:rPr>
              <a:t>olsp@if.ufrj.br</a:t>
            </a:r>
            <a:r>
              <a:rPr lang="pt-B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48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128D5-463C-6A54-707A-694DD47BB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205C1D3-37F8-6215-8C27-4C5CA0E60447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Redes Sociais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D319D89-0F87-F1F2-FBDD-E3EBD4D06827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C43EB74-55C6-8568-7967-43043A0C22F6}"/>
              </a:ext>
            </a:extLst>
          </p:cNvPr>
          <p:cNvSpPr txBox="1"/>
          <p:nvPr/>
        </p:nvSpPr>
        <p:spPr>
          <a:xfrm>
            <a:off x="461532" y="1492429"/>
            <a:ext cx="10983433" cy="4732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l-NL" dirty="0"/>
              <a:t>🌐 Webpage: </a:t>
            </a:r>
            <a:r>
              <a:rPr lang="nl-NL" u="sng" dirty="0">
                <a:hlinkClick r:id="rId2"/>
              </a:rPr>
              <a:t>https://ozsp12.github.io/</a:t>
            </a:r>
            <a:br>
              <a:rPr lang="nl-NL" sz="2400" dirty="0"/>
            </a:br>
            <a:r>
              <a:rPr lang="nl-NL" dirty="0"/>
              <a:t>✅ GitHub: </a:t>
            </a:r>
            <a:r>
              <a:rPr lang="nl-NL" u="sng" dirty="0">
                <a:hlinkClick r:id="rId3"/>
              </a:rPr>
              <a:t>https://github.com/ozsp12</a:t>
            </a:r>
            <a:br>
              <a:rPr lang="nl-NL" sz="2400" dirty="0"/>
            </a:br>
            <a:r>
              <a:rPr lang="nl-NL" dirty="0"/>
              <a:t>🧪 ResearchGate: </a:t>
            </a:r>
            <a:r>
              <a:rPr lang="nl-NL" u="sng" dirty="0">
                <a:hlinkClick r:id="rId4"/>
              </a:rPr>
              <a:t>https://www.researchgate.net/profile/Osvaldo-Santos-Pereira</a:t>
            </a:r>
            <a:br>
              <a:rPr lang="nl-NL" sz="2400" dirty="0"/>
            </a:br>
            <a:r>
              <a:rPr lang="nl-NL" dirty="0"/>
              <a:t>🔬 Google Scholar: </a:t>
            </a:r>
            <a:r>
              <a:rPr lang="nl-NL" u="sng" dirty="0">
                <a:hlinkClick r:id="rId5"/>
              </a:rPr>
              <a:t>https://scholar.google.com/citations?user=HIZp0X8AAAAJ&amp;hl=en</a:t>
            </a:r>
            <a:br>
              <a:rPr lang="nl-NL" sz="2400" dirty="0"/>
            </a:br>
            <a:r>
              <a:rPr lang="nl-NL" dirty="0"/>
              <a:t>🧾 ORCID: </a:t>
            </a:r>
            <a:r>
              <a:rPr lang="nl-NL" u="sng" dirty="0">
                <a:hlinkClick r:id="rId6"/>
              </a:rPr>
              <a:t>https://orcid.org/0000-0003-2231-517X</a:t>
            </a:r>
            <a:br>
              <a:rPr lang="nl-NL" sz="2400" dirty="0"/>
            </a:br>
            <a:r>
              <a:rPr lang="nl-NL" dirty="0"/>
              <a:t>💼 LinkedIn: </a:t>
            </a:r>
            <a:r>
              <a:rPr lang="nl-NL" u="sng" dirty="0">
                <a:hlinkClick r:id="rId7"/>
              </a:rPr>
              <a:t>https://www.linkedin.com/in/ozsp12</a:t>
            </a:r>
            <a:br>
              <a:rPr lang="nl-NL" sz="2400" dirty="0"/>
            </a:br>
            <a:r>
              <a:rPr lang="nl-NL" dirty="0"/>
              <a:t>🧡 Patreon: </a:t>
            </a:r>
            <a:r>
              <a:rPr lang="nl-NL" u="sng" dirty="0">
                <a:hlinkClick r:id="rId8"/>
              </a:rPr>
              <a:t>https://www.patreon.com/ozsp12</a:t>
            </a:r>
            <a:br>
              <a:rPr lang="nl-NL" sz="2400" dirty="0"/>
            </a:br>
            <a:r>
              <a:rPr lang="nl-NL" dirty="0"/>
              <a:t>✍️ Medium: </a:t>
            </a:r>
            <a:r>
              <a:rPr lang="nl-NL" u="sng" dirty="0">
                <a:hlinkClick r:id="rId9"/>
              </a:rPr>
              <a:t>https://medium.com/@ozsp12</a:t>
            </a:r>
            <a:br>
              <a:rPr lang="nl-NL" sz="2400" dirty="0"/>
            </a:br>
            <a:r>
              <a:rPr lang="nl-NL" dirty="0"/>
              <a:t>𝕏 X (Twitter): </a:t>
            </a:r>
            <a:r>
              <a:rPr lang="nl-NL" u="sng" dirty="0">
                <a:hlinkClick r:id="rId10"/>
              </a:rPr>
              <a:t>https://x.com/ozsp12</a:t>
            </a:r>
            <a:br>
              <a:rPr lang="nl-NL" sz="2400" dirty="0"/>
            </a:br>
            <a:r>
              <a:rPr lang="nl-NL" dirty="0"/>
              <a:t>📱 TikTok: </a:t>
            </a:r>
            <a:r>
              <a:rPr lang="nl-NL" u="sng" dirty="0">
                <a:hlinkClick r:id="rId11"/>
              </a:rPr>
              <a:t>https://www.tiktok.com/@ozsp12</a:t>
            </a:r>
            <a:br>
              <a:rPr lang="nl-NL" sz="2400" dirty="0"/>
            </a:br>
            <a:r>
              <a:rPr lang="nl-NL" sz="2400" dirty="0"/>
              <a:t>▶️</a:t>
            </a:r>
            <a:r>
              <a:rPr lang="nl-NL" dirty="0"/>
              <a:t> YouTube: </a:t>
            </a:r>
            <a:r>
              <a:rPr lang="nl-NL" u="sng" dirty="0">
                <a:hlinkClick r:id="rId12"/>
              </a:rPr>
              <a:t>https://www.youtube.com/@ozlsp12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CE070F7-58A6-F69B-0126-DA55B275B3C3}"/>
              </a:ext>
            </a:extLst>
          </p:cNvPr>
          <p:cNvSpPr txBox="1"/>
          <p:nvPr/>
        </p:nvSpPr>
        <p:spPr>
          <a:xfrm>
            <a:off x="78656" y="6581001"/>
            <a:ext cx="12113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Autor: Osvaldo L. Santos-Pereira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pt-BR" sz="1200" dirty="0">
                <a:hlinkClick r:id="rId13"/>
              </a:rPr>
              <a:t>osvald23@gmail.com /</a:t>
            </a:r>
            <a:r>
              <a:rPr lang="pt-BR" sz="1200" dirty="0"/>
              <a:t> </a:t>
            </a:r>
            <a:r>
              <a:rPr lang="pt-BR" sz="1200" dirty="0">
                <a:hlinkClick r:id="rId14"/>
              </a:rPr>
              <a:t>olsp@if.ufrj.br</a:t>
            </a:r>
            <a:r>
              <a:rPr lang="pt-B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44700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511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Courier New</vt:lpstr>
      <vt:lpstr>Montserrat ExtraBold</vt:lpstr>
      <vt:lpstr>Verdana Pro</vt:lpstr>
      <vt:lpstr>Wingdings</vt:lpstr>
      <vt:lpstr>Tema do Office</vt:lpstr>
      <vt:lpstr>Tipos de visualizações  Dados em painel (longitudinais)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2025-10-12T01:00:28Z</dcterms:created>
  <dcterms:modified xsi:type="dcterms:W3CDTF">2025-10-20T00:22:27Z</dcterms:modified>
</cp:coreProperties>
</file>