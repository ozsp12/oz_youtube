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6" r:id="rId2"/>
    <p:sldId id="263" r:id="rId3"/>
    <p:sldId id="267" r:id="rId4"/>
    <p:sldId id="268" r:id="rId5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7B6"/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addSld delSld modSld sldOrd modMainMaster">
      <pc:chgData name="Osvaldo Luiz Santos Pereira" userId="c308351cf5a860c7" providerId="LiveId" clId="{3EF59E56-4CCE-4FE5-AF5F-969E092DDC67}" dt="2026-05-24T17:34:25.498" v="2455" actId="478"/>
      <pc:docMkLst>
        <pc:docMk/>
      </pc:docMkLst>
      <pc:sldChg chg="addSp delSp modSp add mod ord">
        <pc:chgData name="Osvaldo Luiz Santos Pereira" userId="c308351cf5a860c7" providerId="LiveId" clId="{3EF59E56-4CCE-4FE5-AF5F-969E092DDC67}" dt="2026-05-02T03:06:50.090" v="2071" actId="1076"/>
        <pc:sldMkLst>
          <pc:docMk/>
          <pc:sldMk cId="1580223183" sldId="263"/>
        </pc:sldMkLst>
        <pc:spChg chg="mod">
          <ac:chgData name="Osvaldo Luiz Santos Pereira" userId="c308351cf5a860c7" providerId="LiveId" clId="{3EF59E56-4CCE-4FE5-AF5F-969E092DDC67}" dt="2026-05-02T02:35:36.651" v="1760" actId="20577"/>
          <ac:spMkLst>
            <pc:docMk/>
            <pc:sldMk cId="1580223183" sldId="263"/>
            <ac:spMk id="12" creationId="{38620B9C-12BA-551F-7E05-750B8A7DCF7D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16" creationId="{9618DE23-0C67-FC50-61AA-C814EC93F4D8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17" creationId="{90796B14-EBFF-1A7A-FDFA-434CCFB8BC2C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18" creationId="{28F9F0B4-F727-D0B5-F2F1-C481EEE990FC}"/>
          </ac:spMkLst>
        </pc:spChg>
        <pc:spChg chg="add mod">
          <ac:chgData name="Osvaldo Luiz Santos Pereira" userId="c308351cf5a860c7" providerId="LiveId" clId="{3EF59E56-4CCE-4FE5-AF5F-969E092DDC67}" dt="2026-05-02T03:06:36.220" v="2065" actId="1076"/>
          <ac:spMkLst>
            <pc:docMk/>
            <pc:sldMk cId="1580223183" sldId="263"/>
            <ac:spMk id="21" creationId="{B1354DAF-854F-DACF-C38B-8982E8D5C370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23" creationId="{6D78ED9B-0E7E-D4B9-FCA1-20A3B23EF6EA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24" creationId="{ACA1D858-AF4D-6BB1-0377-0CD0B1193C7B}"/>
          </ac:spMkLst>
        </pc:spChg>
        <pc:spChg chg="add mod">
          <ac:chgData name="Osvaldo Luiz Santos Pereira" userId="c308351cf5a860c7" providerId="LiveId" clId="{3EF59E56-4CCE-4FE5-AF5F-969E092DDC67}" dt="2026-05-02T03:06:50.090" v="2071" actId="1076"/>
          <ac:spMkLst>
            <pc:docMk/>
            <pc:sldMk cId="1580223183" sldId="263"/>
            <ac:spMk id="25" creationId="{A46E7606-B53C-254C-63EB-1995E78BC422}"/>
          </ac:spMkLst>
        </pc:spChg>
        <pc:picChg chg="add mod">
          <ac:chgData name="Osvaldo Luiz Santos Pereira" userId="c308351cf5a860c7" providerId="LiveId" clId="{3EF59E56-4CCE-4FE5-AF5F-969E092DDC67}" dt="2026-05-02T02:42:31.342" v="1772" actId="1076"/>
          <ac:picMkLst>
            <pc:docMk/>
            <pc:sldMk cId="1580223183" sldId="263"/>
            <ac:picMk id="15" creationId="{27A5300B-C6C0-EC6C-54C6-B5A849E5C0A4}"/>
          </ac:picMkLst>
        </pc:picChg>
      </pc:sldChg>
      <pc:sldChg chg="addSp delSp modSp add mod">
        <pc:chgData name="Osvaldo Luiz Santos Pereira" userId="c308351cf5a860c7" providerId="LiveId" clId="{3EF59E56-4CCE-4FE5-AF5F-969E092DDC67}" dt="2026-05-02T02:25:05.686" v="1743" actId="14100"/>
        <pc:sldMkLst>
          <pc:docMk/>
          <pc:sldMk cId="1855706092" sldId="266"/>
        </pc:sldMkLst>
        <pc:spChg chg="add mod">
          <ac:chgData name="Osvaldo Luiz Santos Pereira" userId="c308351cf5a860c7" providerId="LiveId" clId="{3EF59E56-4CCE-4FE5-AF5F-969E092DDC67}" dt="2026-05-02T02:22:56.449" v="1695" actId="1076"/>
          <ac:spMkLst>
            <pc:docMk/>
            <pc:sldMk cId="1855706092" sldId="266"/>
            <ac:spMk id="13" creationId="{21BB6D9B-6547-E2F6-573A-9B05A122305A}"/>
          </ac:spMkLst>
        </pc:spChg>
        <pc:spChg chg="add mod">
          <ac:chgData name="Osvaldo Luiz Santos Pereira" userId="c308351cf5a860c7" providerId="LiveId" clId="{3EF59E56-4CCE-4FE5-AF5F-969E092DDC67}" dt="2026-05-02T02:25:05.686" v="1743" actId="14100"/>
          <ac:spMkLst>
            <pc:docMk/>
            <pc:sldMk cId="1855706092" sldId="266"/>
            <ac:spMk id="16" creationId="{C5596AA0-EA9A-49CA-EBB0-8E288696E395}"/>
          </ac:spMkLst>
        </pc:spChg>
        <pc:picChg chg="add mod">
          <ac:chgData name="Osvaldo Luiz Santos Pereira" userId="c308351cf5a860c7" providerId="LiveId" clId="{3EF59E56-4CCE-4FE5-AF5F-969E092DDC67}" dt="2026-05-02T02:22:40.646" v="1691" actId="1076"/>
          <ac:picMkLst>
            <pc:docMk/>
            <pc:sldMk cId="1855706092" sldId="266"/>
            <ac:picMk id="5" creationId="{4204C6EB-702A-8F79-0A58-AEB3156903BC}"/>
          </ac:picMkLst>
        </pc:picChg>
      </pc:sldChg>
      <pc:sldChg chg="addSp delSp modSp add mod">
        <pc:chgData name="Osvaldo Luiz Santos Pereira" userId="c308351cf5a860c7" providerId="LiveId" clId="{3EF59E56-4CCE-4FE5-AF5F-969E092DDC67}" dt="2026-05-02T17:05:23.994" v="2358" actId="1076"/>
        <pc:sldMkLst>
          <pc:docMk/>
          <pc:sldMk cId="2782708773" sldId="267"/>
        </pc:sldMkLst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3" creationId="{EC626AB6-F14F-AB46-44CB-92CB3AEAA457}"/>
          </ac:spMkLst>
        </pc:spChg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5" creationId="{B39FD1F3-3D3E-AA40-6DA4-33CC5CC3F250}"/>
          </ac:spMkLst>
        </pc:spChg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9" creationId="{D1611F3A-FB67-F769-1BFF-B200EB1E2D21}"/>
          </ac:spMkLst>
        </pc:spChg>
        <pc:spChg chg="mod">
          <ac:chgData name="Osvaldo Luiz Santos Pereira" userId="c308351cf5a860c7" providerId="LiveId" clId="{3EF59E56-4CCE-4FE5-AF5F-969E092DDC67}" dt="2026-05-02T17:01:29.435" v="2326" actId="20577"/>
          <ac:spMkLst>
            <pc:docMk/>
            <pc:sldMk cId="2782708773" sldId="267"/>
            <ac:spMk id="12" creationId="{8251464B-1E3D-E83E-6856-9ADCF0AD95A5}"/>
          </ac:spMkLst>
        </pc:spChg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13" creationId="{2CB3B394-6988-7AF1-6ED4-19AB8AA0B755}"/>
          </ac:spMkLst>
        </pc:spChg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15" creationId="{F6437048-9B6C-AD2D-3EAB-F397344B017A}"/>
          </ac:spMkLst>
        </pc:spChg>
      </pc:sldChg>
      <pc:sldChg chg="addSp delSp modSp add mod">
        <pc:chgData name="Osvaldo Luiz Santos Pereira" userId="c308351cf5a860c7" providerId="LiveId" clId="{3EF59E56-4CCE-4FE5-AF5F-969E092DDC67}" dt="2026-05-24T17:34:25.498" v="2455" actId="478"/>
        <pc:sldMkLst>
          <pc:docMk/>
          <pc:sldMk cId="813572955" sldId="268"/>
        </pc:sldMkLst>
        <pc:spChg chg="add mod">
          <ac:chgData name="Osvaldo Luiz Santos Pereira" userId="c308351cf5a860c7" providerId="LiveId" clId="{3EF59E56-4CCE-4FE5-AF5F-969E092DDC67}" dt="2026-05-02T17:16:11.450" v="2435" actId="1076"/>
          <ac:spMkLst>
            <pc:docMk/>
            <pc:sldMk cId="813572955" sldId="268"/>
            <ac:spMk id="3" creationId="{FADD3F3B-FEA1-556F-070A-E6D4B389B4B3}"/>
          </ac:spMkLst>
        </pc:spChg>
        <pc:spChg chg="add mod">
          <ac:chgData name="Osvaldo Luiz Santos Pereira" userId="c308351cf5a860c7" providerId="LiveId" clId="{3EF59E56-4CCE-4FE5-AF5F-969E092DDC67}" dt="2026-05-02T17:16:38.460" v="2445" actId="1076"/>
          <ac:spMkLst>
            <pc:docMk/>
            <pc:sldMk cId="813572955" sldId="268"/>
            <ac:spMk id="4" creationId="{AF8D0311-F15E-83D7-2870-FC1F39458BE9}"/>
          </ac:spMkLst>
        </pc:spChg>
        <pc:spChg chg="add mod">
          <ac:chgData name="Osvaldo Luiz Santos Pereira" userId="c308351cf5a860c7" providerId="LiveId" clId="{3EF59E56-4CCE-4FE5-AF5F-969E092DDC67}" dt="2026-05-02T17:16:51.837" v="2450" actId="14100"/>
          <ac:spMkLst>
            <pc:docMk/>
            <pc:sldMk cId="813572955" sldId="268"/>
            <ac:spMk id="5" creationId="{3AD301AE-90D6-7518-2EB9-2B5597DC7BF0}"/>
          </ac:spMkLst>
        </pc:spChg>
        <pc:spChg chg="mod">
          <ac:chgData name="Osvaldo Luiz Santos Pereira" userId="c308351cf5a860c7" providerId="LiveId" clId="{3EF59E56-4CCE-4FE5-AF5F-969E092DDC67}" dt="2026-05-02T17:13:07.790" v="2373" actId="20577"/>
          <ac:spMkLst>
            <pc:docMk/>
            <pc:sldMk cId="813572955" sldId="268"/>
            <ac:spMk id="12" creationId="{A6F0745B-A9B2-1D57-94DE-85DAA1F35DD8}"/>
          </ac:spMkLst>
        </pc:spChg>
        <pc:picChg chg="add mod">
          <ac:chgData name="Osvaldo Luiz Santos Pereira" userId="c308351cf5a860c7" providerId="LiveId" clId="{3EF59E56-4CCE-4FE5-AF5F-969E092DDC67}" dt="2026-05-02T17:17:03.127" v="2451" actId="1076"/>
          <ac:picMkLst>
            <pc:docMk/>
            <pc:sldMk cId="813572955" sldId="268"/>
            <ac:picMk id="2" creationId="{4756A6C4-C420-BFC0-477A-17F642490EA1}"/>
          </ac:picMkLst>
        </pc:picChg>
        <pc:picChg chg="add del mod">
          <ac:chgData name="Osvaldo Luiz Santos Pereira" userId="c308351cf5a860c7" providerId="LiveId" clId="{3EF59E56-4CCE-4FE5-AF5F-969E092DDC67}" dt="2026-05-24T17:34:25.498" v="2455" actId="478"/>
          <ac:picMkLst>
            <pc:docMk/>
            <pc:sldMk cId="813572955" sldId="268"/>
            <ac:picMk id="13" creationId="{8C2988DB-6E7C-E412-E3CF-526479A6AE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80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6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82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9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63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16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9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69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3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2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91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2CEF-117E-92FE-639F-0735D13D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8A10C150-8E77-0526-1E1A-9650A2ABB829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914011D-5DC0-75D3-9ADC-C50CF2E7BBE2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3A3B04A-A8C0-E0A3-3793-FED12D0D13E6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5757B9B-5AD4-B68A-5081-290E4312953A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39FBF4-1D8C-E1D2-BC16-2D5DC0786102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9F49CD-C55A-3628-E62D-DE5010587DB6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25DEBF2-C281-341D-33EF-1D7DFA5B3F2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4204C6EB-702A-8F79-0A58-AEB315690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593" y="3228948"/>
            <a:ext cx="7830643" cy="4363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1BB6D9B-6547-E2F6-573A-9B05A122305A}"/>
                  </a:ext>
                </a:extLst>
              </p:cNvPr>
              <p:cNvSpPr txBox="1"/>
              <p:nvPr/>
            </p:nvSpPr>
            <p:spPr>
              <a:xfrm>
                <a:off x="1183341" y="1161102"/>
                <a:ext cx="13477387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angles at the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measure, respectively,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90</m:t>
                        </m:r>
                      </m:e>
                      <m:sup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72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135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105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radii of the circles centered at these vertices measure, respectively, </a:t>
                </a:r>
                <a14:m>
                  <m:oMath xmlns:m="http://schemas.openxmlformats.org/officeDocument/2006/math"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18 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35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24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36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48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determine the length of the line segment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pt-BR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1BB6D9B-6547-E2F6-573A-9B05A122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41" y="1161102"/>
                <a:ext cx="13477387" cy="2308324"/>
              </a:xfrm>
              <a:prstGeom prst="rect">
                <a:avLst/>
              </a:prstGeom>
              <a:blipFill>
                <a:blip r:embed="rId3"/>
                <a:stretch>
                  <a:fillRect l="-1357" t="-4222" r="-1402" b="-87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596AA0-EA9A-49CA-EBB0-8E288696E395}"/>
              </a:ext>
            </a:extLst>
          </p:cNvPr>
          <p:cNvSpPr txBox="1"/>
          <p:nvPr/>
        </p:nvSpPr>
        <p:spPr>
          <a:xfrm>
            <a:off x="310776" y="7802054"/>
            <a:ext cx="15216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DOLCE, Osvaldo; POMPEO, José Nicolau. Fundamentos de Matemática Elementar: Geometria Plana. Vol. 9, 7ed. São Paulo: Atual Editora, 1993.</a:t>
            </a:r>
          </a:p>
          <a:p>
            <a:r>
              <a:rPr lang="pt-BR" dirty="0" err="1"/>
              <a:t>Question</a:t>
            </a:r>
            <a:r>
              <a:rPr lang="pt-BR" dirty="0"/>
              <a:t> 737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page</a:t>
            </a:r>
            <a:r>
              <a:rPr lang="pt-BR" dirty="0"/>
              <a:t> 296.</a:t>
            </a:r>
          </a:p>
        </p:txBody>
      </p:sp>
    </p:spTree>
    <p:extLst>
      <p:ext uri="{BB962C8B-B14F-4D97-AF65-F5344CB8AC3E}">
        <p14:creationId xmlns:p14="http://schemas.microsoft.com/office/powerpoint/2010/main" val="185570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EF45-041D-7791-D209-4C7FEB7D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96AC43-BD43-3F75-792A-392774CA7F14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AABAB1D-9797-6773-45E4-0ECAAB23559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F40675-3053-1DD2-A775-72B7BECA7FD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62FACE7-476F-1FCE-FFA9-E75CC190D4E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39915-738C-348C-40D2-D9D6A143049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620B9C-12BA-551F-7E05-750B8A7DCF7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6AA065A-EF38-BDD3-82EF-B1BF56F307D4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27A5300B-C6C0-EC6C-54C6-B5A849E5C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36" y="1896481"/>
            <a:ext cx="6255913" cy="5576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618DE23-0C67-FC50-61AA-C814EC93F4D8}"/>
                  </a:ext>
                </a:extLst>
              </p:cNvPr>
              <p:cNvSpPr txBox="1"/>
              <p:nvPr/>
            </p:nvSpPr>
            <p:spPr>
              <a:xfrm>
                <a:off x="7297746" y="1459893"/>
                <a:ext cx="5048870" cy="10082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𝑐𝑖𝑟𝑐𝑢𝑚𝑓𝑒𝑟𝑒𝑛𝑐𝑒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618DE23-0C67-FC50-61AA-C814EC93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746" y="1459893"/>
                <a:ext cx="5048870" cy="1008289"/>
              </a:xfrm>
              <a:prstGeom prst="rect">
                <a:avLst/>
              </a:prstGeom>
              <a:blipFill>
                <a:blip r:embed="rId3"/>
                <a:stretch>
                  <a:fillRect b="-6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0796B14-EBFF-1A7A-FDFA-434CCFB8BC2C}"/>
                  </a:ext>
                </a:extLst>
              </p:cNvPr>
              <p:cNvSpPr txBox="1"/>
              <p:nvPr/>
            </p:nvSpPr>
            <p:spPr>
              <a:xfrm>
                <a:off x="8002279" y="3096807"/>
                <a:ext cx="3330812" cy="840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32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0796B14-EBFF-1A7A-FDFA-434CCFB8B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279" y="3096807"/>
                <a:ext cx="3330812" cy="8400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8F9F0B4-F727-D0B5-F2F1-C481EEE990FC}"/>
                  </a:ext>
                </a:extLst>
              </p:cNvPr>
              <p:cNvSpPr txBox="1"/>
              <p:nvPr/>
            </p:nvSpPr>
            <p:spPr>
              <a:xfrm>
                <a:off x="8113021" y="4572000"/>
                <a:ext cx="2279289" cy="840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8F9F0B4-F727-D0B5-F2F1-C481EEE99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021" y="4572000"/>
                <a:ext cx="2279289" cy="84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1354DAF-854F-DACF-C38B-8982E8D5C370}"/>
                  </a:ext>
                </a:extLst>
              </p:cNvPr>
              <p:cNvSpPr txBox="1"/>
              <p:nvPr/>
            </p:nvSpPr>
            <p:spPr>
              <a:xfrm>
                <a:off x="10571678" y="3262928"/>
                <a:ext cx="49779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radians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degrees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1354DAF-854F-DACF-C38B-8982E8D5C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1678" y="3262928"/>
                <a:ext cx="4977998" cy="461665"/>
              </a:xfrm>
              <a:prstGeom prst="rect">
                <a:avLst/>
              </a:prstGeom>
              <a:blipFill>
                <a:blip r:embed="rId6"/>
                <a:stretch>
                  <a:fillRect l="-1836"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tângulo 22">
            <a:extLst>
              <a:ext uri="{FF2B5EF4-FFF2-40B4-BE49-F238E27FC236}">
                <a16:creationId xmlns:a16="http://schemas.microsoft.com/office/drawing/2014/main" id="{6D78ED9B-0E7E-D4B9-FCA1-20A3B23EF6EA}"/>
              </a:ext>
            </a:extLst>
          </p:cNvPr>
          <p:cNvSpPr/>
          <p:nvPr/>
        </p:nvSpPr>
        <p:spPr>
          <a:xfrm>
            <a:off x="7846334" y="4326965"/>
            <a:ext cx="2545976" cy="14582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CA1D858-AF4D-6BB1-0377-0CD0B1193C7B}"/>
                  </a:ext>
                </a:extLst>
              </p:cNvPr>
              <p:cNvSpPr txBox="1"/>
              <p:nvPr/>
            </p:nvSpPr>
            <p:spPr>
              <a:xfrm>
                <a:off x="7888727" y="6623620"/>
                <a:ext cx="25035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CA1D858-AF4D-6BB1-0377-0CD0B119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727" y="6623620"/>
                <a:ext cx="250358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aixaDeTexto 24">
            <a:extLst>
              <a:ext uri="{FF2B5EF4-FFF2-40B4-BE49-F238E27FC236}">
                <a16:creationId xmlns:a16="http://schemas.microsoft.com/office/drawing/2014/main" id="{A46E7606-B53C-254C-63EB-1995E78BC422}"/>
              </a:ext>
            </a:extLst>
          </p:cNvPr>
          <p:cNvSpPr txBox="1"/>
          <p:nvPr/>
        </p:nvSpPr>
        <p:spPr>
          <a:xfrm>
            <a:off x="10634400" y="6620288"/>
            <a:ext cx="291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explementary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angles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022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7B2B-060D-856C-A3FA-44C83428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D0DEF80B-33BE-CE68-E811-6C458358FFB3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43717DA-9356-1683-481C-124FE1D7051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7F7D6E4-0CFA-716D-7498-9A86D4805186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8B1765A-C30E-BC64-C5BC-D91AC1DCE51B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388EE5-BA79-FBA5-EC97-81AF4D4B72A3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251464B-1E3D-E83E-6856-9ADCF0AD95A5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1DE9553-C54A-E0F0-2984-F7CB5A88C67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C626AB6-F14F-AB46-44CB-92CB3AEAA457}"/>
                  </a:ext>
                </a:extLst>
              </p:cNvPr>
              <p:cNvSpPr txBox="1"/>
              <p:nvPr/>
            </p:nvSpPr>
            <p:spPr>
              <a:xfrm>
                <a:off x="233082" y="2418667"/>
                <a:ext cx="12777693" cy="2675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pt-BR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pt-BR" sz="5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pt-BR" sz="5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t-BR" sz="5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sz="5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5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nary>
                            <m:naryPr>
                              <m:chr m:val="∑"/>
                              <m:ctrlPr>
                                <a:rPr lang="pt-BR" sz="5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pt-BR" sz="5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t-BR" sz="5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C626AB6-F14F-AB46-44CB-92CB3AEA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82" y="2418667"/>
                <a:ext cx="12777693" cy="26752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ave Direita 4">
            <a:extLst>
              <a:ext uri="{FF2B5EF4-FFF2-40B4-BE49-F238E27FC236}">
                <a16:creationId xmlns:a16="http://schemas.microsoft.com/office/drawing/2014/main" id="{B39FD1F3-3D3E-AA40-6DA4-33CC5CC3F250}"/>
              </a:ext>
            </a:extLst>
          </p:cNvPr>
          <p:cNvSpPr/>
          <p:nvPr/>
        </p:nvSpPr>
        <p:spPr>
          <a:xfrm rot="5400000">
            <a:off x="9809863" y="4323129"/>
            <a:ext cx="526955" cy="239656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611F3A-FB67-F769-1BFF-B200EB1E2D21}"/>
              </a:ext>
            </a:extLst>
          </p:cNvPr>
          <p:cNvSpPr txBox="1"/>
          <p:nvPr/>
        </p:nvSpPr>
        <p:spPr>
          <a:xfrm>
            <a:off x="5089143" y="6095130"/>
            <a:ext cx="28570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Angles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B3B394-6988-7AF1-6ED4-19AB8AA0B755}"/>
              </a:ext>
            </a:extLst>
          </p:cNvPr>
          <p:cNvSpPr txBox="1"/>
          <p:nvPr/>
        </p:nvSpPr>
        <p:spPr>
          <a:xfrm>
            <a:off x="8818460" y="6095130"/>
            <a:ext cx="30924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Explementary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angles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have Direita 14">
            <a:extLst>
              <a:ext uri="{FF2B5EF4-FFF2-40B4-BE49-F238E27FC236}">
                <a16:creationId xmlns:a16="http://schemas.microsoft.com/office/drawing/2014/main" id="{F6437048-9B6C-AD2D-3EAB-F397344B017A}"/>
              </a:ext>
            </a:extLst>
          </p:cNvPr>
          <p:cNvSpPr/>
          <p:nvPr/>
        </p:nvSpPr>
        <p:spPr>
          <a:xfrm rot="5400000">
            <a:off x="6254208" y="4323130"/>
            <a:ext cx="526955" cy="239656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70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046E-7CEA-23BE-3C0F-2405C09A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68FB57-09AC-A1DD-5F40-F1467A2F45B6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CB3260E-113A-FA0F-4CBD-B8FA4A8C0EB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9F6A7E-D87A-D0ED-7068-893787A51A55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BE466F7-02C1-0D93-0D4A-FA783A2F29F4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106B68-31FC-8AFD-902B-990B4AD1E3E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6F0745B-A9B2-1D57-94DE-85DAA1F35DD8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F36F879-EC65-C7A8-878B-B70F1592FF43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4756A6C4-C420-BFC0-477A-17F642490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593" y="4011396"/>
            <a:ext cx="7830643" cy="4363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ADD3F3B-FEA1-556F-070A-E6D4B389B4B3}"/>
                  </a:ext>
                </a:extLst>
              </p:cNvPr>
              <p:cNvSpPr txBox="1"/>
              <p:nvPr/>
            </p:nvSpPr>
            <p:spPr>
              <a:xfrm>
                <a:off x="233082" y="1608131"/>
                <a:ext cx="15245977" cy="9449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8×</m:t>
                          </m:r>
                          <m:sSup>
                            <m:sSup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270</m:t>
                              </m:r>
                            </m:e>
                            <m: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+35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88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+24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+36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8×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ADD3F3B-FEA1-556F-070A-E6D4B389B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82" y="1608131"/>
                <a:ext cx="15245977" cy="9449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F8D0311-F15E-83D7-2870-FC1F39458BE9}"/>
                  </a:ext>
                </a:extLst>
              </p:cNvPr>
              <p:cNvSpPr txBox="1"/>
              <p:nvPr/>
            </p:nvSpPr>
            <p:spPr>
              <a:xfrm>
                <a:off x="3263153" y="3078343"/>
                <a:ext cx="888701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=205</m:t>
                      </m:r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F8D0311-F15E-83D7-2870-FC1F39458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153" y="3078343"/>
                <a:ext cx="8887012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AD301AE-90D6-7518-2EB9-2B5597DC7BF0}"/>
              </a:ext>
            </a:extLst>
          </p:cNvPr>
          <p:cNvSpPr/>
          <p:nvPr/>
        </p:nvSpPr>
        <p:spPr>
          <a:xfrm>
            <a:off x="6358193" y="2767106"/>
            <a:ext cx="2785807" cy="11355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572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960</TotalTime>
  <Words>216</Words>
  <Application>Microsoft Office PowerPoint</Application>
  <PresentationFormat>Personalizar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2026-05-24T17:34:27Z</dcterms:modified>
</cp:coreProperties>
</file>