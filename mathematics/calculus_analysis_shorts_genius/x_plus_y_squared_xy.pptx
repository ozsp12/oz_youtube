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4" r:id="rId1"/>
  </p:sldMasterIdLst>
  <p:sldIdLst>
    <p:sldId id="256" r:id="rId2"/>
  </p:sldIdLst>
  <p:sldSz cx="5145088" cy="9144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008000"/>
    <a:srgbClr val="DEFFD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58008D3-5C2C-4275-B9B8-FCFEB3849CF0}" v="168" dt="2025-10-13T15:37:48.85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076" autoAdjust="0"/>
    <p:restoredTop sz="94660"/>
  </p:normalViewPr>
  <p:slideViewPr>
    <p:cSldViewPr snapToGrid="0">
      <p:cViewPr varScale="1">
        <p:scale>
          <a:sx n="73" d="100"/>
          <a:sy n="73" d="100"/>
        </p:scale>
        <p:origin x="3876" y="29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svaldo Luiz Santos Pereira" userId="c308351cf5a860c7" providerId="LiveId" clId="{09CC957C-A866-436E-BCBD-A3218F29A105}"/>
    <pc:docChg chg="custSel delSld modSld">
      <pc:chgData name="Osvaldo Luiz Santos Pereira" userId="c308351cf5a860c7" providerId="LiveId" clId="{09CC957C-A866-436E-BCBD-A3218F29A105}" dt="2025-07-31T01:43:11.318" v="197"/>
      <pc:docMkLst>
        <pc:docMk/>
      </pc:docMkLst>
      <pc:sldChg chg="addSp delSp modSp mod delAnim modAnim">
        <pc:chgData name="Osvaldo Luiz Santos Pereira" userId="c308351cf5a860c7" providerId="LiveId" clId="{09CC957C-A866-436E-BCBD-A3218F29A105}" dt="2025-07-31T01:43:11.318" v="197"/>
        <pc:sldMkLst>
          <pc:docMk/>
          <pc:sldMk cId="3410455670" sldId="256"/>
        </pc:sldMkLst>
      </pc:sldChg>
      <pc:sldChg chg="del">
        <pc:chgData name="Osvaldo Luiz Santos Pereira" userId="c308351cf5a860c7" providerId="LiveId" clId="{09CC957C-A866-436E-BCBD-A3218F29A105}" dt="2025-07-31T01:11:34.734" v="0" actId="47"/>
        <pc:sldMkLst>
          <pc:docMk/>
          <pc:sldMk cId="3035553506" sldId="258"/>
        </pc:sldMkLst>
      </pc:sldChg>
    </pc:docChg>
  </pc:docChgLst>
  <pc:docChgLst>
    <pc:chgData name="Osvaldo Luiz Santos Pereira" userId="c308351cf5a860c7" providerId="LiveId" clId="{314F6986-35C7-459E-BEBC-8B054F639C7A}"/>
    <pc:docChg chg="custSel modSld">
      <pc:chgData name="Osvaldo Luiz Santos Pereira" userId="c308351cf5a860c7" providerId="LiveId" clId="{314F6986-35C7-459E-BEBC-8B054F639C7A}" dt="2025-07-23T02:05:05.414" v="59" actId="22"/>
      <pc:docMkLst>
        <pc:docMk/>
      </pc:docMkLst>
      <pc:sldChg chg="addSp delSp modSp mod">
        <pc:chgData name="Osvaldo Luiz Santos Pereira" userId="c308351cf5a860c7" providerId="LiveId" clId="{314F6986-35C7-459E-BEBC-8B054F639C7A}" dt="2025-07-23T02:05:05.414" v="59" actId="22"/>
        <pc:sldMkLst>
          <pc:docMk/>
          <pc:sldMk cId="3410455670" sldId="256"/>
        </pc:sldMkLst>
      </pc:sldChg>
    </pc:docChg>
  </pc:docChgLst>
  <pc:docChgLst>
    <pc:chgData name="Osvaldo Luiz Santos Pereira" userId="c308351cf5a860c7" providerId="LiveId" clId="{4947ECA9-0EC0-49A1-ABAD-815BBEA2BB5D}"/>
    <pc:docChg chg="custSel modSld">
      <pc:chgData name="Osvaldo Luiz Santos Pereira" userId="c308351cf5a860c7" providerId="LiveId" clId="{4947ECA9-0EC0-49A1-ABAD-815BBEA2BB5D}" dt="2025-07-31T09:43:47.489" v="0" actId="478"/>
      <pc:docMkLst>
        <pc:docMk/>
      </pc:docMkLst>
      <pc:sldChg chg="delSp mod delAnim">
        <pc:chgData name="Osvaldo Luiz Santos Pereira" userId="c308351cf5a860c7" providerId="LiveId" clId="{4947ECA9-0EC0-49A1-ABAD-815BBEA2BB5D}" dt="2025-07-31T09:43:47.489" v="0" actId="478"/>
        <pc:sldMkLst>
          <pc:docMk/>
          <pc:sldMk cId="3410455670" sldId="256"/>
        </pc:sldMkLst>
      </pc:sldChg>
    </pc:docChg>
  </pc:docChgLst>
  <pc:docChgLst>
    <pc:chgData name="Osvaldo Luiz Santos Pereira" userId="c308351cf5a860c7" providerId="LiveId" clId="{D0CA227D-4EA4-4245-8FAB-072EBAFFE4B2}"/>
    <pc:docChg chg="undo custSel addSld delSld modSld">
      <pc:chgData name="Osvaldo Luiz Santos Pereira" userId="c308351cf5a860c7" providerId="LiveId" clId="{D0CA227D-4EA4-4245-8FAB-072EBAFFE4B2}" dt="2025-07-29T23:56:14.042" v="1012"/>
      <pc:docMkLst>
        <pc:docMk/>
      </pc:docMkLst>
      <pc:sldChg chg="addSp delSp modSp mod modTransition delAnim modAnim">
        <pc:chgData name="Osvaldo Luiz Santos Pereira" userId="c308351cf5a860c7" providerId="LiveId" clId="{D0CA227D-4EA4-4245-8FAB-072EBAFFE4B2}" dt="2025-07-29T23:54:39.889" v="990"/>
        <pc:sldMkLst>
          <pc:docMk/>
          <pc:sldMk cId="3410455670" sldId="256"/>
        </pc:sldMkLst>
      </pc:sldChg>
      <pc:sldChg chg="addSp delSp modSp add del mod delAnim modAnim">
        <pc:chgData name="Osvaldo Luiz Santos Pereira" userId="c308351cf5a860c7" providerId="LiveId" clId="{D0CA227D-4EA4-4245-8FAB-072EBAFFE4B2}" dt="2025-07-29T23:38:37.979" v="936" actId="47"/>
        <pc:sldMkLst>
          <pc:docMk/>
          <pc:sldMk cId="43532862" sldId="257"/>
        </pc:sldMkLst>
      </pc:sldChg>
      <pc:sldChg chg="addSp delSp modSp add del mod">
        <pc:chgData name="Osvaldo Luiz Santos Pereira" userId="c308351cf5a860c7" providerId="LiveId" clId="{D0CA227D-4EA4-4245-8FAB-072EBAFFE4B2}" dt="2025-07-29T22:59:27.953" v="360" actId="47"/>
        <pc:sldMkLst>
          <pc:docMk/>
          <pc:sldMk cId="3898747450" sldId="257"/>
        </pc:sldMkLst>
      </pc:sldChg>
      <pc:sldChg chg="addSp delSp modSp add mod modTransition delAnim modAnim">
        <pc:chgData name="Osvaldo Luiz Santos Pereira" userId="c308351cf5a860c7" providerId="LiveId" clId="{D0CA227D-4EA4-4245-8FAB-072EBAFFE4B2}" dt="2025-07-29T23:56:14.042" v="1012"/>
        <pc:sldMkLst>
          <pc:docMk/>
          <pc:sldMk cId="3035553506" sldId="258"/>
        </pc:sldMkLst>
      </pc:sldChg>
      <pc:sldChg chg="add del">
        <pc:chgData name="Osvaldo Luiz Santos Pereira" userId="c308351cf5a860c7" providerId="LiveId" clId="{D0CA227D-4EA4-4245-8FAB-072EBAFFE4B2}" dt="2025-07-29T23:22:42.796" v="706" actId="47"/>
        <pc:sldMkLst>
          <pc:docMk/>
          <pc:sldMk cId="1065665217" sldId="259"/>
        </pc:sldMkLst>
      </pc:sldChg>
    </pc:docChg>
  </pc:docChgLst>
  <pc:docChgLst>
    <pc:chgData name="Osvaldo Luiz Santos Pereira" userId="c308351cf5a860c7" providerId="LiveId" clId="{30D4B243-E56E-4CD9-9C49-7B140616515F}"/>
    <pc:docChg chg="undo custSel modSld">
      <pc:chgData name="Osvaldo Luiz Santos Pereira" userId="c308351cf5a860c7" providerId="LiveId" clId="{30D4B243-E56E-4CD9-9C49-7B140616515F}" dt="2025-10-13T15:38:39.109" v="704" actId="1076"/>
      <pc:docMkLst>
        <pc:docMk/>
      </pc:docMkLst>
      <pc:sldChg chg="addSp delSp modSp mod modTransition delAnim modAnim">
        <pc:chgData name="Osvaldo Luiz Santos Pereira" userId="c308351cf5a860c7" providerId="LiveId" clId="{30D4B243-E56E-4CD9-9C49-7B140616515F}" dt="2025-10-13T15:38:39.109" v="704" actId="1076"/>
        <pc:sldMkLst>
          <pc:docMk/>
          <pc:sldMk cId="3410455670" sldId="256"/>
        </pc:sldMkLst>
        <pc:spChg chg="mod">
          <ac:chgData name="Osvaldo Luiz Santos Pereira" userId="c308351cf5a860c7" providerId="LiveId" clId="{30D4B243-E56E-4CD9-9C49-7B140616515F}" dt="2025-10-13T15:38:39.109" v="704" actId="1076"/>
          <ac:spMkLst>
            <pc:docMk/>
            <pc:sldMk cId="3410455670" sldId="256"/>
            <ac:spMk id="2" creationId="{D0F76A19-FCFA-BE77-FD1E-422BF7ED783C}"/>
          </ac:spMkLst>
        </pc:spChg>
        <pc:spChg chg="add del mod">
          <ac:chgData name="Osvaldo Luiz Santos Pereira" userId="c308351cf5a860c7" providerId="LiveId" clId="{30D4B243-E56E-4CD9-9C49-7B140616515F}" dt="2025-10-13T15:30:41.777" v="521" actId="478"/>
          <ac:spMkLst>
            <pc:docMk/>
            <pc:sldMk cId="3410455670" sldId="256"/>
            <ac:spMk id="3" creationId="{BFFD9AEF-1F86-C16F-1169-CE4AF8940608}"/>
          </ac:spMkLst>
        </pc:spChg>
        <pc:spChg chg="add mod">
          <ac:chgData name="Osvaldo Luiz Santos Pereira" userId="c308351cf5a860c7" providerId="LiveId" clId="{30D4B243-E56E-4CD9-9C49-7B140616515F}" dt="2025-10-13T15:31:39.070" v="567" actId="20577"/>
          <ac:spMkLst>
            <pc:docMk/>
            <pc:sldMk cId="3410455670" sldId="256"/>
            <ac:spMk id="6" creationId="{3E50F4C6-F823-2708-43AB-6F759CAA4FFC}"/>
          </ac:spMkLst>
        </pc:spChg>
        <pc:spChg chg="add mod">
          <ac:chgData name="Osvaldo Luiz Santos Pereira" userId="c308351cf5a860c7" providerId="LiveId" clId="{30D4B243-E56E-4CD9-9C49-7B140616515F}" dt="2025-10-13T15:31:52.051" v="581" actId="20577"/>
          <ac:spMkLst>
            <pc:docMk/>
            <pc:sldMk cId="3410455670" sldId="256"/>
            <ac:spMk id="9" creationId="{D3984E7A-188B-076C-4076-0C5B52E6E8EE}"/>
          </ac:spMkLst>
        </pc:spChg>
        <pc:spChg chg="add mod">
          <ac:chgData name="Osvaldo Luiz Santos Pereira" userId="c308351cf5a860c7" providerId="LiveId" clId="{30D4B243-E56E-4CD9-9C49-7B140616515F}" dt="2025-10-13T15:38:28.848" v="700" actId="1076"/>
          <ac:spMkLst>
            <pc:docMk/>
            <pc:sldMk cId="3410455670" sldId="256"/>
            <ac:spMk id="10" creationId="{AB223867-A83B-0FF5-7562-EAF1C8CF2F7C}"/>
          </ac:spMkLst>
        </pc:spChg>
        <pc:spChg chg="add mod">
          <ac:chgData name="Osvaldo Luiz Santos Pereira" userId="c308351cf5a860c7" providerId="LiveId" clId="{30D4B243-E56E-4CD9-9C49-7B140616515F}" dt="2025-10-13T15:38:31.480" v="701" actId="1076"/>
          <ac:spMkLst>
            <pc:docMk/>
            <pc:sldMk cId="3410455670" sldId="256"/>
            <ac:spMk id="12" creationId="{53A965C7-25F3-E6B1-D240-76C20B744DF2}"/>
          </ac:spMkLst>
        </pc:spChg>
        <pc:spChg chg="add mod">
          <ac:chgData name="Osvaldo Luiz Santos Pereira" userId="c308351cf5a860c7" providerId="LiveId" clId="{30D4B243-E56E-4CD9-9C49-7B140616515F}" dt="2025-10-13T15:38:33.709" v="702" actId="1076"/>
          <ac:spMkLst>
            <pc:docMk/>
            <pc:sldMk cId="3410455670" sldId="256"/>
            <ac:spMk id="13" creationId="{60C232FB-F7F8-5BC7-5FFD-A3A8F9A2F115}"/>
          </ac:spMkLst>
        </pc:spChg>
        <pc:spChg chg="add mod">
          <ac:chgData name="Osvaldo Luiz Santos Pereira" userId="c308351cf5a860c7" providerId="LiveId" clId="{30D4B243-E56E-4CD9-9C49-7B140616515F}" dt="2025-10-13T15:38:35.832" v="703" actId="1076"/>
          <ac:spMkLst>
            <pc:docMk/>
            <pc:sldMk cId="3410455670" sldId="256"/>
            <ac:spMk id="15" creationId="{B61CD7D8-BFB7-CC90-9485-B4A80F61A526}"/>
          </ac:spMkLst>
        </pc:spChg>
        <pc:spChg chg="mod">
          <ac:chgData name="Osvaldo Luiz Santos Pereira" userId="c308351cf5a860c7" providerId="LiveId" clId="{30D4B243-E56E-4CD9-9C49-7B140616515F}" dt="2025-09-29T20:40:15.499" v="501" actId="1076"/>
          <ac:spMkLst>
            <pc:docMk/>
            <pc:sldMk cId="3410455670" sldId="256"/>
            <ac:spMk id="16" creationId="{529E8C7E-2923-C8E3-557C-5AA38FE8B686}"/>
          </ac:spMkLst>
        </pc:spChg>
        <pc:cxnChg chg="mod">
          <ac:chgData name="Osvaldo Luiz Santos Pereira" userId="c308351cf5a860c7" providerId="LiveId" clId="{30D4B243-E56E-4CD9-9C49-7B140616515F}" dt="2025-09-29T20:32:35.928" v="329" actId="1076"/>
          <ac:cxnSpMkLst>
            <pc:docMk/>
            <pc:sldMk cId="3410455670" sldId="256"/>
            <ac:cxnSpMk id="5" creationId="{FF102456-5362-2191-8CE5-272A7544A499}"/>
          </ac:cxnSpMkLst>
        </pc:cxnChg>
      </pc:sldChg>
    </pc:docChg>
  </pc:docChgLst>
  <pc:docChgLst>
    <pc:chgData name="Osvaldo Luiz Santos Pereira" userId="c308351cf5a860c7" providerId="LiveId" clId="{8CE126F1-9C67-453B-98E3-4CC556F350D6}"/>
    <pc:docChg chg="custSel addSld modSld">
      <pc:chgData name="Osvaldo Luiz Santos Pereira" userId="c308351cf5a860c7" providerId="LiveId" clId="{8CE126F1-9C67-453B-98E3-4CC556F350D6}" dt="2025-07-20T22:13:17.034" v="38"/>
      <pc:docMkLst>
        <pc:docMk/>
      </pc:docMkLst>
      <pc:sldChg chg="addSp delSp modSp new mod modTransition">
        <pc:chgData name="Osvaldo Luiz Santos Pereira" userId="c308351cf5a860c7" providerId="LiveId" clId="{8CE126F1-9C67-453B-98E3-4CC556F350D6}" dt="2025-07-20T22:13:17.034" v="38"/>
        <pc:sldMkLst>
          <pc:docMk/>
          <pc:sldMk cId="3410455670" sldId="256"/>
        </pc:sldMkLst>
      </pc:sldChg>
    </pc:docChg>
  </pc:docChgLst>
  <pc:docChgLst>
    <pc:chgData name="Osvaldo Luiz Santos Pereira" userId="c308351cf5a860c7" providerId="LiveId" clId="{9695723C-3F98-416A-B4B4-C99EBF7519D5}"/>
    <pc:docChg chg="undo custSel modSld">
      <pc:chgData name="Osvaldo Luiz Santos Pereira" userId="c308351cf5a860c7" providerId="LiveId" clId="{9695723C-3F98-416A-B4B4-C99EBF7519D5}" dt="2025-07-31T19:23:47.059" v="476"/>
      <pc:docMkLst>
        <pc:docMk/>
      </pc:docMkLst>
      <pc:sldChg chg="addSp delSp modSp mod modAnim">
        <pc:chgData name="Osvaldo Luiz Santos Pereira" userId="c308351cf5a860c7" providerId="LiveId" clId="{9695723C-3F98-416A-B4B4-C99EBF7519D5}" dt="2025-07-31T19:23:47.059" v="476"/>
        <pc:sldMkLst>
          <pc:docMk/>
          <pc:sldMk cId="3410455670" sldId="256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5882" y="1496484"/>
            <a:ext cx="4373325" cy="3183467"/>
          </a:xfrm>
        </p:spPr>
        <p:txBody>
          <a:bodyPr anchor="b"/>
          <a:lstStyle>
            <a:lvl1pPr algn="ctr">
              <a:defRPr sz="3376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3136" y="4802717"/>
            <a:ext cx="3858816" cy="2207683"/>
          </a:xfrm>
        </p:spPr>
        <p:txBody>
          <a:bodyPr/>
          <a:lstStyle>
            <a:lvl1pPr marL="0" indent="0" algn="ctr">
              <a:buNone/>
              <a:defRPr sz="1350"/>
            </a:lvl1pPr>
            <a:lvl2pPr marL="257266" indent="0" algn="ctr">
              <a:buNone/>
              <a:defRPr sz="1125"/>
            </a:lvl2pPr>
            <a:lvl3pPr marL="514533" indent="0" algn="ctr">
              <a:buNone/>
              <a:defRPr sz="1013"/>
            </a:lvl3pPr>
            <a:lvl4pPr marL="771799" indent="0" algn="ctr">
              <a:buNone/>
              <a:defRPr sz="900"/>
            </a:lvl4pPr>
            <a:lvl5pPr marL="1029066" indent="0" algn="ctr">
              <a:buNone/>
              <a:defRPr sz="900"/>
            </a:lvl5pPr>
            <a:lvl6pPr marL="1286332" indent="0" algn="ctr">
              <a:buNone/>
              <a:defRPr sz="900"/>
            </a:lvl6pPr>
            <a:lvl7pPr marL="1543599" indent="0" algn="ctr">
              <a:buNone/>
              <a:defRPr sz="900"/>
            </a:lvl7pPr>
            <a:lvl8pPr marL="1800865" indent="0" algn="ctr">
              <a:buNone/>
              <a:defRPr sz="900"/>
            </a:lvl8pPr>
            <a:lvl9pPr marL="2058132" indent="0" algn="ctr">
              <a:buNone/>
              <a:defRPr sz="9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562CB-6E9B-4530-A46B-47C426A19172}" type="datetimeFigureOut">
              <a:rPr lang="pt-BR" smtClean="0"/>
              <a:t>13/10/2025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47B73-A983-4ABB-B6AD-9935570360C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35748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562CB-6E9B-4530-A46B-47C426A19172}" type="datetimeFigureOut">
              <a:rPr lang="pt-BR" smtClean="0"/>
              <a:t>13/10/2025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47B73-A983-4ABB-B6AD-9935570360C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030759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1046" y="2279653"/>
            <a:ext cx="4437638" cy="3803649"/>
          </a:xfrm>
        </p:spPr>
        <p:txBody>
          <a:bodyPr anchor="b"/>
          <a:lstStyle>
            <a:lvl1pPr>
              <a:defRPr sz="3376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51046" y="6119286"/>
            <a:ext cx="4437638" cy="2000249"/>
          </a:xfrm>
        </p:spPr>
        <p:txBody>
          <a:bodyPr/>
          <a:lstStyle>
            <a:lvl1pPr marL="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1pPr>
            <a:lvl2pPr marL="257266" indent="0">
              <a:buNone/>
              <a:defRPr sz="1125">
                <a:solidFill>
                  <a:schemeClr val="tx1">
                    <a:tint val="82000"/>
                  </a:schemeClr>
                </a:solidFill>
              </a:defRPr>
            </a:lvl2pPr>
            <a:lvl3pPr marL="514533" indent="0">
              <a:buNone/>
              <a:defRPr sz="1013">
                <a:solidFill>
                  <a:schemeClr val="tx1">
                    <a:tint val="82000"/>
                  </a:schemeClr>
                </a:solidFill>
              </a:defRPr>
            </a:lvl3pPr>
            <a:lvl4pPr marL="771799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4pPr>
            <a:lvl5pPr marL="1029066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5pPr>
            <a:lvl6pPr marL="1286332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6pPr>
            <a:lvl7pPr marL="1543599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7pPr>
            <a:lvl8pPr marL="1800865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8pPr>
            <a:lvl9pPr marL="2058132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562CB-6E9B-4530-A46B-47C426A19172}" type="datetimeFigureOut">
              <a:rPr lang="pt-BR" smtClean="0"/>
              <a:t>13/10/2025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47B73-A983-4ABB-B6AD-9935570360C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4595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53725" y="2434167"/>
            <a:ext cx="2186662" cy="580178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604701" y="2434167"/>
            <a:ext cx="2186662" cy="580178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562CB-6E9B-4530-A46B-47C426A19172}" type="datetimeFigureOut">
              <a:rPr lang="pt-BR" smtClean="0"/>
              <a:t>13/10/2025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47B73-A983-4ABB-B6AD-9935570360C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587497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4395" y="486836"/>
            <a:ext cx="4437638" cy="1767417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54396" y="2241551"/>
            <a:ext cx="2176613" cy="1098549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266" indent="0">
              <a:buNone/>
              <a:defRPr sz="1125" b="1"/>
            </a:lvl2pPr>
            <a:lvl3pPr marL="514533" indent="0">
              <a:buNone/>
              <a:defRPr sz="1013" b="1"/>
            </a:lvl3pPr>
            <a:lvl4pPr marL="771799" indent="0">
              <a:buNone/>
              <a:defRPr sz="900" b="1"/>
            </a:lvl4pPr>
            <a:lvl5pPr marL="1029066" indent="0">
              <a:buNone/>
              <a:defRPr sz="900" b="1"/>
            </a:lvl5pPr>
            <a:lvl6pPr marL="1286332" indent="0">
              <a:buNone/>
              <a:defRPr sz="900" b="1"/>
            </a:lvl6pPr>
            <a:lvl7pPr marL="1543599" indent="0">
              <a:buNone/>
              <a:defRPr sz="900" b="1"/>
            </a:lvl7pPr>
            <a:lvl8pPr marL="1800865" indent="0">
              <a:buNone/>
              <a:defRPr sz="900" b="1"/>
            </a:lvl8pPr>
            <a:lvl9pPr marL="2058132" indent="0">
              <a:buNone/>
              <a:defRPr sz="9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54396" y="3340100"/>
            <a:ext cx="2176613" cy="491278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604701" y="2241551"/>
            <a:ext cx="2187333" cy="1098549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266" indent="0">
              <a:buNone/>
              <a:defRPr sz="1125" b="1"/>
            </a:lvl2pPr>
            <a:lvl3pPr marL="514533" indent="0">
              <a:buNone/>
              <a:defRPr sz="1013" b="1"/>
            </a:lvl3pPr>
            <a:lvl4pPr marL="771799" indent="0">
              <a:buNone/>
              <a:defRPr sz="900" b="1"/>
            </a:lvl4pPr>
            <a:lvl5pPr marL="1029066" indent="0">
              <a:buNone/>
              <a:defRPr sz="900" b="1"/>
            </a:lvl5pPr>
            <a:lvl6pPr marL="1286332" indent="0">
              <a:buNone/>
              <a:defRPr sz="900" b="1"/>
            </a:lvl6pPr>
            <a:lvl7pPr marL="1543599" indent="0">
              <a:buNone/>
              <a:defRPr sz="900" b="1"/>
            </a:lvl7pPr>
            <a:lvl8pPr marL="1800865" indent="0">
              <a:buNone/>
              <a:defRPr sz="900" b="1"/>
            </a:lvl8pPr>
            <a:lvl9pPr marL="2058132" indent="0">
              <a:buNone/>
              <a:defRPr sz="9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604701" y="3340100"/>
            <a:ext cx="2187333" cy="491278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562CB-6E9B-4530-A46B-47C426A19172}" type="datetimeFigureOut">
              <a:rPr lang="pt-BR" smtClean="0"/>
              <a:t>13/10/2025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47B73-A983-4ABB-B6AD-9935570360C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793339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562CB-6E9B-4530-A46B-47C426A19172}" type="datetimeFigureOut">
              <a:rPr lang="pt-BR" smtClean="0"/>
              <a:t>13/10/2025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47B73-A983-4ABB-B6AD-9935570360C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801958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562CB-6E9B-4530-A46B-47C426A19172}" type="datetimeFigureOut">
              <a:rPr lang="pt-BR" smtClean="0"/>
              <a:t>13/10/2025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47B73-A983-4ABB-B6AD-9935570360C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647002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4395" y="609600"/>
            <a:ext cx="1659425" cy="2133600"/>
          </a:xfrm>
        </p:spPr>
        <p:txBody>
          <a:bodyPr anchor="b"/>
          <a:lstStyle>
            <a:lvl1pPr>
              <a:defRPr sz="1801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87332" y="1316569"/>
            <a:ext cx="2604701" cy="6498167"/>
          </a:xfrm>
        </p:spPr>
        <p:txBody>
          <a:bodyPr/>
          <a:lstStyle>
            <a:lvl1pPr>
              <a:defRPr sz="1801"/>
            </a:lvl1pPr>
            <a:lvl2pPr>
              <a:defRPr sz="1576"/>
            </a:lvl2pPr>
            <a:lvl3pPr>
              <a:defRPr sz="1350"/>
            </a:lvl3pPr>
            <a:lvl4pPr>
              <a:defRPr sz="1125"/>
            </a:lvl4pPr>
            <a:lvl5pPr>
              <a:defRPr sz="1125"/>
            </a:lvl5pPr>
            <a:lvl6pPr>
              <a:defRPr sz="1125"/>
            </a:lvl6pPr>
            <a:lvl7pPr>
              <a:defRPr sz="1125"/>
            </a:lvl7pPr>
            <a:lvl8pPr>
              <a:defRPr sz="1125"/>
            </a:lvl8pPr>
            <a:lvl9pPr>
              <a:defRPr sz="1125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54395" y="2743200"/>
            <a:ext cx="1659425" cy="5082117"/>
          </a:xfrm>
        </p:spPr>
        <p:txBody>
          <a:bodyPr/>
          <a:lstStyle>
            <a:lvl1pPr marL="0" indent="0">
              <a:buNone/>
              <a:defRPr sz="900"/>
            </a:lvl1pPr>
            <a:lvl2pPr marL="257266" indent="0">
              <a:buNone/>
              <a:defRPr sz="788"/>
            </a:lvl2pPr>
            <a:lvl3pPr marL="514533" indent="0">
              <a:buNone/>
              <a:defRPr sz="675"/>
            </a:lvl3pPr>
            <a:lvl4pPr marL="771799" indent="0">
              <a:buNone/>
              <a:defRPr sz="563"/>
            </a:lvl4pPr>
            <a:lvl5pPr marL="1029066" indent="0">
              <a:buNone/>
              <a:defRPr sz="563"/>
            </a:lvl5pPr>
            <a:lvl6pPr marL="1286332" indent="0">
              <a:buNone/>
              <a:defRPr sz="563"/>
            </a:lvl6pPr>
            <a:lvl7pPr marL="1543599" indent="0">
              <a:buNone/>
              <a:defRPr sz="563"/>
            </a:lvl7pPr>
            <a:lvl8pPr marL="1800865" indent="0">
              <a:buNone/>
              <a:defRPr sz="563"/>
            </a:lvl8pPr>
            <a:lvl9pPr marL="2058132" indent="0">
              <a:buNone/>
              <a:defRPr sz="563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562CB-6E9B-4530-A46B-47C426A19172}" type="datetimeFigureOut">
              <a:rPr lang="pt-BR" smtClean="0"/>
              <a:t>13/10/2025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47B73-A983-4ABB-B6AD-9935570360C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820591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4395" y="609600"/>
            <a:ext cx="1659425" cy="2133600"/>
          </a:xfrm>
        </p:spPr>
        <p:txBody>
          <a:bodyPr anchor="b"/>
          <a:lstStyle>
            <a:lvl1pPr>
              <a:defRPr sz="1801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187332" y="1316569"/>
            <a:ext cx="2604701" cy="6498167"/>
          </a:xfrm>
        </p:spPr>
        <p:txBody>
          <a:bodyPr anchor="t"/>
          <a:lstStyle>
            <a:lvl1pPr marL="0" indent="0">
              <a:buNone/>
              <a:defRPr sz="1801"/>
            </a:lvl1pPr>
            <a:lvl2pPr marL="257266" indent="0">
              <a:buNone/>
              <a:defRPr sz="1576"/>
            </a:lvl2pPr>
            <a:lvl3pPr marL="514533" indent="0">
              <a:buNone/>
              <a:defRPr sz="1350"/>
            </a:lvl3pPr>
            <a:lvl4pPr marL="771799" indent="0">
              <a:buNone/>
              <a:defRPr sz="1125"/>
            </a:lvl4pPr>
            <a:lvl5pPr marL="1029066" indent="0">
              <a:buNone/>
              <a:defRPr sz="1125"/>
            </a:lvl5pPr>
            <a:lvl6pPr marL="1286332" indent="0">
              <a:buNone/>
              <a:defRPr sz="1125"/>
            </a:lvl6pPr>
            <a:lvl7pPr marL="1543599" indent="0">
              <a:buNone/>
              <a:defRPr sz="1125"/>
            </a:lvl7pPr>
            <a:lvl8pPr marL="1800865" indent="0">
              <a:buNone/>
              <a:defRPr sz="1125"/>
            </a:lvl8pPr>
            <a:lvl9pPr marL="2058132" indent="0">
              <a:buNone/>
              <a:defRPr sz="1125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54395" y="2743200"/>
            <a:ext cx="1659425" cy="5082117"/>
          </a:xfrm>
        </p:spPr>
        <p:txBody>
          <a:bodyPr/>
          <a:lstStyle>
            <a:lvl1pPr marL="0" indent="0">
              <a:buNone/>
              <a:defRPr sz="900"/>
            </a:lvl1pPr>
            <a:lvl2pPr marL="257266" indent="0">
              <a:buNone/>
              <a:defRPr sz="788"/>
            </a:lvl2pPr>
            <a:lvl3pPr marL="514533" indent="0">
              <a:buNone/>
              <a:defRPr sz="675"/>
            </a:lvl3pPr>
            <a:lvl4pPr marL="771799" indent="0">
              <a:buNone/>
              <a:defRPr sz="563"/>
            </a:lvl4pPr>
            <a:lvl5pPr marL="1029066" indent="0">
              <a:buNone/>
              <a:defRPr sz="563"/>
            </a:lvl5pPr>
            <a:lvl6pPr marL="1286332" indent="0">
              <a:buNone/>
              <a:defRPr sz="563"/>
            </a:lvl6pPr>
            <a:lvl7pPr marL="1543599" indent="0">
              <a:buNone/>
              <a:defRPr sz="563"/>
            </a:lvl7pPr>
            <a:lvl8pPr marL="1800865" indent="0">
              <a:buNone/>
              <a:defRPr sz="563"/>
            </a:lvl8pPr>
            <a:lvl9pPr marL="2058132" indent="0">
              <a:buNone/>
              <a:defRPr sz="563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562CB-6E9B-4530-A46B-47C426A19172}" type="datetimeFigureOut">
              <a:rPr lang="pt-BR" smtClean="0"/>
              <a:t>13/10/2025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47B73-A983-4ABB-B6AD-9935570360C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165503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562CB-6E9B-4530-A46B-47C426A19172}" type="datetimeFigureOut">
              <a:rPr lang="pt-BR" smtClean="0"/>
              <a:t>13/10/2025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47B73-A983-4ABB-B6AD-9935570360C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210843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681954" y="486834"/>
            <a:ext cx="1109410" cy="7749117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53725" y="486834"/>
            <a:ext cx="3263915" cy="7749117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562CB-6E9B-4530-A46B-47C426A19172}" type="datetimeFigureOut">
              <a:rPr lang="pt-BR" smtClean="0"/>
              <a:t>13/10/2025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47B73-A983-4ABB-B6AD-9935570360C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407336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53725" y="486836"/>
            <a:ext cx="4437638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53725" y="2434167"/>
            <a:ext cx="4437638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53725" y="8475136"/>
            <a:ext cx="1157645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5D562CB-6E9B-4530-A46B-47C426A19172}" type="datetimeFigureOut">
              <a:rPr lang="pt-BR" smtClean="0"/>
              <a:t>13/10/2025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704311" y="8475136"/>
            <a:ext cx="1736467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7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633718" y="8475136"/>
            <a:ext cx="1157645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7C47B73-A983-4ABB-B6AD-9935570360C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73753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txStyles>
    <p:titleStyle>
      <a:lvl1pPr algn="l" defTabSz="514533" rtl="0" eaLnBrk="1" latinLnBrk="0" hangingPunct="1">
        <a:lnSpc>
          <a:spcPct val="90000"/>
        </a:lnSpc>
        <a:spcBef>
          <a:spcPct val="0"/>
        </a:spcBef>
        <a:buNone/>
        <a:defRPr sz="247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8633" indent="-128633" algn="l" defTabSz="514533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1576" kern="1200">
          <a:solidFill>
            <a:schemeClr val="tx1"/>
          </a:solidFill>
          <a:latin typeface="+mn-lt"/>
          <a:ea typeface="+mn-ea"/>
          <a:cs typeface="+mn-cs"/>
        </a:defRPr>
      </a:lvl1pPr>
      <a:lvl2pPr marL="385900" indent="-128633" algn="l" defTabSz="514533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43166" indent="-128633" algn="l" defTabSz="514533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125" kern="1200">
          <a:solidFill>
            <a:schemeClr val="tx1"/>
          </a:solidFill>
          <a:latin typeface="+mn-lt"/>
          <a:ea typeface="+mn-ea"/>
          <a:cs typeface="+mn-cs"/>
        </a:defRPr>
      </a:lvl3pPr>
      <a:lvl4pPr marL="900433" indent="-128633" algn="l" defTabSz="514533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157699" indent="-128633" algn="l" defTabSz="514533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414965" indent="-128633" algn="l" defTabSz="514533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672232" indent="-128633" algn="l" defTabSz="514533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929498" indent="-128633" algn="l" defTabSz="514533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186765" indent="-128633" algn="l" defTabSz="514533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14533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1pPr>
      <a:lvl2pPr marL="257266" algn="l" defTabSz="514533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514533" algn="l" defTabSz="514533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3pPr>
      <a:lvl4pPr marL="771799" algn="l" defTabSz="514533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029066" algn="l" defTabSz="514533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286332" algn="l" defTabSz="514533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543599" algn="l" defTabSz="514533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800865" algn="l" defTabSz="514533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058132" algn="l" defTabSz="514533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CaixaDeTexto 1">
                <a:extLst>
                  <a:ext uri="{FF2B5EF4-FFF2-40B4-BE49-F238E27FC236}">
                    <a16:creationId xmlns:a16="http://schemas.microsoft.com/office/drawing/2014/main" id="{D0F76A19-FCFA-BE77-FD1E-422BF7ED783C}"/>
                  </a:ext>
                </a:extLst>
              </p:cNvPr>
              <p:cNvSpPr txBox="1"/>
              <p:nvPr/>
            </p:nvSpPr>
            <p:spPr>
              <a:xfrm>
                <a:off x="1100263" y="901760"/>
                <a:ext cx="2933175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pt-BR" sz="2000" b="0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2000" b="0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pt-BR" sz="2000" b="0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pt-BR" sz="2000" b="0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d>
                        </m:e>
                        <m:sup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pt-BR" sz="20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=(</m:t>
                      </m:r>
                      <m:r>
                        <a:rPr lang="pt-BR" sz="20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pt-BR" sz="20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+1)(</m:t>
                      </m:r>
                      <m:r>
                        <a:rPr lang="pt-BR" sz="20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pt-BR" sz="20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−1)</m:t>
                      </m:r>
                    </m:oMath>
                  </m:oMathPara>
                </a14:m>
                <a:endParaRPr lang="pt-BR" sz="2000" dirty="0">
                  <a:solidFill>
                    <a:srgbClr val="FFFFFF"/>
                  </a:solidFill>
                </a:endParaRPr>
              </a:p>
            </p:txBody>
          </p:sp>
        </mc:Choice>
        <mc:Fallback>
          <p:sp>
            <p:nvSpPr>
              <p:cNvPr id="2" name="CaixaDeTexto 1">
                <a:extLst>
                  <a:ext uri="{FF2B5EF4-FFF2-40B4-BE49-F238E27FC236}">
                    <a16:creationId xmlns:a16="http://schemas.microsoft.com/office/drawing/2014/main" id="{D0F76A19-FCFA-BE77-FD1E-422BF7ED78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0263" y="901760"/>
                <a:ext cx="2933175" cy="307777"/>
              </a:xfrm>
              <a:prstGeom prst="rect">
                <a:avLst/>
              </a:prstGeom>
              <a:blipFill>
                <a:blip r:embed="rId2"/>
                <a:stretch>
                  <a:fillRect t="-2000" r="-2490" b="-3600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Conector reto 4">
            <a:extLst>
              <a:ext uri="{FF2B5EF4-FFF2-40B4-BE49-F238E27FC236}">
                <a16:creationId xmlns:a16="http://schemas.microsoft.com/office/drawing/2014/main" id="{FF102456-5362-2191-8CE5-272A7544A499}"/>
              </a:ext>
            </a:extLst>
          </p:cNvPr>
          <p:cNvCxnSpPr/>
          <p:nvPr/>
        </p:nvCxnSpPr>
        <p:spPr>
          <a:xfrm>
            <a:off x="587829" y="1933302"/>
            <a:ext cx="3958045" cy="0"/>
          </a:xfrm>
          <a:prstGeom prst="line">
            <a:avLst/>
          </a:prstGeom>
          <a:ln w="38100">
            <a:solidFill>
              <a:srgbClr val="FFFFF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tângulo 15">
            <a:extLst>
              <a:ext uri="{FF2B5EF4-FFF2-40B4-BE49-F238E27FC236}">
                <a16:creationId xmlns:a16="http://schemas.microsoft.com/office/drawing/2014/main" id="{529E8C7E-2923-C8E3-557C-5AA38FE8B686}"/>
              </a:ext>
            </a:extLst>
          </p:cNvPr>
          <p:cNvSpPr/>
          <p:nvPr/>
        </p:nvSpPr>
        <p:spPr>
          <a:xfrm>
            <a:off x="4346258" y="7575665"/>
            <a:ext cx="399232" cy="399232"/>
          </a:xfrm>
          <a:prstGeom prst="rect">
            <a:avLst/>
          </a:prstGeom>
          <a:solidFill>
            <a:srgbClr val="FFFF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3E50F4C6-F823-2708-43AB-6F759CAA4FFC}"/>
                  </a:ext>
                </a:extLst>
              </p:cNvPr>
              <p:cNvSpPr txBox="1"/>
              <p:nvPr/>
            </p:nvSpPr>
            <p:spPr>
              <a:xfrm>
                <a:off x="591823" y="2430681"/>
                <a:ext cx="2300373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pt-BR" sz="20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pt-BR" sz="20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sz="20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pt-BR" sz="20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+1, </m:t>
                      </m:r>
                      <m:r>
                        <a:rPr lang="pt-BR" sz="20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pt-BR" sz="20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sz="20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pt-BR" sz="20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pt-BR" sz="2000" dirty="0">
                  <a:solidFill>
                    <a:srgbClr val="FFFFFF"/>
                  </a:solidFill>
                </a:endParaRPr>
              </a:p>
            </p:txBody>
          </p:sp>
        </mc:Choice>
        <mc:Fallback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3E50F4C6-F823-2708-43AB-6F759CAA4F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1823" y="2430681"/>
                <a:ext cx="2300373" cy="307777"/>
              </a:xfrm>
              <a:prstGeom prst="rect">
                <a:avLst/>
              </a:prstGeom>
              <a:blipFill>
                <a:blip r:embed="rId3"/>
                <a:stretch>
                  <a:fillRect l="-2387" r="-2387" b="-2600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CaixaDeTexto 8">
                <a:extLst>
                  <a:ext uri="{FF2B5EF4-FFF2-40B4-BE49-F238E27FC236}">
                    <a16:creationId xmlns:a16="http://schemas.microsoft.com/office/drawing/2014/main" id="{D3984E7A-188B-076C-4076-0C5B52E6E8EE}"/>
                  </a:ext>
                </a:extLst>
              </p:cNvPr>
              <p:cNvSpPr txBox="1"/>
              <p:nvPr/>
            </p:nvSpPr>
            <p:spPr>
              <a:xfrm>
                <a:off x="514101" y="3351818"/>
                <a:ext cx="1606337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pt-BR" sz="2000" b="0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2000" b="0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pt-BR" sz="2000" b="0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pt-BR" sz="2000" b="0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</m:d>
                        </m:e>
                        <m:sup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pt-BR" sz="20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sz="20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𝑝𝑞</m:t>
                      </m:r>
                    </m:oMath>
                  </m:oMathPara>
                </a14:m>
                <a:endParaRPr lang="pt-BR" sz="2000" dirty="0">
                  <a:solidFill>
                    <a:srgbClr val="FFFFFF"/>
                  </a:solidFill>
                </a:endParaRPr>
              </a:p>
            </p:txBody>
          </p:sp>
        </mc:Choice>
        <mc:Fallback>
          <p:sp>
            <p:nvSpPr>
              <p:cNvPr id="9" name="CaixaDeTexto 8">
                <a:extLst>
                  <a:ext uri="{FF2B5EF4-FFF2-40B4-BE49-F238E27FC236}">
                    <a16:creationId xmlns:a16="http://schemas.microsoft.com/office/drawing/2014/main" id="{D3984E7A-188B-076C-4076-0C5B52E6E8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4101" y="3351818"/>
                <a:ext cx="1606337" cy="307777"/>
              </a:xfrm>
              <a:prstGeom prst="rect">
                <a:avLst/>
              </a:prstGeom>
              <a:blipFill>
                <a:blip r:embed="rId4"/>
                <a:stretch>
                  <a:fillRect r="-3030" b="-2600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CaixaDeTexto 9">
                <a:extLst>
                  <a:ext uri="{FF2B5EF4-FFF2-40B4-BE49-F238E27FC236}">
                    <a16:creationId xmlns:a16="http://schemas.microsoft.com/office/drawing/2014/main" id="{AB223867-A83B-0FF5-7562-EAF1C8CF2F7C}"/>
                  </a:ext>
                </a:extLst>
              </p:cNvPr>
              <p:cNvSpPr txBox="1"/>
              <p:nvPr/>
            </p:nvSpPr>
            <p:spPr>
              <a:xfrm>
                <a:off x="514101" y="4067814"/>
                <a:ext cx="3117264" cy="5761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pt-BR" sz="2000" i="1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𝑝𝑞</m:t>
                      </m:r>
                      <m:r>
                        <a:rPr lang="pt-BR" sz="20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pt-BR" sz="2000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2000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p>
                              <m:r>
                                <a:rPr lang="pt-BR" sz="2000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pt-BR" sz="20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pt-BR" sz="2000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2000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p>
                              <m:r>
                                <a:rPr lang="pt-BR" sz="2000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pt-BR" sz="20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pt-BR" sz="2000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pt-BR" sz="2000" i="1">
                                      <a:solidFill>
                                        <a:srgbClr val="FFFF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sz="2000" i="1">
                                      <a:solidFill>
                                        <a:srgbClr val="FFFF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r>
                                    <a:rPr lang="pt-BR" sz="2000" i="1">
                                      <a:solidFill>
                                        <a:srgbClr val="FFFFFF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pt-BR" sz="2000" i="1">
                                      <a:solidFill>
                                        <a:srgbClr val="FFFF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</m:d>
                            </m:e>
                            <m:sup>
                              <m:r>
                                <a:rPr lang="pt-BR" sz="2000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pt-BR" sz="2000" dirty="0">
                  <a:solidFill>
                    <a:srgbClr val="FFFFFF"/>
                  </a:solidFill>
                </a:endParaRPr>
              </a:p>
            </p:txBody>
          </p:sp>
        </mc:Choice>
        <mc:Fallback>
          <p:sp>
            <p:nvSpPr>
              <p:cNvPr id="10" name="CaixaDeTexto 9">
                <a:extLst>
                  <a:ext uri="{FF2B5EF4-FFF2-40B4-BE49-F238E27FC236}">
                    <a16:creationId xmlns:a16="http://schemas.microsoft.com/office/drawing/2014/main" id="{AB223867-A83B-0FF5-7562-EAF1C8CF2F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4101" y="4067814"/>
                <a:ext cx="3117264" cy="57618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CaixaDeTexto 11">
                <a:extLst>
                  <a:ext uri="{FF2B5EF4-FFF2-40B4-BE49-F238E27FC236}">
                    <a16:creationId xmlns:a16="http://schemas.microsoft.com/office/drawing/2014/main" id="{53A965C7-25F3-E6B1-D240-76C20B744DF2}"/>
                  </a:ext>
                </a:extLst>
              </p:cNvPr>
              <p:cNvSpPr txBox="1"/>
              <p:nvPr/>
            </p:nvSpPr>
            <p:spPr>
              <a:xfrm>
                <a:off x="514101" y="5139670"/>
                <a:ext cx="3759299" cy="5761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pt-BR" sz="2000" b="0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2000" b="0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pt-BR" sz="2000" b="0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pt-BR" sz="2000" b="0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</m:d>
                        </m:e>
                        <m:sup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pt-BR" sz="2000" i="1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0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0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pt-BR" sz="20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pt-BR" sz="20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pt-BR" sz="2000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2000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p>
                              <m:r>
                                <a:rPr lang="pt-BR" sz="2000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pt-BR" sz="20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pt-BR" sz="2000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2000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p>
                              <m:r>
                                <a:rPr lang="pt-BR" sz="2000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pt-BR" sz="20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pt-BR" sz="2000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pt-BR" sz="2000" i="1">
                                      <a:solidFill>
                                        <a:srgbClr val="FFFF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sz="2000" i="1">
                                      <a:solidFill>
                                        <a:srgbClr val="FFFF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r>
                                    <a:rPr lang="pt-BR" sz="2000" i="1">
                                      <a:solidFill>
                                        <a:srgbClr val="FFFFFF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pt-BR" sz="2000" i="1">
                                      <a:solidFill>
                                        <a:srgbClr val="FFFF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</m:d>
                            </m:e>
                            <m:sup>
                              <m:r>
                                <a:rPr lang="pt-BR" sz="2000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pt-BR" sz="2000" dirty="0">
                  <a:solidFill>
                    <a:srgbClr val="FFFFFF"/>
                  </a:solidFill>
                </a:endParaRPr>
              </a:p>
            </p:txBody>
          </p:sp>
        </mc:Choice>
        <mc:Fallback>
          <p:sp>
            <p:nvSpPr>
              <p:cNvPr id="12" name="CaixaDeTexto 11">
                <a:extLst>
                  <a:ext uri="{FF2B5EF4-FFF2-40B4-BE49-F238E27FC236}">
                    <a16:creationId xmlns:a16="http://schemas.microsoft.com/office/drawing/2014/main" id="{53A965C7-25F3-E6B1-D240-76C20B744D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4101" y="5139670"/>
                <a:ext cx="3759299" cy="57618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CaixaDeTexto 12">
                <a:extLst>
                  <a:ext uri="{FF2B5EF4-FFF2-40B4-BE49-F238E27FC236}">
                    <a16:creationId xmlns:a16="http://schemas.microsoft.com/office/drawing/2014/main" id="{60C232FB-F7F8-5BC7-5FFD-A3A8F9A2F115}"/>
                  </a:ext>
                </a:extLst>
              </p:cNvPr>
              <p:cNvSpPr txBox="1"/>
              <p:nvPr/>
            </p:nvSpPr>
            <p:spPr>
              <a:xfrm>
                <a:off x="587829" y="6261444"/>
                <a:ext cx="2971647" cy="5761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f>
                        <m:fPr>
                          <m:ctrlPr>
                            <a:rPr lang="pt-BR" sz="200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0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pt-BR" sz="20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pt-BR" sz="20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pt-BR" sz="2000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2000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p>
                              <m:r>
                                <a:rPr lang="pt-BR" sz="2000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pt-BR" sz="20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pt-BR" sz="2000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2000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p>
                              <m:r>
                                <a:rPr lang="pt-BR" sz="2000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pt-BR" sz="2000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pt-BR" sz="2000" i="1">
                                      <a:solidFill>
                                        <a:srgbClr val="FFFF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sz="2000" i="1">
                                      <a:solidFill>
                                        <a:srgbClr val="FFFF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r>
                                    <a:rPr lang="pt-BR" sz="2000" i="1">
                                      <a:solidFill>
                                        <a:srgbClr val="FFFFFF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pt-BR" sz="2000" i="1">
                                      <a:solidFill>
                                        <a:srgbClr val="FFFF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</m:d>
                            </m:e>
                            <m:sup>
                              <m:r>
                                <a:rPr lang="pt-BR" sz="2000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=0</m:t>
                          </m:r>
                        </m:e>
                      </m:d>
                    </m:oMath>
                  </m:oMathPara>
                </a14:m>
                <a:endParaRPr lang="pt-BR" sz="2000" dirty="0">
                  <a:solidFill>
                    <a:srgbClr val="FFFFFF"/>
                  </a:solidFill>
                </a:endParaRPr>
              </a:p>
            </p:txBody>
          </p:sp>
        </mc:Choice>
        <mc:Fallback>
          <p:sp>
            <p:nvSpPr>
              <p:cNvPr id="13" name="CaixaDeTexto 12">
                <a:extLst>
                  <a:ext uri="{FF2B5EF4-FFF2-40B4-BE49-F238E27FC236}">
                    <a16:creationId xmlns:a16="http://schemas.microsoft.com/office/drawing/2014/main" id="{60C232FB-F7F8-5BC7-5FFD-A3A8F9A2F1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7829" y="6261444"/>
                <a:ext cx="2971647" cy="57618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CaixaDeTexto 14">
                <a:extLst>
                  <a:ext uri="{FF2B5EF4-FFF2-40B4-BE49-F238E27FC236}">
                    <a16:creationId xmlns:a16="http://schemas.microsoft.com/office/drawing/2014/main" id="{B61CD7D8-BFB7-CC90-9485-B4A80F61A526}"/>
                  </a:ext>
                </a:extLst>
              </p:cNvPr>
              <p:cNvSpPr txBox="1"/>
              <p:nvPr/>
            </p:nvSpPr>
            <p:spPr>
              <a:xfrm>
                <a:off x="587829" y="7621392"/>
                <a:ext cx="3351687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pt-BR" sz="20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⇒</m:t>
                      </m:r>
                      <m:r>
                        <a:rPr lang="pt-BR" sz="20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pt-BR" sz="20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sz="20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pt-BR" sz="20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=0⇒</m:t>
                      </m:r>
                      <m:r>
                        <a:rPr lang="pt-BR" sz="20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pt-BR" sz="20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=−1, </m:t>
                      </m:r>
                      <m:r>
                        <a:rPr lang="pt-BR" sz="20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pt-BR" sz="20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pt-BR" sz="2000" dirty="0">
                  <a:solidFill>
                    <a:srgbClr val="FFFFFF"/>
                  </a:solidFill>
                </a:endParaRPr>
              </a:p>
            </p:txBody>
          </p:sp>
        </mc:Choice>
        <mc:Fallback>
          <p:sp>
            <p:nvSpPr>
              <p:cNvPr id="15" name="CaixaDeTexto 14">
                <a:extLst>
                  <a:ext uri="{FF2B5EF4-FFF2-40B4-BE49-F238E27FC236}">
                    <a16:creationId xmlns:a16="http://schemas.microsoft.com/office/drawing/2014/main" id="{B61CD7D8-BFB7-CC90-9485-B4A80F61A5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7829" y="7621392"/>
                <a:ext cx="3351687" cy="307777"/>
              </a:xfrm>
              <a:prstGeom prst="rect">
                <a:avLst/>
              </a:prstGeom>
              <a:blipFill>
                <a:blip r:embed="rId8"/>
                <a:stretch>
                  <a:fillRect l="-909" r="-1455" b="-23529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104556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0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6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90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2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50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80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6" grpId="0"/>
      <p:bldP spid="9" grpId="0"/>
      <p:bldP spid="10" grpId="0"/>
      <p:bldP spid="12" grpId="0"/>
      <p:bldP spid="13" grpId="0"/>
      <p:bldP spid="15" grpId="0"/>
    </p:bldLst>
  </p:timing>
</p:sld>
</file>

<file path=ppt/theme/theme1.xml><?xml version="1.0" encoding="utf-8"?>
<a:theme xmlns:a="http://schemas.openxmlformats.org/drawingml/2006/main" name="Tema do Office">
  <a:themeElements>
    <a:clrScheme name="Personalizada 1">
      <a:dk1>
        <a:sysClr val="windowText" lastClr="000000"/>
      </a:dk1>
      <a:lt1>
        <a:srgbClr val="000000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ema do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299</TotalTime>
  <Words>49</Words>
  <Application>Microsoft Office PowerPoint</Application>
  <PresentationFormat>Personalizar</PresentationFormat>
  <Paragraphs>7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Cambria Math</vt:lpstr>
      <vt:lpstr>Tema do Office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Osvaldo Luiz Santos Pereira</dc:creator>
  <cp:lastModifiedBy>Osvaldo Luiz Santos Pereira</cp:lastModifiedBy>
  <cp:revision>1</cp:revision>
  <dcterms:created xsi:type="dcterms:W3CDTF">2025-07-20T22:11:02Z</dcterms:created>
  <dcterms:modified xsi:type="dcterms:W3CDTF">2025-10-13T15:38:43Z</dcterms:modified>
</cp:coreProperties>
</file>