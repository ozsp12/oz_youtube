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145088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8000"/>
    <a:srgbClr val="DE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FDB816-3135-4449-B604-A6DD163291C5}" v="130" dt="2025-10-28T22:11:01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76" autoAdjust="0"/>
    <p:restoredTop sz="94660"/>
  </p:normalViewPr>
  <p:slideViewPr>
    <p:cSldViewPr snapToGrid="0">
      <p:cViewPr varScale="1">
        <p:scale>
          <a:sx n="73" d="100"/>
          <a:sy n="73" d="100"/>
        </p:scale>
        <p:origin x="3288" y="29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svaldo Luiz Santos Pereira" userId="c308351cf5a860c7" providerId="LiveId" clId="{09CC957C-A866-436E-BCBD-A3218F29A105}"/>
    <pc:docChg chg="custSel delSld modSld">
      <pc:chgData name="Osvaldo Luiz Santos Pereira" userId="c308351cf5a860c7" providerId="LiveId" clId="{09CC957C-A866-436E-BCBD-A3218F29A105}" dt="2025-07-31T01:43:11.318" v="197"/>
      <pc:docMkLst>
        <pc:docMk/>
      </pc:docMkLst>
      <pc:sldChg chg="addSp delSp modSp mod delAnim modAnim">
        <pc:chgData name="Osvaldo Luiz Santos Pereira" userId="c308351cf5a860c7" providerId="LiveId" clId="{09CC957C-A866-436E-BCBD-A3218F29A105}" dt="2025-07-31T01:43:11.318" v="197"/>
        <pc:sldMkLst>
          <pc:docMk/>
          <pc:sldMk cId="3410455670" sldId="256"/>
        </pc:sldMkLst>
      </pc:sldChg>
      <pc:sldChg chg="del">
        <pc:chgData name="Osvaldo Luiz Santos Pereira" userId="c308351cf5a860c7" providerId="LiveId" clId="{09CC957C-A866-436E-BCBD-A3218F29A105}" dt="2025-07-31T01:11:34.734" v="0" actId="47"/>
        <pc:sldMkLst>
          <pc:docMk/>
          <pc:sldMk cId="3035553506" sldId="258"/>
        </pc:sldMkLst>
      </pc:sldChg>
    </pc:docChg>
  </pc:docChgLst>
  <pc:docChgLst>
    <pc:chgData name="Osvaldo Luiz Santos Pereira" userId="c308351cf5a860c7" providerId="LiveId" clId="{314F6986-35C7-459E-BEBC-8B054F639C7A}"/>
    <pc:docChg chg="custSel modSld">
      <pc:chgData name="Osvaldo Luiz Santos Pereira" userId="c308351cf5a860c7" providerId="LiveId" clId="{314F6986-35C7-459E-BEBC-8B054F639C7A}" dt="2025-07-23T02:05:05.414" v="59" actId="22"/>
      <pc:docMkLst>
        <pc:docMk/>
      </pc:docMkLst>
      <pc:sldChg chg="addSp delSp modSp mod">
        <pc:chgData name="Osvaldo Luiz Santos Pereira" userId="c308351cf5a860c7" providerId="LiveId" clId="{314F6986-35C7-459E-BEBC-8B054F639C7A}" dt="2025-07-23T02:05:05.414" v="59" actId="22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4947ECA9-0EC0-49A1-ABAD-815BBEA2BB5D}"/>
    <pc:docChg chg="custSel modSld">
      <pc:chgData name="Osvaldo Luiz Santos Pereira" userId="c308351cf5a860c7" providerId="LiveId" clId="{4947ECA9-0EC0-49A1-ABAD-815BBEA2BB5D}" dt="2025-07-31T09:43:47.489" v="0" actId="478"/>
      <pc:docMkLst>
        <pc:docMk/>
      </pc:docMkLst>
      <pc:sldChg chg="delSp mod delAnim">
        <pc:chgData name="Osvaldo Luiz Santos Pereira" userId="c308351cf5a860c7" providerId="LiveId" clId="{4947ECA9-0EC0-49A1-ABAD-815BBEA2BB5D}" dt="2025-07-31T09:43:47.489" v="0" actId="47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D0CA227D-4EA4-4245-8FAB-072EBAFFE4B2}"/>
    <pc:docChg chg="undo custSel addSld delSld modSld">
      <pc:chgData name="Osvaldo Luiz Santos Pereira" userId="c308351cf5a860c7" providerId="LiveId" clId="{D0CA227D-4EA4-4245-8FAB-072EBAFFE4B2}" dt="2025-07-29T23:56:14.042" v="1012"/>
      <pc:docMkLst>
        <pc:docMk/>
      </pc:docMkLst>
      <pc:sldChg chg="addSp delSp modSp mod modTransition delAnim modAnim">
        <pc:chgData name="Osvaldo Luiz Santos Pereira" userId="c308351cf5a860c7" providerId="LiveId" clId="{D0CA227D-4EA4-4245-8FAB-072EBAFFE4B2}" dt="2025-07-29T23:54:39.889" v="990"/>
        <pc:sldMkLst>
          <pc:docMk/>
          <pc:sldMk cId="3410455670" sldId="256"/>
        </pc:sldMkLst>
      </pc:sldChg>
      <pc:sldChg chg="addSp delSp modSp add del mod delAnim modAnim">
        <pc:chgData name="Osvaldo Luiz Santos Pereira" userId="c308351cf5a860c7" providerId="LiveId" clId="{D0CA227D-4EA4-4245-8FAB-072EBAFFE4B2}" dt="2025-07-29T23:38:37.979" v="936" actId="47"/>
        <pc:sldMkLst>
          <pc:docMk/>
          <pc:sldMk cId="43532862" sldId="257"/>
        </pc:sldMkLst>
      </pc:sldChg>
      <pc:sldChg chg="addSp delSp modSp add del mod">
        <pc:chgData name="Osvaldo Luiz Santos Pereira" userId="c308351cf5a860c7" providerId="LiveId" clId="{D0CA227D-4EA4-4245-8FAB-072EBAFFE4B2}" dt="2025-07-29T22:59:27.953" v="360" actId="47"/>
        <pc:sldMkLst>
          <pc:docMk/>
          <pc:sldMk cId="3898747450" sldId="257"/>
        </pc:sldMkLst>
      </pc:sldChg>
      <pc:sldChg chg="addSp delSp modSp add mod modTransition delAnim modAnim">
        <pc:chgData name="Osvaldo Luiz Santos Pereira" userId="c308351cf5a860c7" providerId="LiveId" clId="{D0CA227D-4EA4-4245-8FAB-072EBAFFE4B2}" dt="2025-07-29T23:56:14.042" v="1012"/>
        <pc:sldMkLst>
          <pc:docMk/>
          <pc:sldMk cId="3035553506" sldId="258"/>
        </pc:sldMkLst>
      </pc:sldChg>
      <pc:sldChg chg="add del">
        <pc:chgData name="Osvaldo Luiz Santos Pereira" userId="c308351cf5a860c7" providerId="LiveId" clId="{D0CA227D-4EA4-4245-8FAB-072EBAFFE4B2}" dt="2025-07-29T23:22:42.796" v="706" actId="47"/>
        <pc:sldMkLst>
          <pc:docMk/>
          <pc:sldMk cId="1065665217" sldId="259"/>
        </pc:sldMkLst>
      </pc:sldChg>
    </pc:docChg>
  </pc:docChgLst>
  <pc:docChgLst>
    <pc:chgData name="Osvaldo Luiz Santos Pereira" userId="c308351cf5a860c7" providerId="LiveId" clId="{30D4B243-E56E-4CD9-9C49-7B140616515F}"/>
    <pc:docChg chg="undo custSel modSld">
      <pc:chgData name="Osvaldo Luiz Santos Pereira" userId="c308351cf5a860c7" providerId="LiveId" clId="{30D4B243-E56E-4CD9-9C49-7B140616515F}" dt="2025-10-28T22:11:01.437" v="597" actId="20577"/>
      <pc:docMkLst>
        <pc:docMk/>
      </pc:docMkLst>
      <pc:sldChg chg="addSp delSp modSp mod modTransition delAnim modAnim">
        <pc:chgData name="Osvaldo Luiz Santos Pereira" userId="c308351cf5a860c7" providerId="LiveId" clId="{30D4B243-E56E-4CD9-9C49-7B140616515F}" dt="2025-10-28T22:11:01.437" v="597" actId="20577"/>
        <pc:sldMkLst>
          <pc:docMk/>
          <pc:sldMk cId="3410455670" sldId="256"/>
        </pc:sldMkLst>
        <pc:spChg chg="mod">
          <ac:chgData name="Osvaldo Luiz Santos Pereira" userId="c308351cf5a860c7" providerId="LiveId" clId="{30D4B243-E56E-4CD9-9C49-7B140616515F}" dt="2025-10-28T22:05:46.622" v="533" actId="20577"/>
          <ac:spMkLst>
            <pc:docMk/>
            <pc:sldMk cId="3410455670" sldId="256"/>
            <ac:spMk id="2" creationId="{D0F76A19-FCFA-BE77-FD1E-422BF7ED783C}"/>
          </ac:spMkLst>
        </pc:spChg>
        <pc:spChg chg="add mod">
          <ac:chgData name="Osvaldo Luiz Santos Pereira" userId="c308351cf5a860c7" providerId="LiveId" clId="{30D4B243-E56E-4CD9-9C49-7B140616515F}" dt="2025-10-28T22:06:06.124" v="539" actId="1076"/>
          <ac:spMkLst>
            <pc:docMk/>
            <pc:sldMk cId="3410455670" sldId="256"/>
            <ac:spMk id="3" creationId="{D62E4E0C-F8A5-576A-C05E-E5BF0D944307}"/>
          </ac:spMkLst>
        </pc:spChg>
        <pc:spChg chg="add mod">
          <ac:chgData name="Osvaldo Luiz Santos Pereira" userId="c308351cf5a860c7" providerId="LiveId" clId="{30D4B243-E56E-4CD9-9C49-7B140616515F}" dt="2025-10-28T22:11:01.437" v="597" actId="20577"/>
          <ac:spMkLst>
            <pc:docMk/>
            <pc:sldMk cId="3410455670" sldId="256"/>
            <ac:spMk id="4" creationId="{ACFF9D6A-C2E4-D554-9FEB-DCCF6F467B3E}"/>
          </ac:spMkLst>
        </pc:spChg>
        <pc:spChg chg="add mod">
          <ac:chgData name="Osvaldo Luiz Santos Pereira" userId="c308351cf5a860c7" providerId="LiveId" clId="{30D4B243-E56E-4CD9-9C49-7B140616515F}" dt="2025-10-28T22:05:58.856" v="538" actId="1076"/>
          <ac:spMkLst>
            <pc:docMk/>
            <pc:sldMk cId="3410455670" sldId="256"/>
            <ac:spMk id="6" creationId="{49490B98-AB8F-BCAC-06B6-DDB1382D42B6}"/>
          </ac:spMkLst>
        </pc:spChg>
        <pc:spChg chg="add del mod">
          <ac:chgData name="Osvaldo Luiz Santos Pereira" userId="c308351cf5a860c7" providerId="LiveId" clId="{30D4B243-E56E-4CD9-9C49-7B140616515F}" dt="2025-10-28T22:09:49.790" v="584" actId="478"/>
          <ac:spMkLst>
            <pc:docMk/>
            <pc:sldMk cId="3410455670" sldId="256"/>
            <ac:spMk id="7" creationId="{7C6389E9-6965-0F26-A0A0-91A095C7C29F}"/>
          </ac:spMkLst>
        </pc:spChg>
        <pc:spChg chg="add mod">
          <ac:chgData name="Osvaldo Luiz Santos Pereira" userId="c308351cf5a860c7" providerId="LiveId" clId="{30D4B243-E56E-4CD9-9C49-7B140616515F}" dt="2025-10-28T22:10:09.690" v="588" actId="465"/>
          <ac:spMkLst>
            <pc:docMk/>
            <pc:sldMk cId="3410455670" sldId="256"/>
            <ac:spMk id="8" creationId="{5CB4A4C4-DCF8-C703-A925-C913A6D1AC19}"/>
          </ac:spMkLst>
        </pc:spChg>
        <pc:spChg chg="add mod">
          <ac:chgData name="Osvaldo Luiz Santos Pereira" userId="c308351cf5a860c7" providerId="LiveId" clId="{30D4B243-E56E-4CD9-9C49-7B140616515F}" dt="2025-10-28T22:10:09.690" v="588" actId="465"/>
          <ac:spMkLst>
            <pc:docMk/>
            <pc:sldMk cId="3410455670" sldId="256"/>
            <ac:spMk id="11" creationId="{F123AF78-CC32-4FF2-2069-BD72A1BC0536}"/>
          </ac:spMkLst>
        </pc:spChg>
        <pc:spChg chg="mod">
          <ac:chgData name="Osvaldo Luiz Santos Pereira" userId="c308351cf5a860c7" providerId="LiveId" clId="{30D4B243-E56E-4CD9-9C49-7B140616515F}" dt="2025-10-28T22:10:14.567" v="589" actId="1076"/>
          <ac:spMkLst>
            <pc:docMk/>
            <pc:sldMk cId="3410455670" sldId="256"/>
            <ac:spMk id="16" creationId="{529E8C7E-2923-C8E3-557C-5AA38FE8B686}"/>
          </ac:spMkLst>
        </pc:spChg>
        <pc:spChg chg="add mod">
          <ac:chgData name="Osvaldo Luiz Santos Pereira" userId="c308351cf5a860c7" providerId="LiveId" clId="{30D4B243-E56E-4CD9-9C49-7B140616515F}" dt="2025-10-28T22:09:58.101" v="587" actId="1076"/>
          <ac:spMkLst>
            <pc:docMk/>
            <pc:sldMk cId="3410455670" sldId="256"/>
            <ac:spMk id="17" creationId="{38284372-FD36-691D-E26B-A36D7AA476BA}"/>
          </ac:spMkLst>
        </pc:spChg>
        <pc:cxnChg chg="mod">
          <ac:chgData name="Osvaldo Luiz Santos Pereira" userId="c308351cf5a860c7" providerId="LiveId" clId="{30D4B243-E56E-4CD9-9C49-7B140616515F}" dt="2025-10-28T22:03:10.258" v="469" actId="1076"/>
          <ac:cxnSpMkLst>
            <pc:docMk/>
            <pc:sldMk cId="3410455670" sldId="256"/>
            <ac:cxnSpMk id="5" creationId="{FF102456-5362-2191-8CE5-272A7544A499}"/>
          </ac:cxnSpMkLst>
        </pc:cxnChg>
      </pc:sldChg>
    </pc:docChg>
  </pc:docChgLst>
  <pc:docChgLst>
    <pc:chgData name="Osvaldo Luiz Santos Pereira" userId="c308351cf5a860c7" providerId="LiveId" clId="{8CE126F1-9C67-453B-98E3-4CC556F350D6}"/>
    <pc:docChg chg="custSel addSld modSld">
      <pc:chgData name="Osvaldo Luiz Santos Pereira" userId="c308351cf5a860c7" providerId="LiveId" clId="{8CE126F1-9C67-453B-98E3-4CC556F350D6}" dt="2025-07-20T22:13:17.034" v="38"/>
      <pc:docMkLst>
        <pc:docMk/>
      </pc:docMkLst>
      <pc:sldChg chg="addSp delSp modSp new mod modTransition">
        <pc:chgData name="Osvaldo Luiz Santos Pereira" userId="c308351cf5a860c7" providerId="LiveId" clId="{8CE126F1-9C67-453B-98E3-4CC556F350D6}" dt="2025-07-20T22:13:17.034" v="38"/>
        <pc:sldMkLst>
          <pc:docMk/>
          <pc:sldMk cId="3410455670" sldId="256"/>
        </pc:sldMkLst>
      </pc:sldChg>
    </pc:docChg>
  </pc:docChgLst>
  <pc:docChgLst>
    <pc:chgData name="Osvaldo Luiz Santos Pereira" userId="c308351cf5a860c7" providerId="LiveId" clId="{9695723C-3F98-416A-B4B4-C99EBF7519D5}"/>
    <pc:docChg chg="undo custSel modSld">
      <pc:chgData name="Osvaldo Luiz Santos Pereira" userId="c308351cf5a860c7" providerId="LiveId" clId="{9695723C-3F98-416A-B4B4-C99EBF7519D5}" dt="2025-07-31T19:23:47.059" v="476"/>
      <pc:docMkLst>
        <pc:docMk/>
      </pc:docMkLst>
      <pc:sldChg chg="addSp delSp modSp mod modAnim">
        <pc:chgData name="Osvaldo Luiz Santos Pereira" userId="c308351cf5a860c7" providerId="LiveId" clId="{9695723C-3F98-416A-B4B4-C99EBF7519D5}" dt="2025-07-31T19:23:47.059" v="476"/>
        <pc:sldMkLst>
          <pc:docMk/>
          <pc:sldMk cId="3410455670" sldId="25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882" y="1496484"/>
            <a:ext cx="4373325" cy="3183467"/>
          </a:xfrm>
        </p:spPr>
        <p:txBody>
          <a:bodyPr anchor="b"/>
          <a:lstStyle>
            <a:lvl1pPr algn="ctr"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3136" y="4802717"/>
            <a:ext cx="3858816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266" indent="0" algn="ctr">
              <a:buNone/>
              <a:defRPr sz="1125"/>
            </a:lvl2pPr>
            <a:lvl3pPr marL="514533" indent="0" algn="ctr">
              <a:buNone/>
              <a:defRPr sz="1013"/>
            </a:lvl3pPr>
            <a:lvl4pPr marL="771799" indent="0" algn="ctr">
              <a:buNone/>
              <a:defRPr sz="900"/>
            </a:lvl4pPr>
            <a:lvl5pPr marL="1029066" indent="0" algn="ctr">
              <a:buNone/>
              <a:defRPr sz="900"/>
            </a:lvl5pPr>
            <a:lvl6pPr marL="1286332" indent="0" algn="ctr">
              <a:buNone/>
              <a:defRPr sz="900"/>
            </a:lvl6pPr>
            <a:lvl7pPr marL="1543599" indent="0" algn="ctr">
              <a:buNone/>
              <a:defRPr sz="900"/>
            </a:lvl7pPr>
            <a:lvl8pPr marL="1800865" indent="0" algn="ctr">
              <a:buNone/>
              <a:defRPr sz="900"/>
            </a:lvl8pPr>
            <a:lvl9pPr marL="2058132" indent="0" algn="ctr">
              <a:buNone/>
              <a:defRPr sz="9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574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307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1046" y="2279653"/>
            <a:ext cx="4437638" cy="3803649"/>
          </a:xfrm>
        </p:spPr>
        <p:txBody>
          <a:bodyPr anchor="b"/>
          <a:lstStyle>
            <a:lvl1pPr>
              <a:defRPr sz="337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046" y="6119286"/>
            <a:ext cx="4437638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266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533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7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9066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63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599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86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8132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59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725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4701" y="2434167"/>
            <a:ext cx="2186662" cy="5801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749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486836"/>
            <a:ext cx="4437638" cy="176741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396" y="2241551"/>
            <a:ext cx="217661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396" y="3340100"/>
            <a:ext cx="217661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4701" y="2241551"/>
            <a:ext cx="2187333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266" indent="0">
              <a:buNone/>
              <a:defRPr sz="1125" b="1"/>
            </a:lvl2pPr>
            <a:lvl3pPr marL="514533" indent="0">
              <a:buNone/>
              <a:defRPr sz="1013" b="1"/>
            </a:lvl3pPr>
            <a:lvl4pPr marL="771799" indent="0">
              <a:buNone/>
              <a:defRPr sz="900" b="1"/>
            </a:lvl4pPr>
            <a:lvl5pPr marL="1029066" indent="0">
              <a:buNone/>
              <a:defRPr sz="900" b="1"/>
            </a:lvl5pPr>
            <a:lvl6pPr marL="1286332" indent="0">
              <a:buNone/>
              <a:defRPr sz="900" b="1"/>
            </a:lvl6pPr>
            <a:lvl7pPr marL="1543599" indent="0">
              <a:buNone/>
              <a:defRPr sz="900" b="1"/>
            </a:lvl7pPr>
            <a:lvl8pPr marL="1800865" indent="0">
              <a:buNone/>
              <a:defRPr sz="900" b="1"/>
            </a:lvl8pPr>
            <a:lvl9pPr marL="2058132" indent="0">
              <a:buNone/>
              <a:defRPr sz="9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4701" y="3340100"/>
            <a:ext cx="2187333" cy="491278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9333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0195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470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7332" y="1316569"/>
            <a:ext cx="2604701" cy="6498167"/>
          </a:xfrm>
        </p:spPr>
        <p:txBody>
          <a:bodyPr/>
          <a:lstStyle>
            <a:lvl1pPr>
              <a:defRPr sz="1801"/>
            </a:lvl1pPr>
            <a:lvl2pPr>
              <a:defRPr sz="1576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2059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395" y="609600"/>
            <a:ext cx="1659425" cy="2133600"/>
          </a:xfrm>
        </p:spPr>
        <p:txBody>
          <a:bodyPr anchor="b"/>
          <a:lstStyle>
            <a:lvl1pPr>
              <a:defRPr sz="180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7332" y="1316569"/>
            <a:ext cx="2604701" cy="6498167"/>
          </a:xfrm>
        </p:spPr>
        <p:txBody>
          <a:bodyPr anchor="t"/>
          <a:lstStyle>
            <a:lvl1pPr marL="0" indent="0">
              <a:buNone/>
              <a:defRPr sz="1801"/>
            </a:lvl1pPr>
            <a:lvl2pPr marL="257266" indent="0">
              <a:buNone/>
              <a:defRPr sz="1576"/>
            </a:lvl2pPr>
            <a:lvl3pPr marL="514533" indent="0">
              <a:buNone/>
              <a:defRPr sz="1350"/>
            </a:lvl3pPr>
            <a:lvl4pPr marL="771799" indent="0">
              <a:buNone/>
              <a:defRPr sz="1125"/>
            </a:lvl4pPr>
            <a:lvl5pPr marL="1029066" indent="0">
              <a:buNone/>
              <a:defRPr sz="1125"/>
            </a:lvl5pPr>
            <a:lvl6pPr marL="1286332" indent="0">
              <a:buNone/>
              <a:defRPr sz="1125"/>
            </a:lvl6pPr>
            <a:lvl7pPr marL="1543599" indent="0">
              <a:buNone/>
              <a:defRPr sz="1125"/>
            </a:lvl7pPr>
            <a:lvl8pPr marL="1800865" indent="0">
              <a:buNone/>
              <a:defRPr sz="1125"/>
            </a:lvl8pPr>
            <a:lvl9pPr marL="2058132" indent="0">
              <a:buNone/>
              <a:defRPr sz="1125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395" y="2743200"/>
            <a:ext cx="1659425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266" indent="0">
              <a:buNone/>
              <a:defRPr sz="788"/>
            </a:lvl2pPr>
            <a:lvl3pPr marL="514533" indent="0">
              <a:buNone/>
              <a:defRPr sz="675"/>
            </a:lvl3pPr>
            <a:lvl4pPr marL="771799" indent="0">
              <a:buNone/>
              <a:defRPr sz="563"/>
            </a:lvl4pPr>
            <a:lvl5pPr marL="1029066" indent="0">
              <a:buNone/>
              <a:defRPr sz="563"/>
            </a:lvl5pPr>
            <a:lvl6pPr marL="1286332" indent="0">
              <a:buNone/>
              <a:defRPr sz="563"/>
            </a:lvl6pPr>
            <a:lvl7pPr marL="1543599" indent="0">
              <a:buNone/>
              <a:defRPr sz="563"/>
            </a:lvl7pPr>
            <a:lvl8pPr marL="1800865" indent="0">
              <a:buNone/>
              <a:defRPr sz="563"/>
            </a:lvl8pPr>
            <a:lvl9pPr marL="2058132" indent="0">
              <a:buNone/>
              <a:defRPr sz="563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550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084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1954" y="486834"/>
            <a:ext cx="1109410" cy="77491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725" y="486834"/>
            <a:ext cx="3263915" cy="77491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733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725" y="486836"/>
            <a:ext cx="4437638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725" y="2434167"/>
            <a:ext cx="4437638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725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D562CB-6E9B-4530-A46B-47C426A19172}" type="datetimeFigureOut">
              <a:rPr lang="pt-BR" smtClean="0"/>
              <a:t>28/10/2025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4311" y="8475136"/>
            <a:ext cx="173646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3718" y="8475136"/>
            <a:ext cx="115764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47B73-A983-4ABB-B6AD-9935570360C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375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514533" rtl="0" eaLnBrk="1" latinLnBrk="0" hangingPunct="1">
        <a:lnSpc>
          <a:spcPct val="90000"/>
        </a:lnSpc>
        <a:spcBef>
          <a:spcPct val="0"/>
        </a:spcBef>
        <a:buNone/>
        <a:defRPr sz="247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633" indent="-128633" algn="l" defTabSz="514533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6" kern="1200">
          <a:solidFill>
            <a:schemeClr val="tx1"/>
          </a:solidFill>
          <a:latin typeface="+mn-lt"/>
          <a:ea typeface="+mn-ea"/>
          <a:cs typeface="+mn-cs"/>
        </a:defRPr>
      </a:lvl1pPr>
      <a:lvl2pPr marL="385900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3166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433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699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9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2232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9498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6765" indent="-128633" algn="l" defTabSz="514533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2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533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7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9066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63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599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865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8132" algn="l" defTabSz="514533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/>
              <p:nvPr/>
            </p:nvSpPr>
            <p:spPr>
              <a:xfrm>
                <a:off x="489430" y="287582"/>
                <a:ext cx="113569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2" name="CaixaDeTexto 1">
                <a:extLst>
                  <a:ext uri="{FF2B5EF4-FFF2-40B4-BE49-F238E27FC236}">
                    <a16:creationId xmlns:a16="http://schemas.microsoft.com/office/drawing/2014/main" id="{D0F76A19-FCFA-BE77-FD1E-422BF7ED78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30" y="287582"/>
                <a:ext cx="1135696" cy="307777"/>
              </a:xfrm>
              <a:prstGeom prst="rect">
                <a:avLst/>
              </a:prstGeom>
              <a:blipFill>
                <a:blip r:embed="rId2"/>
                <a:stretch>
                  <a:fillRect l="-2674" r="-2139" b="-2352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Conector reto 4">
            <a:extLst>
              <a:ext uri="{FF2B5EF4-FFF2-40B4-BE49-F238E27FC236}">
                <a16:creationId xmlns:a16="http://schemas.microsoft.com/office/drawing/2014/main" id="{FF102456-5362-2191-8CE5-272A7544A499}"/>
              </a:ext>
            </a:extLst>
          </p:cNvPr>
          <p:cNvCxnSpPr/>
          <p:nvPr/>
        </p:nvCxnSpPr>
        <p:spPr>
          <a:xfrm>
            <a:off x="587829" y="1920239"/>
            <a:ext cx="3958045" cy="0"/>
          </a:xfrm>
          <a:prstGeom prst="line">
            <a:avLst/>
          </a:prstGeom>
          <a:ln w="3810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tângulo 15">
            <a:extLst>
              <a:ext uri="{FF2B5EF4-FFF2-40B4-BE49-F238E27FC236}">
                <a16:creationId xmlns:a16="http://schemas.microsoft.com/office/drawing/2014/main" id="{529E8C7E-2923-C8E3-557C-5AA38FE8B686}"/>
              </a:ext>
            </a:extLst>
          </p:cNvPr>
          <p:cNvSpPr/>
          <p:nvPr/>
        </p:nvSpPr>
        <p:spPr>
          <a:xfrm>
            <a:off x="3892569" y="5937192"/>
            <a:ext cx="399232" cy="399232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/>
              <p:nvPr/>
            </p:nvSpPr>
            <p:spPr>
              <a:xfrm>
                <a:off x="489430" y="2315201"/>
                <a:ext cx="2064091" cy="630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</m:den>
                      </m:f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CFF9D6A-C2E4-D554-9FEB-DCCF6F467B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30" y="2315201"/>
                <a:ext cx="2064091" cy="6308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/>
              <p:nvPr/>
            </p:nvSpPr>
            <p:spPr>
              <a:xfrm>
                <a:off x="412029" y="3605146"/>
                <a:ext cx="1115626" cy="5270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5CB4A4C4-DCF8-C703-A925-C913A6D1A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29" y="3605146"/>
                <a:ext cx="1115626" cy="52706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/>
              <p:nvPr/>
            </p:nvSpPr>
            <p:spPr>
              <a:xfrm>
                <a:off x="412029" y="4791344"/>
                <a:ext cx="290592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sz="2000" i="1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𝑥𝑦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F123AF78-CC32-4FF2-2069-BD72A1BC0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029" y="4791344"/>
                <a:ext cx="2905924" cy="307777"/>
              </a:xfrm>
              <a:prstGeom prst="rect">
                <a:avLst/>
              </a:prstGeom>
              <a:blipFill>
                <a:blip r:embed="rId5"/>
                <a:stretch>
                  <a:fillRect l="-840" r="-2731" b="-34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/>
              <p:nvPr/>
            </p:nvSpPr>
            <p:spPr>
              <a:xfrm>
                <a:off x="395201" y="5758252"/>
                <a:ext cx="2107051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38284372-FD36-691D-E26B-A36D7AA47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01" y="5758252"/>
                <a:ext cx="2107051" cy="5781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/>
              <p:nvPr/>
            </p:nvSpPr>
            <p:spPr>
              <a:xfrm>
                <a:off x="464103" y="821489"/>
                <a:ext cx="1186350" cy="6308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pt-BR" sz="2000" i="1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pt-BR" sz="2000" i="1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9490B98-AB8F-BCAC-06B6-DDB1382D4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103" y="821489"/>
                <a:ext cx="1186350" cy="6308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62E4E0C-F8A5-576A-C05E-E5BF0D944307}"/>
                  </a:ext>
                </a:extLst>
              </p:cNvPr>
              <p:cNvSpPr txBox="1"/>
              <p:nvPr/>
            </p:nvSpPr>
            <p:spPr>
              <a:xfrm>
                <a:off x="2614334" y="753534"/>
                <a:ext cx="12782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pt-BR" sz="2000" b="0" i="1" smtClean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t-BR" sz="2000" b="0" i="1" smtClean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=?</m:t>
                      </m:r>
                    </m:oMath>
                  </m:oMathPara>
                </a14:m>
                <a:endParaRPr lang="pt-BR" sz="2000" dirty="0">
                  <a:solidFill>
                    <a:srgbClr val="FFFFFF"/>
                  </a:solidFill>
                </a:endParaRPr>
              </a:p>
            </p:txBody>
          </p:sp>
        </mc:Choice>
        <mc:Fallback>
          <p:sp>
            <p:nvSpPr>
              <p:cNvPr id="3" name="CaixaDeTexto 2">
                <a:extLst>
                  <a:ext uri="{FF2B5EF4-FFF2-40B4-BE49-F238E27FC236}">
                    <a16:creationId xmlns:a16="http://schemas.microsoft.com/office/drawing/2014/main" id="{D62E4E0C-F8A5-576A-C05E-E5BF0D9443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334" y="753534"/>
                <a:ext cx="1278235" cy="307777"/>
              </a:xfrm>
              <a:prstGeom prst="rect">
                <a:avLst/>
              </a:prstGeom>
              <a:blipFill>
                <a:blip r:embed="rId8"/>
                <a:stretch>
                  <a:fillRect l="-2857" t="-2000" r="-4286" b="-2600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0455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4" grpId="0"/>
      <p:bldP spid="8" grpId="0"/>
      <p:bldP spid="11" grpId="0"/>
      <p:bldP spid="17" grpId="0"/>
    </p:bldLst>
  </p:timing>
</p:sld>
</file>

<file path=ppt/theme/theme1.xml><?xml version="1.0" encoding="utf-8"?>
<a:theme xmlns:a="http://schemas.openxmlformats.org/drawingml/2006/main" name="Tema do Office">
  <a:themeElements>
    <a:clrScheme name="Personalizada 1">
      <a:dk1>
        <a:sysClr val="windowText" lastClr="000000"/>
      </a:dk1>
      <a:lt1>
        <a:srgbClr val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292</TotalTime>
  <Words>40</Words>
  <Application>Microsoft Office PowerPoint</Application>
  <PresentationFormat>Personalizar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Osvaldo Luiz Santos Pereira</dc:creator>
  <cp:lastModifiedBy>Osvaldo Luiz Santos Pereira</cp:lastModifiedBy>
  <cp:revision>1</cp:revision>
  <dcterms:created xsi:type="dcterms:W3CDTF">2025-07-20T22:11:02Z</dcterms:created>
  <dcterms:modified xsi:type="dcterms:W3CDTF">2025-10-28T22:11:10Z</dcterms:modified>
</cp:coreProperties>
</file>