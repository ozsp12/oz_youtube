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5145088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8000"/>
    <a:srgbClr val="DEFF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9108C6-A8BC-4651-86FD-A2512E48B452}" v="136" dt="2025-09-25T22:04:26.0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4660"/>
  </p:normalViewPr>
  <p:slideViewPr>
    <p:cSldViewPr snapToGrid="0">
      <p:cViewPr varScale="1">
        <p:scale>
          <a:sx n="73" d="100"/>
          <a:sy n="73" d="100"/>
        </p:scale>
        <p:origin x="3876" y="294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09CC957C-A866-436E-BCBD-A3218F29A105}"/>
    <pc:docChg chg="custSel delSld modSld">
      <pc:chgData name="Osvaldo Luiz Santos Pereira" userId="c308351cf5a860c7" providerId="LiveId" clId="{09CC957C-A866-436E-BCBD-A3218F29A105}" dt="2025-07-31T01:43:11.318" v="197"/>
      <pc:docMkLst>
        <pc:docMk/>
      </pc:docMkLst>
      <pc:sldChg chg="addSp delSp modSp mod delAnim modAnim">
        <pc:chgData name="Osvaldo Luiz Santos Pereira" userId="c308351cf5a860c7" providerId="LiveId" clId="{09CC957C-A866-436E-BCBD-A3218F29A105}" dt="2025-07-31T01:43:11.318" v="197"/>
        <pc:sldMkLst>
          <pc:docMk/>
          <pc:sldMk cId="3410455670" sldId="256"/>
        </pc:sldMkLst>
      </pc:sldChg>
      <pc:sldChg chg="del">
        <pc:chgData name="Osvaldo Luiz Santos Pereira" userId="c308351cf5a860c7" providerId="LiveId" clId="{09CC957C-A866-436E-BCBD-A3218F29A105}" dt="2025-07-31T01:11:34.734" v="0" actId="47"/>
        <pc:sldMkLst>
          <pc:docMk/>
          <pc:sldMk cId="3035553506" sldId="258"/>
        </pc:sldMkLst>
      </pc:sldChg>
    </pc:docChg>
  </pc:docChgLst>
  <pc:docChgLst>
    <pc:chgData name="Osvaldo Luiz Santos Pereira" userId="c308351cf5a860c7" providerId="LiveId" clId="{314F6986-35C7-459E-BEBC-8B054F639C7A}"/>
    <pc:docChg chg="custSel modSld">
      <pc:chgData name="Osvaldo Luiz Santos Pereira" userId="c308351cf5a860c7" providerId="LiveId" clId="{314F6986-35C7-459E-BEBC-8B054F639C7A}" dt="2025-07-23T02:05:05.414" v="59" actId="22"/>
      <pc:docMkLst>
        <pc:docMk/>
      </pc:docMkLst>
      <pc:sldChg chg="addSp delSp modSp mod">
        <pc:chgData name="Osvaldo Luiz Santos Pereira" userId="c308351cf5a860c7" providerId="LiveId" clId="{314F6986-35C7-459E-BEBC-8B054F639C7A}" dt="2025-07-23T02:05:05.414" v="59" actId="22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4947ECA9-0EC0-49A1-ABAD-815BBEA2BB5D}"/>
    <pc:docChg chg="custSel modSld">
      <pc:chgData name="Osvaldo Luiz Santos Pereira" userId="c308351cf5a860c7" providerId="LiveId" clId="{4947ECA9-0EC0-49A1-ABAD-815BBEA2BB5D}" dt="2025-07-31T09:43:47.489" v="0" actId="478"/>
      <pc:docMkLst>
        <pc:docMk/>
      </pc:docMkLst>
      <pc:sldChg chg="delSp mod delAnim">
        <pc:chgData name="Osvaldo Luiz Santos Pereira" userId="c308351cf5a860c7" providerId="LiveId" clId="{4947ECA9-0EC0-49A1-ABAD-815BBEA2BB5D}" dt="2025-07-31T09:43:47.489" v="0" actId="478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D0CA227D-4EA4-4245-8FAB-072EBAFFE4B2}"/>
    <pc:docChg chg="undo custSel addSld delSld modSld">
      <pc:chgData name="Osvaldo Luiz Santos Pereira" userId="c308351cf5a860c7" providerId="LiveId" clId="{D0CA227D-4EA4-4245-8FAB-072EBAFFE4B2}" dt="2025-07-29T23:56:14.042" v="1012"/>
      <pc:docMkLst>
        <pc:docMk/>
      </pc:docMkLst>
      <pc:sldChg chg="addSp delSp modSp mod modTransition delAnim modAnim">
        <pc:chgData name="Osvaldo Luiz Santos Pereira" userId="c308351cf5a860c7" providerId="LiveId" clId="{D0CA227D-4EA4-4245-8FAB-072EBAFFE4B2}" dt="2025-07-29T23:54:39.889" v="990"/>
        <pc:sldMkLst>
          <pc:docMk/>
          <pc:sldMk cId="3410455670" sldId="256"/>
        </pc:sldMkLst>
      </pc:sldChg>
      <pc:sldChg chg="addSp delSp modSp add del mod delAnim modAnim">
        <pc:chgData name="Osvaldo Luiz Santos Pereira" userId="c308351cf5a860c7" providerId="LiveId" clId="{D0CA227D-4EA4-4245-8FAB-072EBAFFE4B2}" dt="2025-07-29T23:38:37.979" v="936" actId="47"/>
        <pc:sldMkLst>
          <pc:docMk/>
          <pc:sldMk cId="43532862" sldId="257"/>
        </pc:sldMkLst>
      </pc:sldChg>
      <pc:sldChg chg="addSp delSp modSp add del mod">
        <pc:chgData name="Osvaldo Luiz Santos Pereira" userId="c308351cf5a860c7" providerId="LiveId" clId="{D0CA227D-4EA4-4245-8FAB-072EBAFFE4B2}" dt="2025-07-29T22:59:27.953" v="360" actId="47"/>
        <pc:sldMkLst>
          <pc:docMk/>
          <pc:sldMk cId="3898747450" sldId="257"/>
        </pc:sldMkLst>
      </pc:sldChg>
      <pc:sldChg chg="addSp delSp modSp add mod modTransition delAnim modAnim">
        <pc:chgData name="Osvaldo Luiz Santos Pereira" userId="c308351cf5a860c7" providerId="LiveId" clId="{D0CA227D-4EA4-4245-8FAB-072EBAFFE4B2}" dt="2025-07-29T23:56:14.042" v="1012"/>
        <pc:sldMkLst>
          <pc:docMk/>
          <pc:sldMk cId="3035553506" sldId="258"/>
        </pc:sldMkLst>
      </pc:sldChg>
      <pc:sldChg chg="add del">
        <pc:chgData name="Osvaldo Luiz Santos Pereira" userId="c308351cf5a860c7" providerId="LiveId" clId="{D0CA227D-4EA4-4245-8FAB-072EBAFFE4B2}" dt="2025-07-29T23:22:42.796" v="706" actId="47"/>
        <pc:sldMkLst>
          <pc:docMk/>
          <pc:sldMk cId="1065665217" sldId="259"/>
        </pc:sldMkLst>
      </pc:sldChg>
    </pc:docChg>
  </pc:docChgLst>
  <pc:docChgLst>
    <pc:chgData name="Osvaldo Luiz Santos Pereira" userId="c308351cf5a860c7" providerId="LiveId" clId="{30D4B243-E56E-4CD9-9C49-7B140616515F}"/>
    <pc:docChg chg="undo custSel modSld">
      <pc:chgData name="Osvaldo Luiz Santos Pereira" userId="c308351cf5a860c7" providerId="LiveId" clId="{30D4B243-E56E-4CD9-9C49-7B140616515F}" dt="2025-09-25T22:04:26.029" v="368"/>
      <pc:docMkLst>
        <pc:docMk/>
      </pc:docMkLst>
      <pc:sldChg chg="addSp delSp modSp mod modTransition delAnim modAnim">
        <pc:chgData name="Osvaldo Luiz Santos Pereira" userId="c308351cf5a860c7" providerId="LiveId" clId="{30D4B243-E56E-4CD9-9C49-7B140616515F}" dt="2025-09-25T22:04:26.029" v="368"/>
        <pc:sldMkLst>
          <pc:docMk/>
          <pc:sldMk cId="3410455670" sldId="256"/>
        </pc:sldMkLst>
        <pc:spChg chg="mod">
          <ac:chgData name="Osvaldo Luiz Santos Pereira" userId="c308351cf5a860c7" providerId="LiveId" clId="{30D4B243-E56E-4CD9-9C49-7B140616515F}" dt="2025-09-25T21:59:26.705" v="230" actId="1076"/>
          <ac:spMkLst>
            <pc:docMk/>
            <pc:sldMk cId="3410455670" sldId="256"/>
            <ac:spMk id="2" creationId="{D0F76A19-FCFA-BE77-FD1E-422BF7ED783C}"/>
          </ac:spMkLst>
        </pc:spChg>
        <pc:spChg chg="add mod">
          <ac:chgData name="Osvaldo Luiz Santos Pereira" userId="c308351cf5a860c7" providerId="LiveId" clId="{30D4B243-E56E-4CD9-9C49-7B140616515F}" dt="2025-09-25T22:00:07.917" v="276" actId="20577"/>
          <ac:spMkLst>
            <pc:docMk/>
            <pc:sldMk cId="3410455670" sldId="256"/>
            <ac:spMk id="3" creationId="{D8B0723F-C647-BACD-ACD2-D0E2F8297BB8}"/>
          </ac:spMkLst>
        </pc:spChg>
        <pc:spChg chg="add mod">
          <ac:chgData name="Osvaldo Luiz Santos Pereira" userId="c308351cf5a860c7" providerId="LiveId" clId="{30D4B243-E56E-4CD9-9C49-7B140616515F}" dt="2025-09-25T22:00:55.732" v="294" actId="20577"/>
          <ac:spMkLst>
            <pc:docMk/>
            <pc:sldMk cId="3410455670" sldId="256"/>
            <ac:spMk id="4" creationId="{ACFF9D6A-C2E4-D554-9FEB-DCCF6F467B3E}"/>
          </ac:spMkLst>
        </pc:spChg>
        <pc:spChg chg="add mod">
          <ac:chgData name="Osvaldo Luiz Santos Pereira" userId="c308351cf5a860c7" providerId="LiveId" clId="{30D4B243-E56E-4CD9-9C49-7B140616515F}" dt="2025-09-25T22:02:48.637" v="330" actId="1076"/>
          <ac:spMkLst>
            <pc:docMk/>
            <pc:sldMk cId="3410455670" sldId="256"/>
            <ac:spMk id="8" creationId="{5CB4A4C4-DCF8-C703-A925-C913A6D1AC19}"/>
          </ac:spMkLst>
        </pc:spChg>
        <pc:spChg chg="add mod">
          <ac:chgData name="Osvaldo Luiz Santos Pereira" userId="c308351cf5a860c7" providerId="LiveId" clId="{30D4B243-E56E-4CD9-9C49-7B140616515F}" dt="2025-09-25T22:03:33.590" v="354" actId="20577"/>
          <ac:spMkLst>
            <pc:docMk/>
            <pc:sldMk cId="3410455670" sldId="256"/>
            <ac:spMk id="11" creationId="{F123AF78-CC32-4FF2-2069-BD72A1BC0536}"/>
          </ac:spMkLst>
        </pc:spChg>
        <pc:spChg chg="mod">
          <ac:chgData name="Osvaldo Luiz Santos Pereira" userId="c308351cf5a860c7" providerId="LiveId" clId="{30D4B243-E56E-4CD9-9C49-7B140616515F}" dt="2025-09-20T13:09:17.998" v="208" actId="1076"/>
          <ac:spMkLst>
            <pc:docMk/>
            <pc:sldMk cId="3410455670" sldId="256"/>
            <ac:spMk id="16" creationId="{529E8C7E-2923-C8E3-557C-5AA38FE8B686}"/>
          </ac:spMkLst>
        </pc:spChg>
        <pc:spChg chg="add mod">
          <ac:chgData name="Osvaldo Luiz Santos Pereira" userId="c308351cf5a860c7" providerId="LiveId" clId="{30D4B243-E56E-4CD9-9C49-7B140616515F}" dt="2025-09-25T22:04:26.029" v="368"/>
          <ac:spMkLst>
            <pc:docMk/>
            <pc:sldMk cId="3410455670" sldId="256"/>
            <ac:spMk id="17" creationId="{38284372-FD36-691D-E26B-A36D7AA476BA}"/>
          </ac:spMkLst>
        </pc:spChg>
        <pc:picChg chg="add del mod">
          <ac:chgData name="Osvaldo Luiz Santos Pereira" userId="c308351cf5a860c7" providerId="LiveId" clId="{30D4B243-E56E-4CD9-9C49-7B140616515F}" dt="2025-09-25T22:02:08.330" v="310" actId="478"/>
          <ac:picMkLst>
            <pc:docMk/>
            <pc:sldMk cId="3410455670" sldId="256"/>
            <ac:picMk id="6" creationId="{9196B0B1-D6DF-CB68-4B18-7C31744A3711}"/>
          </ac:picMkLst>
        </pc:picChg>
        <pc:picChg chg="add mod">
          <ac:chgData name="Osvaldo Luiz Santos Pereira" userId="c308351cf5a860c7" providerId="LiveId" clId="{30D4B243-E56E-4CD9-9C49-7B140616515F}" dt="2025-09-20T13:06:41.949" v="178" actId="1076"/>
          <ac:picMkLst>
            <pc:docMk/>
            <pc:sldMk cId="3410455670" sldId="256"/>
            <ac:picMk id="14" creationId="{16330F1D-27A9-375C-179A-7F2C10A173AC}"/>
          </ac:picMkLst>
        </pc:picChg>
      </pc:sldChg>
    </pc:docChg>
  </pc:docChgLst>
  <pc:docChgLst>
    <pc:chgData name="Osvaldo Luiz Santos Pereira" userId="c308351cf5a860c7" providerId="LiveId" clId="{8CE126F1-9C67-453B-98E3-4CC556F350D6}"/>
    <pc:docChg chg="custSel addSld modSld">
      <pc:chgData name="Osvaldo Luiz Santos Pereira" userId="c308351cf5a860c7" providerId="LiveId" clId="{8CE126F1-9C67-453B-98E3-4CC556F350D6}" dt="2025-07-20T22:13:17.034" v="38"/>
      <pc:docMkLst>
        <pc:docMk/>
      </pc:docMkLst>
      <pc:sldChg chg="addSp delSp modSp new mod modTransition">
        <pc:chgData name="Osvaldo Luiz Santos Pereira" userId="c308351cf5a860c7" providerId="LiveId" clId="{8CE126F1-9C67-453B-98E3-4CC556F350D6}" dt="2025-07-20T22:13:17.034" v="38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9695723C-3F98-416A-B4B4-C99EBF7519D5}"/>
    <pc:docChg chg="undo custSel modSld">
      <pc:chgData name="Osvaldo Luiz Santos Pereira" userId="c308351cf5a860c7" providerId="LiveId" clId="{9695723C-3F98-416A-B4B4-C99EBF7519D5}" dt="2025-07-31T19:23:47.059" v="476"/>
      <pc:docMkLst>
        <pc:docMk/>
      </pc:docMkLst>
      <pc:sldChg chg="addSp delSp modSp mod modAnim">
        <pc:chgData name="Osvaldo Luiz Santos Pereira" userId="c308351cf5a860c7" providerId="LiveId" clId="{9695723C-3F98-416A-B4B4-C99EBF7519D5}" dt="2025-07-31T19:23:47.059" v="476"/>
        <pc:sldMkLst>
          <pc:docMk/>
          <pc:sldMk cId="341045567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882" y="1496484"/>
            <a:ext cx="4373325" cy="3183467"/>
          </a:xfrm>
        </p:spPr>
        <p:txBody>
          <a:bodyPr anchor="b"/>
          <a:lstStyle>
            <a:lvl1pPr algn="ctr"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3136" y="4802717"/>
            <a:ext cx="3858816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266" indent="0" algn="ctr">
              <a:buNone/>
              <a:defRPr sz="1125"/>
            </a:lvl2pPr>
            <a:lvl3pPr marL="514533" indent="0" algn="ctr">
              <a:buNone/>
              <a:defRPr sz="1013"/>
            </a:lvl3pPr>
            <a:lvl4pPr marL="771799" indent="0" algn="ctr">
              <a:buNone/>
              <a:defRPr sz="900"/>
            </a:lvl4pPr>
            <a:lvl5pPr marL="1029066" indent="0" algn="ctr">
              <a:buNone/>
              <a:defRPr sz="900"/>
            </a:lvl5pPr>
            <a:lvl6pPr marL="1286332" indent="0" algn="ctr">
              <a:buNone/>
              <a:defRPr sz="900"/>
            </a:lvl6pPr>
            <a:lvl7pPr marL="1543599" indent="0" algn="ctr">
              <a:buNone/>
              <a:defRPr sz="900"/>
            </a:lvl7pPr>
            <a:lvl8pPr marL="1800865" indent="0" algn="ctr">
              <a:buNone/>
              <a:defRPr sz="900"/>
            </a:lvl8pPr>
            <a:lvl9pPr marL="2058132" indent="0" algn="ctr">
              <a:buNone/>
              <a:defRPr sz="9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574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07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046" y="2279653"/>
            <a:ext cx="4437638" cy="3803649"/>
          </a:xfrm>
        </p:spPr>
        <p:txBody>
          <a:bodyPr anchor="b"/>
          <a:lstStyle>
            <a:lvl1pPr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1046" y="6119286"/>
            <a:ext cx="4437638" cy="200024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266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533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7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9066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63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5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86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81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59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3725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4701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749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486836"/>
            <a:ext cx="4437638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4396" y="2241551"/>
            <a:ext cx="217661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4396" y="3340100"/>
            <a:ext cx="217661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04701" y="2241551"/>
            <a:ext cx="218733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04701" y="3340100"/>
            <a:ext cx="218733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333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0195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4700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7332" y="1316569"/>
            <a:ext cx="2604701" cy="6498167"/>
          </a:xfrm>
        </p:spPr>
        <p:txBody>
          <a:bodyPr/>
          <a:lstStyle>
            <a:lvl1pPr>
              <a:defRPr sz="1801"/>
            </a:lvl1pPr>
            <a:lvl2pPr>
              <a:defRPr sz="1576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059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87332" y="1316569"/>
            <a:ext cx="2604701" cy="6498167"/>
          </a:xfrm>
        </p:spPr>
        <p:txBody>
          <a:bodyPr anchor="t"/>
          <a:lstStyle>
            <a:lvl1pPr marL="0" indent="0">
              <a:buNone/>
              <a:defRPr sz="1801"/>
            </a:lvl1pPr>
            <a:lvl2pPr marL="257266" indent="0">
              <a:buNone/>
              <a:defRPr sz="1576"/>
            </a:lvl2pPr>
            <a:lvl3pPr marL="514533" indent="0">
              <a:buNone/>
              <a:defRPr sz="1350"/>
            </a:lvl3pPr>
            <a:lvl4pPr marL="771799" indent="0">
              <a:buNone/>
              <a:defRPr sz="1125"/>
            </a:lvl4pPr>
            <a:lvl5pPr marL="1029066" indent="0">
              <a:buNone/>
              <a:defRPr sz="1125"/>
            </a:lvl5pPr>
            <a:lvl6pPr marL="1286332" indent="0">
              <a:buNone/>
              <a:defRPr sz="1125"/>
            </a:lvl6pPr>
            <a:lvl7pPr marL="1543599" indent="0">
              <a:buNone/>
              <a:defRPr sz="1125"/>
            </a:lvl7pPr>
            <a:lvl8pPr marL="1800865" indent="0">
              <a:buNone/>
              <a:defRPr sz="1125"/>
            </a:lvl8pPr>
            <a:lvl9pPr marL="2058132" indent="0">
              <a:buNone/>
              <a:defRPr sz="1125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655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1084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81954" y="486834"/>
            <a:ext cx="1109410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3725" y="486834"/>
            <a:ext cx="3263915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0733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3725" y="486836"/>
            <a:ext cx="4437638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3725" y="2434167"/>
            <a:ext cx="4437638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3725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562CB-6E9B-4530-A46B-47C426A19172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04311" y="8475136"/>
            <a:ext cx="17364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3718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375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514533" rtl="0" eaLnBrk="1" latinLnBrk="0" hangingPunct="1">
        <a:lnSpc>
          <a:spcPct val="90000"/>
        </a:lnSpc>
        <a:spcBef>
          <a:spcPct val="0"/>
        </a:spcBef>
        <a:buNone/>
        <a:defRPr sz="24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633" indent="-128633" algn="l" defTabSz="51453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6" kern="1200">
          <a:solidFill>
            <a:schemeClr val="tx1"/>
          </a:solidFill>
          <a:latin typeface="+mn-lt"/>
          <a:ea typeface="+mn-ea"/>
          <a:cs typeface="+mn-cs"/>
        </a:defRPr>
      </a:lvl1pPr>
      <a:lvl2pPr marL="385900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3166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433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699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9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2232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9498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67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2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533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7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90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63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5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865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81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0F76A19-FCFA-BE77-FD1E-422BF7ED783C}"/>
                  </a:ext>
                </a:extLst>
              </p:cNvPr>
              <p:cNvSpPr txBox="1"/>
              <p:nvPr/>
            </p:nvSpPr>
            <p:spPr>
              <a:xfrm>
                <a:off x="2090855" y="277342"/>
                <a:ext cx="81887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0F76A19-FCFA-BE77-FD1E-422BF7ED7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0855" y="277342"/>
                <a:ext cx="818878" cy="307777"/>
              </a:xfrm>
              <a:prstGeom prst="rect">
                <a:avLst/>
              </a:prstGeom>
              <a:blipFill>
                <a:blip r:embed="rId2"/>
                <a:stretch>
                  <a:fillRect l="-7463" b="-2352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FF102456-5362-2191-8CE5-272A7544A499}"/>
              </a:ext>
            </a:extLst>
          </p:cNvPr>
          <p:cNvCxnSpPr/>
          <p:nvPr/>
        </p:nvCxnSpPr>
        <p:spPr>
          <a:xfrm>
            <a:off x="587829" y="1711234"/>
            <a:ext cx="3958045" cy="0"/>
          </a:xfrm>
          <a:prstGeom prst="line">
            <a:avLst/>
          </a:prstGeom>
          <a:ln w="3810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529E8C7E-2923-C8E3-557C-5AA38FE8B686}"/>
              </a:ext>
            </a:extLst>
          </p:cNvPr>
          <p:cNvSpPr/>
          <p:nvPr/>
        </p:nvSpPr>
        <p:spPr>
          <a:xfrm>
            <a:off x="4346258" y="6784381"/>
            <a:ext cx="399232" cy="399232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ACFF9D6A-C2E4-D554-9FEB-DCCF6F467B3E}"/>
                  </a:ext>
                </a:extLst>
              </p:cNvPr>
              <p:cNvSpPr txBox="1"/>
              <p:nvPr/>
            </p:nvSpPr>
            <p:spPr>
              <a:xfrm>
                <a:off x="1422078" y="2273980"/>
                <a:ext cx="170630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ACFF9D6A-C2E4-D554-9FEB-DCCF6F467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2078" y="2273980"/>
                <a:ext cx="1706301" cy="307777"/>
              </a:xfrm>
              <a:prstGeom prst="rect">
                <a:avLst/>
              </a:prstGeom>
              <a:blipFill>
                <a:blip r:embed="rId3"/>
                <a:stretch>
                  <a:fillRect l="-3214" t="-1961" r="-5000" b="-3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5CB4A4C4-DCF8-C703-A925-C913A6D1AC19}"/>
                  </a:ext>
                </a:extLst>
              </p:cNvPr>
              <p:cNvSpPr txBox="1"/>
              <p:nvPr/>
            </p:nvSpPr>
            <p:spPr>
              <a:xfrm>
                <a:off x="254904" y="3812126"/>
                <a:ext cx="1746952" cy="6505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  <m:d>
                                <m:dPr>
                                  <m:ctrlPr>
                                    <a:rPr lang="pt-BR" sz="20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0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dx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f>
                        <m:fPr>
                          <m:ctrl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dy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dx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5CB4A4C4-DCF8-C703-A925-C913A6D1A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904" y="3812126"/>
                <a:ext cx="1746952" cy="6505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F123AF78-CC32-4FF2-2069-BD72A1BC0536}"/>
                  </a:ext>
                </a:extLst>
              </p:cNvPr>
              <p:cNvSpPr txBox="1"/>
              <p:nvPr/>
            </p:nvSpPr>
            <p:spPr>
              <a:xfrm>
                <a:off x="254904" y="5133079"/>
                <a:ext cx="1869166" cy="6370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f>
                        <m:fPr>
                          <m:ctrl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dy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dx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F123AF78-CC32-4FF2-2069-BD72A1BC0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904" y="5133079"/>
                <a:ext cx="1869166" cy="6370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Gráfico 13" descr="Boa Ideia estrutura de tópicos">
            <a:extLst>
              <a:ext uri="{FF2B5EF4-FFF2-40B4-BE49-F238E27FC236}">
                <a16:creationId xmlns:a16="http://schemas.microsoft.com/office/drawing/2014/main" id="{16330F1D-27A9-375C-179A-7F2C10A173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0629" y="1970669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38284372-FD36-691D-E26B-A36D7AA476BA}"/>
                  </a:ext>
                </a:extLst>
              </p:cNvPr>
              <p:cNvSpPr txBox="1"/>
              <p:nvPr/>
            </p:nvSpPr>
            <p:spPr>
              <a:xfrm>
                <a:off x="254904" y="6690872"/>
                <a:ext cx="2195922" cy="5844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dy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dx</m:t>
                          </m:r>
                        </m:den>
                      </m:f>
                      <m:r>
                        <a:rPr lang="pt-BR" sz="20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  <m:d>
                            <m:d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38284372-FD36-691D-E26B-A36D7AA47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904" y="6690872"/>
                <a:ext cx="2195922" cy="58445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D8B0723F-C647-BACD-ACD2-D0E2F8297BB8}"/>
                  </a:ext>
                </a:extLst>
              </p:cNvPr>
              <p:cNvSpPr txBox="1"/>
              <p:nvPr/>
            </p:nvSpPr>
            <p:spPr>
              <a:xfrm>
                <a:off x="2090855" y="954935"/>
                <a:ext cx="698012" cy="5844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dy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dx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D8B0723F-C647-BACD-ACD2-D0E2F8297B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0855" y="954935"/>
                <a:ext cx="698012" cy="58445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0455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3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4" grpId="0"/>
      <p:bldP spid="8" grpId="0"/>
      <p:bldP spid="11" grpId="0"/>
      <p:bldP spid="17" grpId="0"/>
    </p:bldLst>
  </p:timing>
</p:sld>
</file>

<file path=ppt/theme/theme1.xml><?xml version="1.0" encoding="utf-8"?>
<a:theme xmlns:a="http://schemas.openxmlformats.org/drawingml/2006/main" name="Tema do Office">
  <a:themeElements>
    <a:clrScheme name="Personalizada 1">
      <a:dk1>
        <a:sysClr val="windowText" lastClr="000000"/>
      </a:dk1>
      <a:lt1>
        <a:srgbClr val="000000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275</TotalTime>
  <Words>29</Words>
  <Application>Microsoft Office PowerPoint</Application>
  <PresentationFormat>Personalizar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Osvaldo Luiz Santos Pereira</dc:creator>
  <cp:lastModifiedBy>Osvaldo Luiz Santos Pereira</cp:lastModifiedBy>
  <cp:revision>1</cp:revision>
  <dcterms:created xsi:type="dcterms:W3CDTF">2025-07-20T22:11:02Z</dcterms:created>
  <dcterms:modified xsi:type="dcterms:W3CDTF">2025-09-25T22:04:35Z</dcterms:modified>
</cp:coreProperties>
</file>